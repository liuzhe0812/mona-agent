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58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E647-B7F3-118B-36F8-080295D68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BF56D0-79FD-5333-ECD9-F4F257834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DC1BA1-9572-3122-53BB-E80C6367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5767F3-FA4C-9448-ACFE-00060534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92BA21-2604-4318-2A78-BD575BAA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2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904D1-19BF-33EF-CE1E-276C04AD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90062-FB24-E8AA-E0DB-02C938B18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F65315-CFE5-21E4-9646-F3F9D48F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FAC1D7-256D-1F15-5920-5B2B1C78D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39B694-F7DB-9883-E6A5-B179F6FC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69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36F92-888F-6DC3-7CE0-E5B33AFD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6B3B27-522D-C540-F926-6C5951665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088E06-CED5-76BD-84F8-D196FAEE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5280FA-6C22-E204-4D21-22BB310E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B47DD4-3040-9B7F-79FE-96883F95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6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26EEE-ABB1-1F75-48C8-ED408482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BF725E-948B-F434-CEAD-CCC0691C6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318F99-286B-D39E-A1E3-355FE3DB3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C45622-EFA9-64F7-7606-69BD4C02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A094F9-72DA-BD78-866F-D63A93C8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6297E4-5E53-A083-47BF-8CD61E15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39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7414D-C999-0D28-7D57-4378A30C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D2A00E-D5C0-D665-8E01-2330851B7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CD6CEB-BBC7-AD2C-CF37-BEB4D9DBF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2B889A-F1BB-94DE-FD2D-E60015E3B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2C7199-917C-1837-07F8-6C105DAC4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492606-4B16-3DD1-9421-67E55731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5F3495-FACF-C5E2-22FD-B3201B08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7B5480-AB20-5C8D-4A15-FE916E00F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22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12D79-F231-6BE2-DBE6-23099740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311CD9-547E-CF1F-24DF-0766B2D16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4D2CE8-22C5-0002-E8B5-EA2D41AB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7715EB-A72C-3C54-7B71-60C9CE762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44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C66849-6375-4B82-CF35-7AC1125C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D60EB0-1490-249F-377A-AEE953739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D238EB-9521-9C34-7233-89D6545B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63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CD65B-E09C-3930-5F61-7D85C19AB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D262A-A758-677E-6F16-CC1801102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B581D9-6960-3DB6-76C0-1B6C08ACA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1B10AB-F16D-2C94-6237-BCCE7427E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016CBC-8AF3-DB4E-0C26-7EC6D206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B1E73D-BFE8-479C-9A43-35703A8B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12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5F4F2-F6FD-6F82-A215-942617C72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81E042-20E2-3906-F274-4F5F9153E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4549C9-58D5-5502-EA13-5E8C9FA2A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594EBA-239D-D3F1-50BA-6822B4C9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7D239A-A705-7154-D15F-E040C3A17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C66BF6-09BB-11D7-9F5D-3A261F9F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94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5BB0C2-84A2-5F9F-DE4B-FDCE75BD8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E73643-77F0-81E8-0C22-69B8895BF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D21E77-6548-B10F-A33C-7D282B84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F4F48-315D-B511-27B9-3DC4654C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EE04D-EB91-B859-CE09-A1476BD86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44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A8526F-62BD-6507-3B71-B06030214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41F10-C295-1502-AFD5-5E38F1B6B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2149F-51DC-602C-5AFB-661164AE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DDF5D3-70B7-28B9-0B86-58FC56BE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F42CE-7BDB-9355-EFE7-E8DE818B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41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E919F8-97B6-451D-35EA-1C7C9F72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97AD73-6E08-BDC9-95CB-FD5EC87D4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5D6FFF-39B7-98F0-85C1-2335F8B0A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837C9-B96C-4ACA-B900-E0681940BBF9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8AAA1B-DBD0-1136-0AA1-9F368B135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1EED8F-2B3A-68D3-D8FD-E75905190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F2C0D-86CE-4C9C-895A-831E651527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97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716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2026-09-04T18:55:44Z</dcterms:created>
  <dcterms:modified xsi:type="dcterms:W3CDTF">2026-09-04T18:55:44Z</dcterms:modified>
</cp:coreProperties>
</file>