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/>
  <p:cmAuthor id="2" name="lixiaoyuan" initials="Lxy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41FF"/>
    <a:srgbClr val="FF6A00"/>
    <a:srgbClr val="1B2035"/>
    <a:srgbClr val="171B2D"/>
    <a:srgbClr val="1D2239"/>
    <a:srgbClr val="111422"/>
    <a:srgbClr val="0B0D16"/>
    <a:srgbClr val="1A1C35"/>
    <a:srgbClr val="FB832B"/>
    <a:srgbClr val="C168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bg>
      <p:bgPr>
        <a:solidFill>
          <a:srgbClr val="1B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噢易云LOGO（深色系背景使用橘+白LOGO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6100" y="265430"/>
            <a:ext cx="1102995" cy="331470"/>
          </a:xfrm>
          <a:prstGeom prst="rect">
            <a:avLst/>
          </a:prstGeom>
        </p:spPr>
      </p:pic>
      <p:pic>
        <p:nvPicPr>
          <p:cNvPr id="74" name="图片 73" descr="d8a683723d9cbb75690416f530bbbbd1b2f70ac0351c1-Pb7OvI"/>
          <p:cNvPicPr>
            <a:picLocks noChangeAspect="1"/>
          </p:cNvPicPr>
          <p:nvPr userDrawn="1"/>
        </p:nvPicPr>
        <p:blipFill>
          <a:blip r:embed="rId3"/>
          <a:srcRect l="34623" b="18588"/>
          <a:stretch>
            <a:fillRect/>
          </a:stretch>
        </p:blipFill>
        <p:spPr>
          <a:xfrm flipV="1">
            <a:off x="2407920" y="828040"/>
            <a:ext cx="1980000" cy="36000"/>
          </a:xfrm>
          <a:prstGeom prst="rect">
            <a:avLst/>
          </a:prstGeom>
        </p:spPr>
      </p:pic>
      <p:grpSp>
        <p:nvGrpSpPr>
          <p:cNvPr id="75" name="组合 74"/>
          <p:cNvGrpSpPr/>
          <p:nvPr userDrawn="1"/>
        </p:nvGrpSpPr>
        <p:grpSpPr>
          <a:xfrm>
            <a:off x="1815465" y="839470"/>
            <a:ext cx="554990" cy="36000"/>
            <a:chOff x="2859" y="1322"/>
            <a:chExt cx="874" cy="86"/>
          </a:xfrm>
        </p:grpSpPr>
        <p:sp>
          <p:nvSpPr>
            <p:cNvPr id="76" name="平行四边形 75"/>
            <p:cNvSpPr/>
            <p:nvPr userDrawn="1"/>
          </p:nvSpPr>
          <p:spPr>
            <a:xfrm flipH="1" flipV="1">
              <a:off x="2859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F6A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7" name="平行四边形 76"/>
            <p:cNvSpPr/>
            <p:nvPr userDrawn="1"/>
          </p:nvSpPr>
          <p:spPr>
            <a:xfrm flipH="1" flipV="1">
              <a:off x="3078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6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8" name="平行四边形 77"/>
            <p:cNvSpPr/>
            <p:nvPr userDrawn="1"/>
          </p:nvSpPr>
          <p:spPr>
            <a:xfrm flipH="1" flipV="1">
              <a:off x="3298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4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9" name="平行四边形 78"/>
            <p:cNvSpPr/>
            <p:nvPr userDrawn="1"/>
          </p:nvSpPr>
          <p:spPr>
            <a:xfrm flipH="1" flipV="1">
              <a:off x="3517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4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</p:grpSp>
      <p:cxnSp>
        <p:nvCxnSpPr>
          <p:cNvPr id="80" name="直接连接符 79"/>
          <p:cNvCxnSpPr/>
          <p:nvPr userDrawn="1"/>
        </p:nvCxnSpPr>
        <p:spPr>
          <a:xfrm flipV="1">
            <a:off x="2398395" y="841375"/>
            <a:ext cx="1664335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FF6A00">
                    <a:alpha val="0"/>
                  </a:srgbClr>
                </a:gs>
                <a:gs pos="100000">
                  <a:srgbClr val="FF6A00">
                    <a:alpha val="40000"/>
                  </a:srgb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任意多边形 80"/>
          <p:cNvSpPr/>
          <p:nvPr userDrawn="1"/>
        </p:nvSpPr>
        <p:spPr>
          <a:xfrm rot="16200000" flipV="1">
            <a:off x="1186815" y="265113"/>
            <a:ext cx="35878" cy="1180148"/>
          </a:xfrm>
          <a:custGeom>
            <a:avLst/>
            <a:gdLst/>
            <a:ahLst/>
            <a:cxnLst>
              <a:cxn ang="3">
                <a:pos x="hc" y="hd10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" h="1859">
                <a:moveTo>
                  <a:pt x="1" y="57"/>
                </a:moveTo>
                <a:lnTo>
                  <a:pt x="57" y="0"/>
                </a:lnTo>
                <a:lnTo>
                  <a:pt x="57" y="285"/>
                </a:lnTo>
                <a:lnTo>
                  <a:pt x="55" y="285"/>
                </a:lnTo>
                <a:lnTo>
                  <a:pt x="55" y="1859"/>
                </a:lnTo>
                <a:lnTo>
                  <a:pt x="0" y="1859"/>
                </a:lnTo>
                <a:lnTo>
                  <a:pt x="0" y="261"/>
                </a:lnTo>
                <a:lnTo>
                  <a:pt x="1" y="261"/>
                </a:lnTo>
                <a:lnTo>
                  <a:pt x="1" y="57"/>
                </a:lnTo>
                <a:close/>
              </a:path>
            </a:pathLst>
          </a:custGeom>
          <a:solidFill>
            <a:srgbClr val="FF6A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5" name="图片 4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0665" y="-85090"/>
            <a:ext cx="11375390" cy="48583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1B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635" y="0"/>
            <a:ext cx="12190730" cy="2516505"/>
          </a:xfrm>
          <a:prstGeom prst="rect">
            <a:avLst/>
          </a:prstGeom>
          <a:gradFill>
            <a:gsLst>
              <a:gs pos="0">
                <a:srgbClr val="5341FF">
                  <a:alpha val="48000"/>
                </a:srgbClr>
              </a:gs>
              <a:gs pos="53000">
                <a:srgbClr val="5341FF">
                  <a:alpha val="0"/>
                </a:srgbClr>
              </a:gs>
              <a:gs pos="100000">
                <a:srgbClr val="5341FF">
                  <a:alpha val="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噢易云LOGO（深色系背景使用橘+白LOGO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6100" y="265430"/>
            <a:ext cx="1102995" cy="331470"/>
          </a:xfrm>
          <a:prstGeom prst="rect">
            <a:avLst/>
          </a:prstGeom>
        </p:spPr>
      </p:pic>
      <p:pic>
        <p:nvPicPr>
          <p:cNvPr id="74" name="图片 73" descr="d8a683723d9cbb75690416f530bbbbd1b2f70ac0351c1-Pb7OvI"/>
          <p:cNvPicPr>
            <a:picLocks noChangeAspect="1"/>
          </p:cNvPicPr>
          <p:nvPr userDrawn="1"/>
        </p:nvPicPr>
        <p:blipFill>
          <a:blip r:embed="rId3"/>
          <a:srcRect l="34623" b="18588"/>
          <a:stretch>
            <a:fillRect/>
          </a:stretch>
        </p:blipFill>
        <p:spPr>
          <a:xfrm flipV="1">
            <a:off x="2407920" y="828040"/>
            <a:ext cx="1980000" cy="36000"/>
          </a:xfrm>
          <a:prstGeom prst="rect">
            <a:avLst/>
          </a:prstGeom>
        </p:spPr>
      </p:pic>
      <p:grpSp>
        <p:nvGrpSpPr>
          <p:cNvPr id="75" name="组合 74"/>
          <p:cNvGrpSpPr/>
          <p:nvPr userDrawn="1"/>
        </p:nvGrpSpPr>
        <p:grpSpPr>
          <a:xfrm>
            <a:off x="1815465" y="839470"/>
            <a:ext cx="554990" cy="36000"/>
            <a:chOff x="2859" y="1322"/>
            <a:chExt cx="874" cy="86"/>
          </a:xfrm>
        </p:grpSpPr>
        <p:sp>
          <p:nvSpPr>
            <p:cNvPr id="76" name="平行四边形 75"/>
            <p:cNvSpPr/>
            <p:nvPr userDrawn="1"/>
          </p:nvSpPr>
          <p:spPr>
            <a:xfrm flipH="1" flipV="1">
              <a:off x="2859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F6A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7" name="平行四边形 76"/>
            <p:cNvSpPr/>
            <p:nvPr userDrawn="1"/>
          </p:nvSpPr>
          <p:spPr>
            <a:xfrm flipH="1" flipV="1">
              <a:off x="3078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6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8" name="平行四边形 77"/>
            <p:cNvSpPr/>
            <p:nvPr userDrawn="1"/>
          </p:nvSpPr>
          <p:spPr>
            <a:xfrm flipH="1" flipV="1">
              <a:off x="3298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4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9" name="平行四边形 78"/>
            <p:cNvSpPr/>
            <p:nvPr userDrawn="1"/>
          </p:nvSpPr>
          <p:spPr>
            <a:xfrm flipH="1" flipV="1">
              <a:off x="3517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4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</p:grpSp>
      <p:cxnSp>
        <p:nvCxnSpPr>
          <p:cNvPr id="80" name="直接连接符 79"/>
          <p:cNvCxnSpPr/>
          <p:nvPr userDrawn="1"/>
        </p:nvCxnSpPr>
        <p:spPr>
          <a:xfrm flipV="1">
            <a:off x="2398395" y="841375"/>
            <a:ext cx="1664335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FF6A00">
                    <a:alpha val="0"/>
                  </a:srgbClr>
                </a:gs>
                <a:gs pos="100000">
                  <a:srgbClr val="FF6A00">
                    <a:alpha val="40000"/>
                  </a:srgb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任意多边形 80"/>
          <p:cNvSpPr/>
          <p:nvPr userDrawn="1"/>
        </p:nvSpPr>
        <p:spPr>
          <a:xfrm rot="16200000" flipV="1">
            <a:off x="1186815" y="265113"/>
            <a:ext cx="35878" cy="1180148"/>
          </a:xfrm>
          <a:custGeom>
            <a:avLst/>
            <a:gdLst/>
            <a:ahLst/>
            <a:cxnLst>
              <a:cxn ang="3">
                <a:pos x="hc" y="hd10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" h="1859">
                <a:moveTo>
                  <a:pt x="1" y="57"/>
                </a:moveTo>
                <a:lnTo>
                  <a:pt x="57" y="0"/>
                </a:lnTo>
                <a:lnTo>
                  <a:pt x="57" y="285"/>
                </a:lnTo>
                <a:lnTo>
                  <a:pt x="55" y="285"/>
                </a:lnTo>
                <a:lnTo>
                  <a:pt x="55" y="1859"/>
                </a:lnTo>
                <a:lnTo>
                  <a:pt x="0" y="1859"/>
                </a:lnTo>
                <a:lnTo>
                  <a:pt x="0" y="261"/>
                </a:lnTo>
                <a:lnTo>
                  <a:pt x="1" y="261"/>
                </a:lnTo>
                <a:lnTo>
                  <a:pt x="1" y="57"/>
                </a:lnTo>
                <a:close/>
              </a:path>
            </a:pathLst>
          </a:custGeom>
          <a:solidFill>
            <a:srgbClr val="FF6A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5" name="图片 4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0665" y="-85090"/>
            <a:ext cx="11375390" cy="485838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 flipV="1">
            <a:off x="635" y="3980815"/>
            <a:ext cx="12190730" cy="2877820"/>
          </a:xfrm>
          <a:prstGeom prst="rect">
            <a:avLst/>
          </a:prstGeom>
          <a:gradFill>
            <a:gsLst>
              <a:gs pos="0">
                <a:srgbClr val="5341FF">
                  <a:alpha val="42000"/>
                </a:srgbClr>
              </a:gs>
              <a:gs pos="41000">
                <a:srgbClr val="5341FF">
                  <a:alpha val="0"/>
                </a:srgbClr>
              </a:gs>
              <a:gs pos="100000">
                <a:srgbClr val="5341FF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solidFill>
          <a:srgbClr val="1B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噢易云LOGO（深色系背景使用橘+白LOGO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6100" y="265430"/>
            <a:ext cx="1102995" cy="331470"/>
          </a:xfrm>
          <a:prstGeom prst="rect">
            <a:avLst/>
          </a:prstGeom>
        </p:spPr>
      </p:pic>
      <p:pic>
        <p:nvPicPr>
          <p:cNvPr id="74" name="图片 73" descr="d8a683723d9cbb75690416f530bbbbd1b2f70ac0351c1-Pb7OvI"/>
          <p:cNvPicPr>
            <a:picLocks noChangeAspect="1"/>
          </p:cNvPicPr>
          <p:nvPr userDrawn="1"/>
        </p:nvPicPr>
        <p:blipFill>
          <a:blip r:embed="rId3"/>
          <a:srcRect l="34623" b="18588"/>
          <a:stretch>
            <a:fillRect/>
          </a:stretch>
        </p:blipFill>
        <p:spPr>
          <a:xfrm flipV="1">
            <a:off x="2407920" y="828040"/>
            <a:ext cx="1980000" cy="36000"/>
          </a:xfrm>
          <a:prstGeom prst="rect">
            <a:avLst/>
          </a:prstGeom>
        </p:spPr>
      </p:pic>
      <p:grpSp>
        <p:nvGrpSpPr>
          <p:cNvPr id="75" name="组合 74"/>
          <p:cNvGrpSpPr/>
          <p:nvPr userDrawn="1"/>
        </p:nvGrpSpPr>
        <p:grpSpPr>
          <a:xfrm>
            <a:off x="1815465" y="839470"/>
            <a:ext cx="554990" cy="36000"/>
            <a:chOff x="2859" y="1322"/>
            <a:chExt cx="874" cy="86"/>
          </a:xfrm>
        </p:grpSpPr>
        <p:sp>
          <p:nvSpPr>
            <p:cNvPr id="76" name="平行四边形 75"/>
            <p:cNvSpPr/>
            <p:nvPr userDrawn="1"/>
          </p:nvSpPr>
          <p:spPr>
            <a:xfrm flipH="1" flipV="1">
              <a:off x="2859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F6A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7" name="平行四边形 76"/>
            <p:cNvSpPr/>
            <p:nvPr userDrawn="1"/>
          </p:nvSpPr>
          <p:spPr>
            <a:xfrm flipH="1" flipV="1">
              <a:off x="3078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6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8" name="平行四边形 77"/>
            <p:cNvSpPr/>
            <p:nvPr userDrawn="1"/>
          </p:nvSpPr>
          <p:spPr>
            <a:xfrm flipH="1" flipV="1">
              <a:off x="3298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4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79" name="平行四边形 78"/>
            <p:cNvSpPr/>
            <p:nvPr userDrawn="1"/>
          </p:nvSpPr>
          <p:spPr>
            <a:xfrm flipH="1" flipV="1">
              <a:off x="3517" y="1322"/>
              <a:ext cx="217" cy="87"/>
            </a:xfrm>
            <a:prstGeom prst="parallelogram">
              <a:avLst>
                <a:gd name="adj" fmla="val 64387"/>
              </a:avLst>
            </a:prstGeom>
            <a:solidFill>
              <a:srgbClr val="FE6A02">
                <a:alpha val="40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 Light" panose="020B0502040204020203" charset="-122"/>
                <a:cs typeface="+mn-cs"/>
              </a:endParaRPr>
            </a:p>
          </p:txBody>
        </p:sp>
      </p:grpSp>
      <p:cxnSp>
        <p:nvCxnSpPr>
          <p:cNvPr id="80" name="直接连接符 79"/>
          <p:cNvCxnSpPr/>
          <p:nvPr userDrawn="1"/>
        </p:nvCxnSpPr>
        <p:spPr>
          <a:xfrm flipV="1">
            <a:off x="2398395" y="841375"/>
            <a:ext cx="1664335" cy="0"/>
          </a:xfrm>
          <a:prstGeom prst="line">
            <a:avLst/>
          </a:prstGeom>
          <a:ln w="12700">
            <a:gradFill flip="none" rotWithShape="1">
              <a:gsLst>
                <a:gs pos="0">
                  <a:srgbClr val="FF6A00">
                    <a:alpha val="0"/>
                  </a:srgbClr>
                </a:gs>
                <a:gs pos="100000">
                  <a:srgbClr val="FF6A00">
                    <a:alpha val="40000"/>
                  </a:srgb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任意多边形 80"/>
          <p:cNvSpPr/>
          <p:nvPr userDrawn="1"/>
        </p:nvSpPr>
        <p:spPr>
          <a:xfrm rot="16200000" flipV="1">
            <a:off x="1186815" y="265113"/>
            <a:ext cx="35878" cy="1180148"/>
          </a:xfrm>
          <a:custGeom>
            <a:avLst/>
            <a:gdLst/>
            <a:ahLst/>
            <a:cxnLst>
              <a:cxn ang="3">
                <a:pos x="hc" y="hd10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" h="1859">
                <a:moveTo>
                  <a:pt x="1" y="57"/>
                </a:moveTo>
                <a:lnTo>
                  <a:pt x="57" y="0"/>
                </a:lnTo>
                <a:lnTo>
                  <a:pt x="57" y="285"/>
                </a:lnTo>
                <a:lnTo>
                  <a:pt x="55" y="285"/>
                </a:lnTo>
                <a:lnTo>
                  <a:pt x="55" y="1859"/>
                </a:lnTo>
                <a:lnTo>
                  <a:pt x="0" y="1859"/>
                </a:lnTo>
                <a:lnTo>
                  <a:pt x="0" y="261"/>
                </a:lnTo>
                <a:lnTo>
                  <a:pt x="1" y="261"/>
                </a:lnTo>
                <a:lnTo>
                  <a:pt x="1" y="57"/>
                </a:lnTo>
                <a:close/>
              </a:path>
            </a:pathLst>
          </a:custGeom>
          <a:solidFill>
            <a:srgbClr val="FF6A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pic>
        <p:nvPicPr>
          <p:cNvPr id="8" name="图片 7" descr="图片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0665" y="-85090"/>
            <a:ext cx="11375390" cy="485838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 userDrawn="1"/>
        </p:nvSpPr>
        <p:spPr>
          <a:xfrm>
            <a:off x="492760" y="258446"/>
            <a:ext cx="10515600" cy="602284"/>
          </a:xfrm>
          <a:prstGeom prst="rect">
            <a:avLst/>
          </a:prstGeom>
        </p:spPr>
        <p:txBody>
          <a:bodyPr vert="horz" wrap="square" lIns="90170" tIns="46990" rIns="90170" bIns="46990" numCol="1" spcCol="0" rtlCol="0" fromWordArt="0" anchor="ctr" anchorCtr="0" forceAA="0" compatLnSpc="0">
            <a:noAutofit/>
          </a:bodyPr>
          <a:lstStyle>
            <a:lvl1pPr algn="ctr">
              <a:defRPr sz="3400" b="1" i="0">
                <a:gradFill>
                  <a:gsLst>
                    <a:gs pos="8000">
                      <a:schemeClr val="bg1">
                        <a:lumMod val="65000"/>
                      </a:schemeClr>
                    </a:gs>
                    <a:gs pos="97000">
                      <a:schemeClr val="bg1"/>
                    </a:gs>
                  </a:gsLst>
                  <a:lin ang="162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2800" spc="300">
                <a:gradFill>
                  <a:gsLst>
                    <a:gs pos="25000">
                      <a:srgbClr val="FB832B"/>
                    </a:gs>
                    <a:gs pos="100000">
                      <a:srgbClr val="F76008"/>
                    </a:gs>
                  </a:gsLst>
                  <a:lin ang="5400000" scaled="1"/>
                </a:gradFill>
                <a:uFillTx/>
                <a:cs typeface="+mj-cs"/>
                <a:sym typeface="+mn-ea"/>
              </a:rPr>
              <a:t>[</a:t>
            </a:r>
            <a:r>
              <a:rPr lang="zh-CN" altLang="en-US" sz="2800" spc="300">
                <a:gradFill>
                  <a:gsLst>
                    <a:gs pos="25000">
                      <a:srgbClr val="FB832B"/>
                    </a:gs>
                    <a:gs pos="100000">
                      <a:srgbClr val="F76008"/>
                    </a:gs>
                  </a:gsLst>
                  <a:lin ang="5400000" scaled="1"/>
                </a:gradFill>
                <a:uFillTx/>
                <a:cs typeface="+mj-cs"/>
                <a:sym typeface="+mn-ea"/>
              </a:rPr>
              <a:t>标题</a:t>
            </a:r>
            <a:r>
              <a:rPr lang="en-US" altLang="zh-CN" sz="2800" spc="300">
                <a:gradFill>
                  <a:gsLst>
                    <a:gs pos="25000">
                      <a:srgbClr val="FB832B"/>
                    </a:gs>
                    <a:gs pos="100000">
                      <a:srgbClr val="F76008"/>
                    </a:gs>
                  </a:gsLst>
                  <a:lin ang="5400000" scaled="1"/>
                </a:gradFill>
                <a:uFillTx/>
                <a:cs typeface="+mj-cs"/>
                <a:sym typeface="+mn-ea"/>
              </a:rPr>
              <a:t>]</a:t>
            </a:r>
            <a:endParaRPr lang="en-US" altLang="zh-CN" sz="2800" spc="300">
              <a:gradFill>
                <a:gsLst>
                  <a:gs pos="25000">
                    <a:srgbClr val="FB832B"/>
                  </a:gs>
                  <a:gs pos="100000">
                    <a:srgbClr val="F76008"/>
                  </a:gs>
                </a:gsLst>
                <a:lin ang="5400000" scaled="1"/>
              </a:gradFill>
              <a:uFillTx/>
              <a:cs typeface="+mj-cs"/>
              <a:sym typeface="+mn-ea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73405" y="850265"/>
            <a:ext cx="1895475" cy="0"/>
          </a:xfrm>
          <a:prstGeom prst="line">
            <a:avLst/>
          </a:prstGeom>
          <a:ln w="34925" cmpd="thickThin"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Arial</vt:lpstr>
      <vt:lpstr>微软雅黑 Light</vt:lpstr>
      <vt:lpstr>微软雅黑</vt:lpstr>
      <vt:lpstr>HarmonyOS Sans SC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刘喆</cp:lastModifiedBy>
  <cp:revision>188</cp:revision>
  <dcterms:created xsi:type="dcterms:W3CDTF">2019-06-19T02:08:00Z</dcterms:created>
  <dcterms:modified xsi:type="dcterms:W3CDTF">2026-05-21T03:56:46Z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2CC56A08FEAF4E85B08983E537E98567_13</vt:lpwstr>
  </property>
</Properties>
</file>