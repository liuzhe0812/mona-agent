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59.xml" ContentType="application/vnd.openxmlformats-officedocument.presentationml.tags+xml"/>
  <Override PartName="/ppt/notesSlides/notesSlide1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60" r:id="rId3"/>
  </p:sldMasterIdLst>
  <p:notesMasterIdLst>
    <p:notesMasterId r:id="rId12"/>
  </p:notesMasterIdLst>
  <p:handoutMasterIdLst>
    <p:handoutMasterId r:id="rId13"/>
  </p:handoutMasterIdLst>
  <p:sldIdLst>
    <p:sldId id="339" r:id="rId4"/>
    <p:sldId id="1295" r:id="rId5"/>
    <p:sldId id="1298" r:id="rId6"/>
    <p:sldId id="1306" r:id="rId7"/>
    <p:sldId id="1305" r:id="rId8"/>
    <p:sldId id="1307" r:id="rId9"/>
    <p:sldId id="1304" r:id="rId10"/>
    <p:sldId id="348" r:id="rId1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0" userDrawn="1">
          <p15:clr>
            <a:srgbClr val="A4A3A4"/>
          </p15:clr>
        </p15:guide>
        <p15:guide id="2" pos="38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LL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D2A"/>
    <a:srgbClr val="EB6005"/>
    <a:srgbClr val="EB6323"/>
    <a:srgbClr val="A1A4AE"/>
    <a:srgbClr val="CFD5EA"/>
    <a:srgbClr val="070D1A"/>
    <a:srgbClr val="FE6608"/>
    <a:srgbClr val="717070"/>
    <a:srgbClr val="EA650A"/>
    <a:srgbClr val="232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156" autoAdjust="0"/>
  </p:normalViewPr>
  <p:slideViewPr>
    <p:cSldViewPr snapToGrid="0" showGuides="1">
      <p:cViewPr varScale="1">
        <p:scale>
          <a:sx n="159" d="100"/>
          <a:sy n="159" d="100"/>
        </p:scale>
        <p:origin x="306" y="132"/>
      </p:cViewPr>
      <p:guideLst>
        <p:guide orient="horz" pos="2360"/>
        <p:guide pos="3883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8A0C5-4D41-40BF-B5DF-67D8CF7B7F7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D8BE7-BABA-4A15-A237-FBE2137B8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0" dirty="0">
              <a:solidFill>
                <a:schemeClr val="bg1"/>
              </a:solidFill>
              <a:latin typeface="+mj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D8BE7-BABA-4A15-A237-FBE2137B87C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7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5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微信图片_2022111600220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4605" y="0"/>
            <a:ext cx="12177395" cy="6878955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0" y="-20955"/>
            <a:ext cx="12211685" cy="6878955"/>
          </a:xfrm>
          <a:prstGeom prst="rect">
            <a:avLst/>
          </a:prstGeom>
          <a:gradFill>
            <a:gsLst>
              <a:gs pos="100000">
                <a:srgbClr val="151E2F">
                  <a:alpha val="0"/>
                </a:srgbClr>
              </a:gs>
              <a:gs pos="54000">
                <a:srgbClr val="070D1A">
                  <a:alpha val="51000"/>
                </a:srgbClr>
              </a:gs>
              <a:gs pos="0">
                <a:srgbClr val="070D1A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669405" y="-8174355"/>
            <a:ext cx="16323310" cy="16323310"/>
          </a:xfrm>
          <a:prstGeom prst="ellipse">
            <a:avLst/>
          </a:prstGeom>
          <a:gradFill rotWithShape="0">
            <a:gsLst>
              <a:gs pos="0">
                <a:srgbClr val="FE6608">
                  <a:alpha val="0"/>
                  <a:lumMod val="99000"/>
                  <a:lumOff val="1000"/>
                </a:srgbClr>
              </a:gs>
              <a:gs pos="34000">
                <a:srgbClr val="FE6B00"/>
              </a:gs>
            </a:gsLst>
            <a:lin ang="134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" name="任意多边形 28"/>
          <p:cNvSpPr/>
          <p:nvPr userDrawn="1"/>
        </p:nvSpPr>
        <p:spPr>
          <a:xfrm>
            <a:off x="3501390" y="-175260"/>
            <a:ext cx="5738495" cy="398462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547" h="5935">
                <a:moveTo>
                  <a:pt x="3872" y="0"/>
                </a:moveTo>
                <a:cubicBezTo>
                  <a:pt x="4923" y="0"/>
                  <a:pt x="5781" y="825"/>
                  <a:pt x="5833" y="1863"/>
                </a:cubicBezTo>
                <a:lnTo>
                  <a:pt x="5835" y="1894"/>
                </a:lnTo>
                <a:lnTo>
                  <a:pt x="5860" y="1886"/>
                </a:lnTo>
                <a:cubicBezTo>
                  <a:pt x="6055" y="1826"/>
                  <a:pt x="6262" y="1793"/>
                  <a:pt x="6476" y="1793"/>
                </a:cubicBezTo>
                <a:cubicBezTo>
                  <a:pt x="7620" y="1793"/>
                  <a:pt x="8547" y="2720"/>
                  <a:pt x="8547" y="3864"/>
                </a:cubicBezTo>
                <a:cubicBezTo>
                  <a:pt x="8547" y="4972"/>
                  <a:pt x="7677" y="5877"/>
                  <a:pt x="6583" y="5932"/>
                </a:cubicBezTo>
                <a:lnTo>
                  <a:pt x="6556" y="5933"/>
                </a:lnTo>
                <a:lnTo>
                  <a:pt x="6556" y="5935"/>
                </a:lnTo>
                <a:lnTo>
                  <a:pt x="6476" y="5935"/>
                </a:lnTo>
                <a:lnTo>
                  <a:pt x="1755" y="5935"/>
                </a:lnTo>
                <a:lnTo>
                  <a:pt x="1755" y="5935"/>
                </a:lnTo>
                <a:lnTo>
                  <a:pt x="1746" y="5935"/>
                </a:lnTo>
                <a:cubicBezTo>
                  <a:pt x="781" y="5935"/>
                  <a:pt x="0" y="5154"/>
                  <a:pt x="0" y="4190"/>
                </a:cubicBezTo>
                <a:cubicBezTo>
                  <a:pt x="0" y="3225"/>
                  <a:pt x="781" y="2444"/>
                  <a:pt x="1746" y="2444"/>
                </a:cubicBezTo>
                <a:cubicBezTo>
                  <a:pt x="1821" y="2444"/>
                  <a:pt x="1895" y="2449"/>
                  <a:pt x="1968" y="2458"/>
                </a:cubicBezTo>
                <a:lnTo>
                  <a:pt x="1971" y="2458"/>
                </a:lnTo>
                <a:lnTo>
                  <a:pt x="1970" y="2455"/>
                </a:lnTo>
                <a:cubicBezTo>
                  <a:pt x="1929" y="2298"/>
                  <a:pt x="1908" y="2133"/>
                  <a:pt x="1908" y="1964"/>
                </a:cubicBezTo>
                <a:cubicBezTo>
                  <a:pt x="1908" y="879"/>
                  <a:pt x="2787" y="0"/>
                  <a:pt x="3872" y="0"/>
                </a:cubicBezTo>
                <a:close/>
              </a:path>
            </a:pathLst>
          </a:custGeom>
          <a:gradFill>
            <a:gsLst>
              <a:gs pos="0">
                <a:srgbClr val="FF8933">
                  <a:alpha val="4000"/>
                </a:srgbClr>
              </a:gs>
              <a:gs pos="97000">
                <a:srgbClr val="FF8933">
                  <a:alpha val="72000"/>
                </a:srgbClr>
              </a:gs>
            </a:gsLst>
            <a:lin ang="134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" name="同心圆 25"/>
          <p:cNvSpPr/>
          <p:nvPr userDrawn="1"/>
        </p:nvSpPr>
        <p:spPr>
          <a:xfrm>
            <a:off x="-462280" y="3809365"/>
            <a:ext cx="4277360" cy="4277360"/>
          </a:xfrm>
          <a:prstGeom prst="donut">
            <a:avLst/>
          </a:prstGeom>
          <a:solidFill>
            <a:srgbClr val="FF8933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1" name="图片 10" descr="logo新组合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9025" y="1558147"/>
            <a:ext cx="1223010" cy="408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微信图片_2022111600265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0" y="0"/>
            <a:ext cx="4642485" cy="6858000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635" y="-20955"/>
            <a:ext cx="4641850" cy="6878955"/>
          </a:xfrm>
          <a:prstGeom prst="rect">
            <a:avLst/>
          </a:prstGeom>
          <a:gradFill>
            <a:gsLst>
              <a:gs pos="100000">
                <a:srgbClr val="151E2F">
                  <a:alpha val="0"/>
                </a:srgbClr>
              </a:gs>
              <a:gs pos="54000">
                <a:srgbClr val="070D1A">
                  <a:alpha val="51000"/>
                </a:srgbClr>
              </a:gs>
              <a:gs pos="0">
                <a:srgbClr val="070D1A"/>
              </a:gs>
            </a:gsLst>
            <a:lin ang="3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-2508885" y="852170"/>
            <a:ext cx="5275580" cy="5275580"/>
          </a:xfrm>
          <a:prstGeom prst="ellipse">
            <a:avLst/>
          </a:prstGeom>
          <a:gradFill rotWithShape="0">
            <a:gsLst>
              <a:gs pos="0">
                <a:srgbClr val="FE6608">
                  <a:alpha val="87000"/>
                  <a:lumMod val="99000"/>
                  <a:lumOff val="1000"/>
                </a:srgbClr>
              </a:gs>
              <a:gs pos="59000">
                <a:srgbClr val="FE6B00"/>
              </a:gs>
            </a:gsLst>
            <a:lin ang="134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325120" y="2845118"/>
            <a:ext cx="1888490" cy="1167765"/>
            <a:chOff x="512" y="4600"/>
            <a:chExt cx="2974" cy="1839"/>
          </a:xfrm>
        </p:grpSpPr>
        <p:sp>
          <p:nvSpPr>
            <p:cNvPr id="109" name="TextBox 58"/>
            <p:cNvSpPr txBox="1"/>
            <p:nvPr/>
          </p:nvSpPr>
          <p:spPr>
            <a:xfrm>
              <a:off x="512" y="4600"/>
              <a:ext cx="1906" cy="1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4000" dirty="0">
                  <a:solidFill>
                    <a:srgbClr val="FFFFFF"/>
                  </a:solidFill>
                  <a:latin typeface="Lifeline JL" panose="00000400000000000000" pitchFamily="2" charset="0"/>
                </a:rPr>
                <a:t>目录</a:t>
              </a:r>
            </a:p>
          </p:txBody>
        </p:sp>
        <p:sp>
          <p:nvSpPr>
            <p:cNvPr id="110" name="TextBox 58"/>
            <p:cNvSpPr txBox="1"/>
            <p:nvPr/>
          </p:nvSpPr>
          <p:spPr>
            <a:xfrm>
              <a:off x="512" y="5715"/>
              <a:ext cx="2974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sz="2400" b="1" dirty="0">
                  <a:solidFill>
                    <a:srgbClr val="FFFFFF"/>
                  </a:solidFill>
                  <a:latin typeface="微软雅黑" panose="020B0503020204020204" charset="-122"/>
                </a:rPr>
                <a:t>CONTENTS</a:t>
              </a:r>
            </a:p>
          </p:txBody>
        </p:sp>
      </p:grpSp>
      <p:pic>
        <p:nvPicPr>
          <p:cNvPr id="12" name="图片 11" descr="logo新组合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62920" y="441960"/>
            <a:ext cx="1223010" cy="408940"/>
          </a:xfrm>
          <a:prstGeom prst="rect">
            <a:avLst/>
          </a:prstGeom>
        </p:spPr>
      </p:pic>
      <p:sp>
        <p:nvSpPr>
          <p:cNvPr id="29" name="任意多边形 28"/>
          <p:cNvSpPr/>
          <p:nvPr userDrawn="1"/>
        </p:nvSpPr>
        <p:spPr>
          <a:xfrm>
            <a:off x="325120" y="4121150"/>
            <a:ext cx="3079750" cy="21247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547" h="5935">
                <a:moveTo>
                  <a:pt x="3872" y="0"/>
                </a:moveTo>
                <a:cubicBezTo>
                  <a:pt x="4923" y="0"/>
                  <a:pt x="5781" y="825"/>
                  <a:pt x="5833" y="1863"/>
                </a:cubicBezTo>
                <a:lnTo>
                  <a:pt x="5835" y="1894"/>
                </a:lnTo>
                <a:lnTo>
                  <a:pt x="5860" y="1886"/>
                </a:lnTo>
                <a:cubicBezTo>
                  <a:pt x="6055" y="1826"/>
                  <a:pt x="6262" y="1793"/>
                  <a:pt x="6476" y="1793"/>
                </a:cubicBezTo>
                <a:cubicBezTo>
                  <a:pt x="7620" y="1793"/>
                  <a:pt x="8547" y="2720"/>
                  <a:pt x="8547" y="3864"/>
                </a:cubicBezTo>
                <a:cubicBezTo>
                  <a:pt x="8547" y="4972"/>
                  <a:pt x="7677" y="5877"/>
                  <a:pt x="6583" y="5932"/>
                </a:cubicBezTo>
                <a:lnTo>
                  <a:pt x="6556" y="5933"/>
                </a:lnTo>
                <a:lnTo>
                  <a:pt x="6556" y="5935"/>
                </a:lnTo>
                <a:lnTo>
                  <a:pt x="6476" y="5935"/>
                </a:lnTo>
                <a:lnTo>
                  <a:pt x="1755" y="5935"/>
                </a:lnTo>
                <a:lnTo>
                  <a:pt x="1755" y="5935"/>
                </a:lnTo>
                <a:lnTo>
                  <a:pt x="1746" y="5935"/>
                </a:lnTo>
                <a:cubicBezTo>
                  <a:pt x="781" y="5935"/>
                  <a:pt x="0" y="5154"/>
                  <a:pt x="0" y="4190"/>
                </a:cubicBezTo>
                <a:cubicBezTo>
                  <a:pt x="0" y="3225"/>
                  <a:pt x="781" y="2444"/>
                  <a:pt x="1746" y="2444"/>
                </a:cubicBezTo>
                <a:cubicBezTo>
                  <a:pt x="1821" y="2444"/>
                  <a:pt x="1895" y="2449"/>
                  <a:pt x="1968" y="2458"/>
                </a:cubicBezTo>
                <a:lnTo>
                  <a:pt x="1971" y="2458"/>
                </a:lnTo>
                <a:lnTo>
                  <a:pt x="1970" y="2455"/>
                </a:lnTo>
                <a:cubicBezTo>
                  <a:pt x="1929" y="2298"/>
                  <a:pt x="1908" y="2133"/>
                  <a:pt x="1908" y="1964"/>
                </a:cubicBezTo>
                <a:cubicBezTo>
                  <a:pt x="1908" y="879"/>
                  <a:pt x="2787" y="0"/>
                  <a:pt x="3872" y="0"/>
                </a:cubicBezTo>
                <a:close/>
              </a:path>
            </a:pathLst>
          </a:custGeom>
          <a:gradFill>
            <a:gsLst>
              <a:gs pos="0">
                <a:srgbClr val="FF8933">
                  <a:alpha val="58000"/>
                </a:srgbClr>
              </a:gs>
              <a:gs pos="97000">
                <a:srgbClr val="FF8933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1" name="图片 20" descr="微信图片_20221116002208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3175" y="635"/>
            <a:ext cx="12188825" cy="6844030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635" y="635"/>
            <a:ext cx="12192000" cy="6878955"/>
          </a:xfrm>
          <a:prstGeom prst="rect">
            <a:avLst/>
          </a:prstGeom>
          <a:gradFill>
            <a:gsLst>
              <a:gs pos="100000">
                <a:srgbClr val="151E2F">
                  <a:alpha val="0"/>
                </a:srgbClr>
              </a:gs>
              <a:gs pos="54000">
                <a:srgbClr val="070D1A">
                  <a:alpha val="51000"/>
                </a:srgbClr>
              </a:gs>
              <a:gs pos="0">
                <a:srgbClr val="070D1A"/>
              </a:gs>
            </a:gsLst>
            <a:lin ang="3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7426325" y="2075815"/>
            <a:ext cx="9389745" cy="9389745"/>
          </a:xfrm>
          <a:prstGeom prst="ellipse">
            <a:avLst/>
          </a:prstGeom>
          <a:gradFill rotWithShape="0">
            <a:gsLst>
              <a:gs pos="0">
                <a:srgbClr val="FE6608">
                  <a:alpha val="11000"/>
                  <a:lumMod val="99000"/>
                  <a:lumOff val="1000"/>
                </a:srgbClr>
              </a:gs>
              <a:gs pos="100000">
                <a:srgbClr val="FE6B00">
                  <a:alpha val="0"/>
                </a:srgbClr>
              </a:gs>
            </a:gsLst>
            <a:lin ang="55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9395460" y="4044950"/>
            <a:ext cx="5111750" cy="5111750"/>
          </a:xfrm>
          <a:prstGeom prst="ellipse">
            <a:avLst/>
          </a:prstGeom>
          <a:gradFill rotWithShape="0">
            <a:gsLst>
              <a:gs pos="0">
                <a:srgbClr val="FE6608">
                  <a:alpha val="20000"/>
                  <a:lumMod val="99000"/>
                  <a:lumOff val="1000"/>
                </a:srgbClr>
              </a:gs>
              <a:gs pos="100000">
                <a:srgbClr val="FE6B00">
                  <a:alpha val="0"/>
                </a:srgbClr>
              </a:gs>
            </a:gsLst>
            <a:lin ang="55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248140" y="-2618105"/>
            <a:ext cx="5518150" cy="5518150"/>
          </a:xfrm>
          <a:prstGeom prst="ellipse">
            <a:avLst/>
          </a:prstGeom>
          <a:gradFill rotWithShape="0">
            <a:gsLst>
              <a:gs pos="0">
                <a:srgbClr val="FE6608">
                  <a:alpha val="70000"/>
                  <a:lumMod val="99000"/>
                  <a:lumOff val="1000"/>
                </a:srgbClr>
              </a:gs>
              <a:gs pos="40000">
                <a:srgbClr val="FE6B00"/>
              </a:gs>
            </a:gsLst>
            <a:lin ang="19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 descr="logo新组合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10662920" y="439912"/>
            <a:ext cx="1223010" cy="408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78955"/>
          </a:xfrm>
          <a:prstGeom prst="rect">
            <a:avLst/>
          </a:prstGeom>
          <a:blipFill rotWithShape="1">
            <a:blip r:embed="rId3">
              <a:alphaModFix amt="37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-3175" y="-11430"/>
            <a:ext cx="12211685" cy="6878955"/>
          </a:xfrm>
          <a:prstGeom prst="rect">
            <a:avLst/>
          </a:prstGeom>
          <a:gradFill>
            <a:gsLst>
              <a:gs pos="100000">
                <a:srgbClr val="151E2F">
                  <a:alpha val="77000"/>
                </a:srgbClr>
              </a:gs>
              <a:gs pos="27000">
                <a:srgbClr val="070D1A">
                  <a:alpha val="100000"/>
                </a:srgb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407035" y="383540"/>
            <a:ext cx="773430" cy="773430"/>
            <a:chOff x="641" y="712"/>
            <a:chExt cx="1218" cy="1218"/>
          </a:xfrm>
        </p:grpSpPr>
        <p:sp>
          <p:nvSpPr>
            <p:cNvPr id="9" name="椭圆 8"/>
            <p:cNvSpPr/>
            <p:nvPr/>
          </p:nvSpPr>
          <p:spPr>
            <a:xfrm>
              <a:off x="641" y="712"/>
              <a:ext cx="1218" cy="1218"/>
            </a:xfrm>
            <a:prstGeom prst="ellipse">
              <a:avLst/>
            </a:prstGeom>
            <a:solidFill>
              <a:srgbClr val="FE6608">
                <a:alpha val="58000"/>
              </a:srgbClr>
            </a:soli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207" y="895"/>
              <a:ext cx="457" cy="457"/>
            </a:xfrm>
            <a:prstGeom prst="ellipse">
              <a:avLst/>
            </a:prstGeom>
            <a:solidFill>
              <a:srgbClr val="FE66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11" name="图片 10" descr="logo新组合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10662920" y="439912"/>
            <a:ext cx="1223010" cy="40894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1180506" y="383397"/>
            <a:ext cx="752933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100" dirty="0">
                <a:solidFill>
                  <a:srgbClr val="FFFFFF"/>
                </a:solidFill>
                <a:latin typeface="微软雅黑" panose="020B0503020204020204" charset="-122"/>
                <a:cs typeface="Times New Roman" panose="02020603050405020304" pitchFamily="18" charset="0"/>
                <a:sym typeface="+mn-ea"/>
              </a:rPr>
              <a:t>挑战一：医院终端建设与运维管理挑战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logo新组合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62920" y="373380"/>
            <a:ext cx="1223010" cy="408940"/>
          </a:xfrm>
          <a:prstGeom prst="rect">
            <a:avLst/>
          </a:prstGeom>
        </p:spPr>
      </p:pic>
      <p:pic>
        <p:nvPicPr>
          <p:cNvPr id="11" name="图片 10" descr="ede6bd5d405603d9ccc06b84e526e322"/>
          <p:cNvPicPr>
            <a:picLocks noChangeAspect="1"/>
          </p:cNvPicPr>
          <p:nvPr userDrawn="1"/>
        </p:nvPicPr>
        <p:blipFill>
          <a:blip r:embed="rId4" cstate="hqprint"/>
          <a:srcRect t="-675"/>
          <a:stretch>
            <a:fillRect/>
          </a:stretch>
        </p:blipFill>
        <p:spPr>
          <a:xfrm>
            <a:off x="0" y="-46355"/>
            <a:ext cx="12206605" cy="691515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-3176" y="-20955"/>
            <a:ext cx="12211685" cy="6878955"/>
          </a:xfrm>
          <a:prstGeom prst="rect">
            <a:avLst/>
          </a:prstGeom>
          <a:gradFill>
            <a:gsLst>
              <a:gs pos="100000">
                <a:srgbClr val="151E2F">
                  <a:alpha val="56000"/>
                </a:srgbClr>
              </a:gs>
              <a:gs pos="27000">
                <a:srgbClr val="070D1A">
                  <a:alpha val="100000"/>
                </a:srgb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 descr="logo新组合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screen"/>
          <a:stretch>
            <a:fillRect/>
          </a:stretch>
        </p:blipFill>
        <p:spPr>
          <a:xfrm>
            <a:off x="10662920" y="439912"/>
            <a:ext cx="1223010" cy="408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 userDrawn="1"/>
        </p:nvSpPr>
        <p:spPr>
          <a:xfrm>
            <a:off x="0" y="0"/>
            <a:ext cx="12192000" cy="6878955"/>
          </a:xfrm>
          <a:prstGeom prst="rect">
            <a:avLst/>
          </a:prstGeom>
          <a:blipFill rotWithShape="1">
            <a:blip r:embed="rId2">
              <a:alphaModFix amt="9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6" name="图片 5" descr="logo新组合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62920" y="441960"/>
            <a:ext cx="1223010" cy="408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微信图片_2022111600220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4605" y="0"/>
            <a:ext cx="12177395" cy="6878955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0" y="-20955"/>
            <a:ext cx="12211685" cy="6878955"/>
          </a:xfrm>
          <a:prstGeom prst="rect">
            <a:avLst/>
          </a:prstGeom>
          <a:gradFill>
            <a:gsLst>
              <a:gs pos="100000">
                <a:srgbClr val="151E2F">
                  <a:alpha val="0"/>
                </a:srgbClr>
              </a:gs>
              <a:gs pos="54000">
                <a:srgbClr val="070D1A">
                  <a:alpha val="51000"/>
                </a:srgbClr>
              </a:gs>
              <a:gs pos="0">
                <a:srgbClr val="070D1A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669405" y="-8174355"/>
            <a:ext cx="16323310" cy="16323310"/>
          </a:xfrm>
          <a:prstGeom prst="ellipse">
            <a:avLst/>
          </a:prstGeom>
          <a:gradFill rotWithShape="0">
            <a:gsLst>
              <a:gs pos="0">
                <a:srgbClr val="FE6608">
                  <a:alpha val="0"/>
                  <a:lumMod val="99000"/>
                  <a:lumOff val="1000"/>
                </a:srgbClr>
              </a:gs>
              <a:gs pos="34000">
                <a:srgbClr val="FE6B00"/>
              </a:gs>
            </a:gsLst>
            <a:lin ang="134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" name="任意多边形 28"/>
          <p:cNvSpPr/>
          <p:nvPr userDrawn="1"/>
        </p:nvSpPr>
        <p:spPr>
          <a:xfrm>
            <a:off x="3501390" y="-175260"/>
            <a:ext cx="5738495" cy="398462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547" h="5935">
                <a:moveTo>
                  <a:pt x="3872" y="0"/>
                </a:moveTo>
                <a:cubicBezTo>
                  <a:pt x="4923" y="0"/>
                  <a:pt x="5781" y="825"/>
                  <a:pt x="5833" y="1863"/>
                </a:cubicBezTo>
                <a:lnTo>
                  <a:pt x="5835" y="1894"/>
                </a:lnTo>
                <a:lnTo>
                  <a:pt x="5860" y="1886"/>
                </a:lnTo>
                <a:cubicBezTo>
                  <a:pt x="6055" y="1826"/>
                  <a:pt x="6262" y="1793"/>
                  <a:pt x="6476" y="1793"/>
                </a:cubicBezTo>
                <a:cubicBezTo>
                  <a:pt x="7620" y="1793"/>
                  <a:pt x="8547" y="2720"/>
                  <a:pt x="8547" y="3864"/>
                </a:cubicBezTo>
                <a:cubicBezTo>
                  <a:pt x="8547" y="4972"/>
                  <a:pt x="7677" y="5877"/>
                  <a:pt x="6583" y="5932"/>
                </a:cubicBezTo>
                <a:lnTo>
                  <a:pt x="6556" y="5933"/>
                </a:lnTo>
                <a:lnTo>
                  <a:pt x="6556" y="5935"/>
                </a:lnTo>
                <a:lnTo>
                  <a:pt x="6476" y="5935"/>
                </a:lnTo>
                <a:lnTo>
                  <a:pt x="1755" y="5935"/>
                </a:lnTo>
                <a:lnTo>
                  <a:pt x="1755" y="5935"/>
                </a:lnTo>
                <a:lnTo>
                  <a:pt x="1746" y="5935"/>
                </a:lnTo>
                <a:cubicBezTo>
                  <a:pt x="781" y="5935"/>
                  <a:pt x="0" y="5154"/>
                  <a:pt x="0" y="4190"/>
                </a:cubicBezTo>
                <a:cubicBezTo>
                  <a:pt x="0" y="3225"/>
                  <a:pt x="781" y="2444"/>
                  <a:pt x="1746" y="2444"/>
                </a:cubicBezTo>
                <a:cubicBezTo>
                  <a:pt x="1821" y="2444"/>
                  <a:pt x="1895" y="2449"/>
                  <a:pt x="1968" y="2458"/>
                </a:cubicBezTo>
                <a:lnTo>
                  <a:pt x="1971" y="2458"/>
                </a:lnTo>
                <a:lnTo>
                  <a:pt x="1970" y="2455"/>
                </a:lnTo>
                <a:cubicBezTo>
                  <a:pt x="1929" y="2298"/>
                  <a:pt x="1908" y="2133"/>
                  <a:pt x="1908" y="1964"/>
                </a:cubicBezTo>
                <a:cubicBezTo>
                  <a:pt x="1908" y="879"/>
                  <a:pt x="2787" y="0"/>
                  <a:pt x="3872" y="0"/>
                </a:cubicBezTo>
                <a:close/>
              </a:path>
            </a:pathLst>
          </a:custGeom>
          <a:gradFill>
            <a:gsLst>
              <a:gs pos="0">
                <a:srgbClr val="FF8933">
                  <a:alpha val="4000"/>
                </a:srgbClr>
              </a:gs>
              <a:gs pos="97000">
                <a:srgbClr val="FF8933">
                  <a:alpha val="72000"/>
                </a:srgbClr>
              </a:gs>
            </a:gsLst>
            <a:lin ang="134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" name="同心圆 25"/>
          <p:cNvSpPr/>
          <p:nvPr userDrawn="1"/>
        </p:nvSpPr>
        <p:spPr>
          <a:xfrm>
            <a:off x="-462280" y="3809365"/>
            <a:ext cx="4277360" cy="4277360"/>
          </a:xfrm>
          <a:prstGeom prst="donut">
            <a:avLst/>
          </a:prstGeom>
          <a:solidFill>
            <a:srgbClr val="FF8933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微信图片_2022111600265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0" y="0"/>
            <a:ext cx="4642485" cy="6858000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635" y="-20955"/>
            <a:ext cx="4641850" cy="6878955"/>
          </a:xfrm>
          <a:prstGeom prst="rect">
            <a:avLst/>
          </a:prstGeom>
          <a:gradFill>
            <a:gsLst>
              <a:gs pos="100000">
                <a:srgbClr val="151E2F">
                  <a:alpha val="0"/>
                </a:srgbClr>
              </a:gs>
              <a:gs pos="54000">
                <a:srgbClr val="070D1A">
                  <a:alpha val="51000"/>
                </a:srgbClr>
              </a:gs>
              <a:gs pos="0">
                <a:srgbClr val="070D1A"/>
              </a:gs>
            </a:gsLst>
            <a:lin ang="3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-2508885" y="852170"/>
            <a:ext cx="5275580" cy="5275580"/>
          </a:xfrm>
          <a:prstGeom prst="ellipse">
            <a:avLst/>
          </a:prstGeom>
          <a:gradFill rotWithShape="0">
            <a:gsLst>
              <a:gs pos="0">
                <a:srgbClr val="FE6608">
                  <a:alpha val="87000"/>
                  <a:lumMod val="99000"/>
                  <a:lumOff val="1000"/>
                </a:srgbClr>
              </a:gs>
              <a:gs pos="59000">
                <a:srgbClr val="FE6B00"/>
              </a:gs>
            </a:gsLst>
            <a:lin ang="134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325120" y="2845118"/>
            <a:ext cx="1888490" cy="1167765"/>
            <a:chOff x="512" y="4600"/>
            <a:chExt cx="2974" cy="1839"/>
          </a:xfrm>
        </p:grpSpPr>
        <p:sp>
          <p:nvSpPr>
            <p:cNvPr id="109" name="TextBox 58"/>
            <p:cNvSpPr txBox="1"/>
            <p:nvPr/>
          </p:nvSpPr>
          <p:spPr>
            <a:xfrm>
              <a:off x="512" y="4600"/>
              <a:ext cx="1906" cy="1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4000" dirty="0">
                  <a:solidFill>
                    <a:srgbClr val="FFFFFF"/>
                  </a:solidFill>
                  <a:latin typeface="Lifeline JL" panose="00000400000000000000" pitchFamily="2" charset="0"/>
                </a:rPr>
                <a:t>目录</a:t>
              </a:r>
            </a:p>
          </p:txBody>
        </p:sp>
        <p:sp>
          <p:nvSpPr>
            <p:cNvPr id="110" name="TextBox 58"/>
            <p:cNvSpPr txBox="1"/>
            <p:nvPr/>
          </p:nvSpPr>
          <p:spPr>
            <a:xfrm>
              <a:off x="512" y="5715"/>
              <a:ext cx="2974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sz="2400" b="1" dirty="0">
                  <a:solidFill>
                    <a:srgbClr val="FFFFFF"/>
                  </a:solidFill>
                  <a:latin typeface="微软雅黑" panose="020B0503020204020204" charset="-122"/>
                </a:rPr>
                <a:t>CONTENTS</a:t>
              </a:r>
            </a:p>
          </p:txBody>
        </p:sp>
      </p:grpSp>
      <p:pic>
        <p:nvPicPr>
          <p:cNvPr id="12" name="图片 11" descr="logo新组合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62920" y="441960"/>
            <a:ext cx="1223010" cy="408940"/>
          </a:xfrm>
          <a:prstGeom prst="rect">
            <a:avLst/>
          </a:prstGeom>
        </p:spPr>
      </p:pic>
      <p:sp>
        <p:nvSpPr>
          <p:cNvPr id="29" name="任意多边形 28"/>
          <p:cNvSpPr/>
          <p:nvPr userDrawn="1"/>
        </p:nvSpPr>
        <p:spPr>
          <a:xfrm>
            <a:off x="325120" y="4121150"/>
            <a:ext cx="3079750" cy="21247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547" h="5935">
                <a:moveTo>
                  <a:pt x="3872" y="0"/>
                </a:moveTo>
                <a:cubicBezTo>
                  <a:pt x="4923" y="0"/>
                  <a:pt x="5781" y="825"/>
                  <a:pt x="5833" y="1863"/>
                </a:cubicBezTo>
                <a:lnTo>
                  <a:pt x="5835" y="1894"/>
                </a:lnTo>
                <a:lnTo>
                  <a:pt x="5860" y="1886"/>
                </a:lnTo>
                <a:cubicBezTo>
                  <a:pt x="6055" y="1826"/>
                  <a:pt x="6262" y="1793"/>
                  <a:pt x="6476" y="1793"/>
                </a:cubicBezTo>
                <a:cubicBezTo>
                  <a:pt x="7620" y="1793"/>
                  <a:pt x="8547" y="2720"/>
                  <a:pt x="8547" y="3864"/>
                </a:cubicBezTo>
                <a:cubicBezTo>
                  <a:pt x="8547" y="4972"/>
                  <a:pt x="7677" y="5877"/>
                  <a:pt x="6583" y="5932"/>
                </a:cubicBezTo>
                <a:lnTo>
                  <a:pt x="6556" y="5933"/>
                </a:lnTo>
                <a:lnTo>
                  <a:pt x="6556" y="5935"/>
                </a:lnTo>
                <a:lnTo>
                  <a:pt x="6476" y="5935"/>
                </a:lnTo>
                <a:lnTo>
                  <a:pt x="1755" y="5935"/>
                </a:lnTo>
                <a:lnTo>
                  <a:pt x="1755" y="5935"/>
                </a:lnTo>
                <a:lnTo>
                  <a:pt x="1746" y="5935"/>
                </a:lnTo>
                <a:cubicBezTo>
                  <a:pt x="781" y="5935"/>
                  <a:pt x="0" y="5154"/>
                  <a:pt x="0" y="4190"/>
                </a:cubicBezTo>
                <a:cubicBezTo>
                  <a:pt x="0" y="3225"/>
                  <a:pt x="781" y="2444"/>
                  <a:pt x="1746" y="2444"/>
                </a:cubicBezTo>
                <a:cubicBezTo>
                  <a:pt x="1821" y="2444"/>
                  <a:pt x="1895" y="2449"/>
                  <a:pt x="1968" y="2458"/>
                </a:cubicBezTo>
                <a:lnTo>
                  <a:pt x="1971" y="2458"/>
                </a:lnTo>
                <a:lnTo>
                  <a:pt x="1970" y="2455"/>
                </a:lnTo>
                <a:cubicBezTo>
                  <a:pt x="1929" y="2298"/>
                  <a:pt x="1908" y="2133"/>
                  <a:pt x="1908" y="1964"/>
                </a:cubicBezTo>
                <a:cubicBezTo>
                  <a:pt x="1908" y="879"/>
                  <a:pt x="2787" y="0"/>
                  <a:pt x="3872" y="0"/>
                </a:cubicBezTo>
                <a:close/>
              </a:path>
            </a:pathLst>
          </a:custGeom>
          <a:gradFill>
            <a:gsLst>
              <a:gs pos="0">
                <a:srgbClr val="FF8933">
                  <a:alpha val="58000"/>
                </a:srgbClr>
              </a:gs>
              <a:gs pos="97000">
                <a:srgbClr val="FF8933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1" name="图片 20" descr="微信图片_20221116002208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3175" y="635"/>
            <a:ext cx="12188825" cy="6844030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635" y="635"/>
            <a:ext cx="12192000" cy="6878955"/>
          </a:xfrm>
          <a:prstGeom prst="rect">
            <a:avLst/>
          </a:prstGeom>
          <a:gradFill>
            <a:gsLst>
              <a:gs pos="100000">
                <a:srgbClr val="151E2F">
                  <a:alpha val="0"/>
                </a:srgbClr>
              </a:gs>
              <a:gs pos="54000">
                <a:srgbClr val="070D1A">
                  <a:alpha val="51000"/>
                </a:srgbClr>
              </a:gs>
              <a:gs pos="0">
                <a:srgbClr val="070D1A"/>
              </a:gs>
            </a:gsLst>
            <a:lin ang="3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7426325" y="2075815"/>
            <a:ext cx="9389745" cy="9389745"/>
          </a:xfrm>
          <a:prstGeom prst="ellipse">
            <a:avLst/>
          </a:prstGeom>
          <a:gradFill rotWithShape="0">
            <a:gsLst>
              <a:gs pos="0">
                <a:srgbClr val="FE6608">
                  <a:alpha val="11000"/>
                  <a:lumMod val="99000"/>
                  <a:lumOff val="1000"/>
                </a:srgbClr>
              </a:gs>
              <a:gs pos="100000">
                <a:srgbClr val="FE6B00">
                  <a:alpha val="0"/>
                </a:srgbClr>
              </a:gs>
            </a:gsLst>
            <a:lin ang="55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9395460" y="4044950"/>
            <a:ext cx="5111750" cy="5111750"/>
          </a:xfrm>
          <a:prstGeom prst="ellipse">
            <a:avLst/>
          </a:prstGeom>
          <a:gradFill rotWithShape="0">
            <a:gsLst>
              <a:gs pos="0">
                <a:srgbClr val="FE6608">
                  <a:alpha val="20000"/>
                  <a:lumMod val="99000"/>
                  <a:lumOff val="1000"/>
                </a:srgbClr>
              </a:gs>
              <a:gs pos="100000">
                <a:srgbClr val="FE6B00">
                  <a:alpha val="0"/>
                </a:srgbClr>
              </a:gs>
            </a:gsLst>
            <a:lin ang="55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248140" y="-2618105"/>
            <a:ext cx="5518150" cy="5518150"/>
          </a:xfrm>
          <a:prstGeom prst="ellipse">
            <a:avLst/>
          </a:prstGeom>
          <a:gradFill rotWithShape="0">
            <a:gsLst>
              <a:gs pos="0">
                <a:srgbClr val="FE6608">
                  <a:alpha val="70000"/>
                  <a:lumMod val="99000"/>
                  <a:lumOff val="1000"/>
                </a:srgbClr>
              </a:gs>
              <a:gs pos="40000">
                <a:srgbClr val="FE6B00"/>
              </a:gs>
            </a:gsLst>
            <a:lin ang="19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 descr="logo新组合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10662920" y="439912"/>
            <a:ext cx="1223010" cy="408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78955"/>
          </a:xfrm>
          <a:prstGeom prst="rect">
            <a:avLst/>
          </a:prstGeom>
          <a:blipFill rotWithShape="1">
            <a:blip r:embed="rId3">
              <a:alphaModFix amt="37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-3175" y="-11430"/>
            <a:ext cx="12211685" cy="6878955"/>
          </a:xfrm>
          <a:prstGeom prst="rect">
            <a:avLst/>
          </a:prstGeom>
          <a:gradFill>
            <a:gsLst>
              <a:gs pos="100000">
                <a:srgbClr val="151E2F">
                  <a:alpha val="77000"/>
                </a:srgbClr>
              </a:gs>
              <a:gs pos="27000">
                <a:srgbClr val="070D1A">
                  <a:alpha val="100000"/>
                </a:srgb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407035" y="383540"/>
            <a:ext cx="773430" cy="773430"/>
            <a:chOff x="641" y="712"/>
            <a:chExt cx="1218" cy="1218"/>
          </a:xfrm>
        </p:grpSpPr>
        <p:sp>
          <p:nvSpPr>
            <p:cNvPr id="9" name="椭圆 8"/>
            <p:cNvSpPr/>
            <p:nvPr/>
          </p:nvSpPr>
          <p:spPr>
            <a:xfrm>
              <a:off x="641" y="712"/>
              <a:ext cx="1218" cy="1218"/>
            </a:xfrm>
            <a:prstGeom prst="ellipse">
              <a:avLst/>
            </a:prstGeom>
            <a:solidFill>
              <a:srgbClr val="FE6608">
                <a:alpha val="58000"/>
              </a:srgbClr>
            </a:soli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207" y="895"/>
              <a:ext cx="457" cy="457"/>
            </a:xfrm>
            <a:prstGeom prst="ellipse">
              <a:avLst/>
            </a:prstGeom>
            <a:solidFill>
              <a:srgbClr val="FE66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11" name="图片 10" descr="logo新组合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10662920" y="439912"/>
            <a:ext cx="1223010" cy="40894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1180506" y="383397"/>
            <a:ext cx="752933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100" dirty="0">
                <a:solidFill>
                  <a:srgbClr val="FFFFFF"/>
                </a:solidFill>
                <a:latin typeface="微软雅黑" panose="020B0503020204020204" charset="-122"/>
                <a:cs typeface="Times New Roman" panose="02020603050405020304" pitchFamily="18" charset="0"/>
                <a:sym typeface="+mn-ea"/>
              </a:rPr>
              <a:t>挑战一：医院终端建设与运维管理挑战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logo新组合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662920" y="373380"/>
            <a:ext cx="1223010" cy="408940"/>
          </a:xfrm>
          <a:prstGeom prst="rect">
            <a:avLst/>
          </a:prstGeom>
        </p:spPr>
      </p:pic>
      <p:pic>
        <p:nvPicPr>
          <p:cNvPr id="11" name="图片 10" descr="ede6bd5d405603d9ccc06b84e526e322"/>
          <p:cNvPicPr>
            <a:picLocks noChangeAspect="1"/>
          </p:cNvPicPr>
          <p:nvPr userDrawn="1"/>
        </p:nvPicPr>
        <p:blipFill>
          <a:blip r:embed="rId3" cstate="hqprint"/>
          <a:srcRect t="-675"/>
          <a:stretch>
            <a:fillRect/>
          </a:stretch>
        </p:blipFill>
        <p:spPr>
          <a:xfrm>
            <a:off x="0" y="-46355"/>
            <a:ext cx="12206605" cy="691515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-3175" y="-11430"/>
            <a:ext cx="12211685" cy="6878955"/>
          </a:xfrm>
          <a:prstGeom prst="rect">
            <a:avLst/>
          </a:prstGeom>
          <a:gradFill>
            <a:gsLst>
              <a:gs pos="100000">
                <a:srgbClr val="151E2F">
                  <a:alpha val="56000"/>
                </a:srgbClr>
              </a:gs>
              <a:gs pos="27000">
                <a:srgbClr val="070D1A">
                  <a:alpha val="100000"/>
                </a:srgb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3" name="图片 12" descr="logo新组合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662920" y="439912"/>
            <a:ext cx="1223010" cy="408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 userDrawn="1"/>
        </p:nvSpPr>
        <p:spPr>
          <a:xfrm>
            <a:off x="0" y="0"/>
            <a:ext cx="12192000" cy="6878955"/>
          </a:xfrm>
          <a:prstGeom prst="rect">
            <a:avLst/>
          </a:prstGeom>
          <a:blipFill rotWithShape="1">
            <a:blip r:embed="rId2">
              <a:alphaModFix amt="9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6" name="图片 5" descr="logo新组合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62920" y="441960"/>
            <a:ext cx="1223010" cy="408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3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3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3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hyperlink" Target="https://mirrors.hust.edu.cn/openeuler/openEuler-22.03-LTS-SP4/ISO/x86_64/openEuler-22.03-LTS-SP4-x86_64-dvd.iso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5974" y="2503984"/>
            <a:ext cx="8179979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Tx/>
            </a:pPr>
            <a:r>
              <a:rPr lang="zh-CN" altLang="en-US" sz="44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医疗双网办公虚拟桌面试点说明</a:t>
            </a:r>
            <a:endParaRPr lang="en-US" altLang="zh-CN" sz="44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圆角矩形 13"/>
          <p:cNvSpPr/>
          <p:nvPr/>
        </p:nvSpPr>
        <p:spPr>
          <a:xfrm>
            <a:off x="1206450" y="5989794"/>
            <a:ext cx="2911894" cy="34283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5F15">
                  <a:alpha val="0"/>
                </a:srgbClr>
              </a:gs>
              <a:gs pos="81000">
                <a:srgbClr val="111C38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89151" y="6007322"/>
            <a:ext cx="2646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武汉噢易云计算股份有限公司</a:t>
            </a:r>
            <a:endParaRPr lang="zh-CN" altLang="en-US" sz="1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F256851D-1E18-9343-51AB-C0D2A157A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267" y="1105443"/>
            <a:ext cx="7250627" cy="5693344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506082" y="175601"/>
            <a:ext cx="6706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方案试点场景一：院外接入医院内网虚拟桌面</a:t>
            </a: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521457" y="893"/>
            <a:ext cx="0" cy="574712"/>
          </a:xfrm>
          <a:prstGeom prst="line">
            <a:avLst/>
          </a:prstGeom>
          <a:ln w="19050">
            <a:solidFill>
              <a:srgbClr val="EB632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C154591-93FE-C56C-E83C-697B04D49141}"/>
              </a:ext>
            </a:extLst>
          </p:cNvPr>
          <p:cNvCxnSpPr/>
          <p:nvPr/>
        </p:nvCxnSpPr>
        <p:spPr>
          <a:xfrm>
            <a:off x="8315560" y="1153768"/>
            <a:ext cx="0" cy="4823280"/>
          </a:xfrm>
          <a:prstGeom prst="line">
            <a:avLst/>
          </a:prstGeom>
          <a:noFill/>
          <a:ln w="9525"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34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</a:ln>
          <a:effectLst>
            <a:glow rad="127000">
              <a:srgbClr val="070D1B">
                <a:alpha val="5000"/>
              </a:srgbClr>
            </a:glow>
          </a:effectLst>
        </p:spPr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9CFE6DF-5F44-D497-2B4D-B48F8E8A5140}"/>
              </a:ext>
            </a:extLst>
          </p:cNvPr>
          <p:cNvGrpSpPr/>
          <p:nvPr/>
        </p:nvGrpSpPr>
        <p:grpSpPr>
          <a:xfrm>
            <a:off x="868141" y="1267788"/>
            <a:ext cx="6980245" cy="4104312"/>
            <a:chOff x="236384" y="1420188"/>
            <a:chExt cx="7882385" cy="4290439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9D5327C-76A2-81D7-43F6-BBB6D6378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384" y="1420188"/>
              <a:ext cx="7882385" cy="4290439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F901A54-F315-A2A7-E1D5-AC85513F8106}"/>
                </a:ext>
              </a:extLst>
            </p:cNvPr>
            <p:cNvSpPr txBox="1"/>
            <p:nvPr/>
          </p:nvSpPr>
          <p:spPr>
            <a:xfrm>
              <a:off x="2446101" y="1538938"/>
              <a:ext cx="3452371" cy="5469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rgbClr val="171D2A"/>
                  </a:solidFill>
                  <a:effectLst>
                    <a:glow rad="228600">
                      <a:schemeClr val="accent4">
                        <a:satMod val="175000"/>
                        <a:alpha val="40000"/>
                      </a:schemeClr>
                    </a:glow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外网本地电脑桌面</a:t>
              </a: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A17B1153-B040-B86E-4DD7-360BA9395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56462" y="2198092"/>
              <a:ext cx="4842226" cy="2960628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4D442B9-7190-AB9B-83EC-95E3787300A5}"/>
                </a:ext>
              </a:extLst>
            </p:cNvPr>
            <p:cNvSpPr txBox="1"/>
            <p:nvPr/>
          </p:nvSpPr>
          <p:spPr>
            <a:xfrm>
              <a:off x="2906127" y="3303797"/>
              <a:ext cx="2641412" cy="5469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glow rad="228600">
                      <a:schemeClr val="accent4">
                        <a:satMod val="175000"/>
                        <a:alpha val="40000"/>
                      </a:schemeClr>
                    </a:glow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内网虚拟桌面</a:t>
              </a:r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B818D8C4-3E48-EC46-364F-698074974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0603" y="1140286"/>
            <a:ext cx="3362771" cy="3729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主要使用场景：</a:t>
            </a:r>
            <a:endParaRPr kumimoji="0" lang="zh-CN" altLang="zh-CN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1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、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院领导/部分行政人员一机双网办公，替代一台内网电脑；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>
                <a:latin typeface="+mn-ea"/>
                <a:cs typeface="Calibri" panose="020F0502020204030204" pitchFamily="34" charset="0"/>
              </a:rPr>
              <a:t>2</a:t>
            </a:r>
            <a:r>
              <a:rPr lang="zh-CN" altLang="en-US" sz="1200" dirty="0">
                <a:latin typeface="+mn-ea"/>
                <a:cs typeface="Calibri" panose="020F0502020204030204" pitchFamily="34" charset="0"/>
              </a:rPr>
              <a:t>、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临时性的院外阅片和电子病历撰写；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(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给领导看病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/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出差交流学习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)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>
                <a:latin typeface="+mn-ea"/>
                <a:cs typeface="Calibri" panose="020F0502020204030204" pitchFamily="34" charset="0"/>
              </a:rPr>
              <a:t>3</a:t>
            </a:r>
            <a:r>
              <a:rPr lang="zh-CN" altLang="en-US" sz="1200" dirty="0">
                <a:latin typeface="+mn-ea"/>
                <a:cs typeface="Calibri" panose="020F0502020204030204" pitchFamily="34" charset="0"/>
              </a:rPr>
              <a:t>、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医保飞检、三甲复评、电子病历/互联互通/智慧医院评级外部评审专家工作机；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>
                <a:latin typeface="+mn-ea"/>
                <a:cs typeface="Calibri" panose="020F0502020204030204" pitchFamily="34" charset="0"/>
              </a:rPr>
              <a:t>4</a:t>
            </a:r>
            <a:r>
              <a:rPr lang="zh-CN" altLang="en-US" sz="1200" dirty="0">
                <a:latin typeface="+mn-ea"/>
                <a:cs typeface="Calibri" panose="020F0502020204030204" pitchFamily="34" charset="0"/>
              </a:rPr>
              <a:t>、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信息科外包团队远程接入跳板机(可使用共享桌面)；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>
                <a:latin typeface="+mn-ea"/>
                <a:cs typeface="Calibri" panose="020F0502020204030204" pitchFamily="34" charset="0"/>
              </a:rPr>
              <a:t>5</a:t>
            </a:r>
            <a:r>
              <a:rPr lang="zh-CN" altLang="en-US" sz="1200" dirty="0">
                <a:latin typeface="+mn-ea"/>
                <a:cs typeface="Calibri" panose="020F0502020204030204" pitchFamily="34" charset="0"/>
              </a:rPr>
              <a:t>、医生</a:t>
            </a:r>
            <a:r>
              <a:rPr lang="en-US" altLang="zh-CN" sz="1200" dirty="0">
                <a:latin typeface="+mn-ea"/>
                <a:cs typeface="Calibri" panose="020F0502020204030204" pitchFamily="34" charset="0"/>
              </a:rPr>
              <a:t>/</a:t>
            </a:r>
            <a:r>
              <a:rPr lang="zh-CN" altLang="en-US" sz="1200" dirty="0">
                <a:latin typeface="+mn-ea"/>
                <a:cs typeface="Calibri" panose="020F0502020204030204" pitchFamily="34" charset="0"/>
              </a:rPr>
              <a:t>专家调阅敏感历史病例数据做科研；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3" name="直接连接符 3102">
            <a:extLst>
              <a:ext uri="{FF2B5EF4-FFF2-40B4-BE49-F238E27FC236}">
                <a16:creationId xmlns:a16="http://schemas.microsoft.com/office/drawing/2014/main" id="{E4845B5E-0E05-D023-13C9-D731FEF3A41B}"/>
              </a:ext>
            </a:extLst>
          </p:cNvPr>
          <p:cNvCxnSpPr>
            <a:cxnSpLocks/>
          </p:cNvCxnSpPr>
          <p:nvPr/>
        </p:nvCxnSpPr>
        <p:spPr>
          <a:xfrm>
            <a:off x="5091580" y="1136015"/>
            <a:ext cx="0" cy="56931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06082" y="175601"/>
            <a:ext cx="4992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2000" dirty="0">
                <a:solidFill>
                  <a:srgbClr val="171D2A"/>
                </a:solidFill>
              </a:rPr>
              <a:t>院外接入医院内网虚拟桌面</a:t>
            </a:r>
            <a:r>
              <a:rPr lang="en-US" altLang="zh-CN" sz="2000" dirty="0">
                <a:solidFill>
                  <a:srgbClr val="171D2A"/>
                </a:solidFill>
              </a:rPr>
              <a:t>——</a:t>
            </a:r>
            <a:r>
              <a:rPr lang="zh-CN" altLang="en-US" sz="2000" dirty="0">
                <a:solidFill>
                  <a:srgbClr val="171D2A"/>
                </a:solidFill>
              </a:rPr>
              <a:t>安全架构</a:t>
            </a: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521457" y="893"/>
            <a:ext cx="0" cy="574712"/>
          </a:xfrm>
          <a:prstGeom prst="line">
            <a:avLst/>
          </a:prstGeom>
          <a:ln w="19050">
            <a:solidFill>
              <a:srgbClr val="EB632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7" name="任意多边形: 形状 2756">
            <a:extLst>
              <a:ext uri="{FF2B5EF4-FFF2-40B4-BE49-F238E27FC236}">
                <a16:creationId xmlns:a16="http://schemas.microsoft.com/office/drawing/2014/main" id="{D6F5C5FA-AB85-7159-9D57-D3B95DA7738E}"/>
              </a:ext>
            </a:extLst>
          </p:cNvPr>
          <p:cNvSpPr/>
          <p:nvPr/>
        </p:nvSpPr>
        <p:spPr>
          <a:xfrm>
            <a:off x="2461846" y="2555631"/>
            <a:ext cx="4704862" cy="1977292"/>
          </a:xfrm>
          <a:custGeom>
            <a:avLst/>
            <a:gdLst>
              <a:gd name="connsiteX0" fmla="*/ 4282831 w 4704862"/>
              <a:gd name="connsiteY0" fmla="*/ 0 h 1977292"/>
              <a:gd name="connsiteX1" fmla="*/ 4321908 w 4704862"/>
              <a:gd name="connsiteY1" fmla="*/ 23446 h 1977292"/>
              <a:gd name="connsiteX2" fmla="*/ 4360985 w 4704862"/>
              <a:gd name="connsiteY2" fmla="*/ 54707 h 1977292"/>
              <a:gd name="connsiteX3" fmla="*/ 4407877 w 4704862"/>
              <a:gd name="connsiteY3" fmla="*/ 109415 h 1977292"/>
              <a:gd name="connsiteX4" fmla="*/ 4446954 w 4704862"/>
              <a:gd name="connsiteY4" fmla="*/ 132861 h 1977292"/>
              <a:gd name="connsiteX5" fmla="*/ 4478216 w 4704862"/>
              <a:gd name="connsiteY5" fmla="*/ 156307 h 1977292"/>
              <a:gd name="connsiteX6" fmla="*/ 4509477 w 4704862"/>
              <a:gd name="connsiteY6" fmla="*/ 171938 h 1977292"/>
              <a:gd name="connsiteX7" fmla="*/ 4572000 w 4704862"/>
              <a:gd name="connsiteY7" fmla="*/ 203200 h 1977292"/>
              <a:gd name="connsiteX8" fmla="*/ 4618892 w 4704862"/>
              <a:gd name="connsiteY8" fmla="*/ 242277 h 1977292"/>
              <a:gd name="connsiteX9" fmla="*/ 4650154 w 4704862"/>
              <a:gd name="connsiteY9" fmla="*/ 250092 h 1977292"/>
              <a:gd name="connsiteX10" fmla="*/ 4681416 w 4704862"/>
              <a:gd name="connsiteY10" fmla="*/ 312615 h 1977292"/>
              <a:gd name="connsiteX11" fmla="*/ 4689231 w 4704862"/>
              <a:gd name="connsiteY11" fmla="*/ 1273907 h 1977292"/>
              <a:gd name="connsiteX12" fmla="*/ 4697046 w 4704862"/>
              <a:gd name="connsiteY12" fmla="*/ 1305169 h 1977292"/>
              <a:gd name="connsiteX13" fmla="*/ 4704862 w 4704862"/>
              <a:gd name="connsiteY13" fmla="*/ 1328615 h 1977292"/>
              <a:gd name="connsiteX14" fmla="*/ 4697046 w 4704862"/>
              <a:gd name="connsiteY14" fmla="*/ 1899138 h 1977292"/>
              <a:gd name="connsiteX15" fmla="*/ 4673600 w 4704862"/>
              <a:gd name="connsiteY15" fmla="*/ 1930400 h 1977292"/>
              <a:gd name="connsiteX16" fmla="*/ 4595446 w 4704862"/>
              <a:gd name="connsiteY16" fmla="*/ 1977292 h 1977292"/>
              <a:gd name="connsiteX17" fmla="*/ 1742831 w 4704862"/>
              <a:gd name="connsiteY17" fmla="*/ 1969477 h 1977292"/>
              <a:gd name="connsiteX18" fmla="*/ 1656862 w 4704862"/>
              <a:gd name="connsiteY18" fmla="*/ 1961661 h 1977292"/>
              <a:gd name="connsiteX19" fmla="*/ 1555262 w 4704862"/>
              <a:gd name="connsiteY19" fmla="*/ 1953846 h 1977292"/>
              <a:gd name="connsiteX20" fmla="*/ 1414585 w 4704862"/>
              <a:gd name="connsiteY20" fmla="*/ 1938215 h 1977292"/>
              <a:gd name="connsiteX21" fmla="*/ 1000369 w 4704862"/>
              <a:gd name="connsiteY21" fmla="*/ 1930400 h 1977292"/>
              <a:gd name="connsiteX22" fmla="*/ 922216 w 4704862"/>
              <a:gd name="connsiteY22" fmla="*/ 1922584 h 1977292"/>
              <a:gd name="connsiteX23" fmla="*/ 883139 w 4704862"/>
              <a:gd name="connsiteY23" fmla="*/ 1914769 h 1977292"/>
              <a:gd name="connsiteX24" fmla="*/ 726831 w 4704862"/>
              <a:gd name="connsiteY24" fmla="*/ 1906954 h 1977292"/>
              <a:gd name="connsiteX25" fmla="*/ 679939 w 4704862"/>
              <a:gd name="connsiteY25" fmla="*/ 1836615 h 1977292"/>
              <a:gd name="connsiteX26" fmla="*/ 672123 w 4704862"/>
              <a:gd name="connsiteY26" fmla="*/ 1735015 h 1977292"/>
              <a:gd name="connsiteX27" fmla="*/ 664308 w 4704862"/>
              <a:gd name="connsiteY27" fmla="*/ 1703754 h 1977292"/>
              <a:gd name="connsiteX28" fmla="*/ 672123 w 4704862"/>
              <a:gd name="connsiteY28" fmla="*/ 1227015 h 1977292"/>
              <a:gd name="connsiteX29" fmla="*/ 695569 w 4704862"/>
              <a:gd name="connsiteY29" fmla="*/ 1141046 h 1977292"/>
              <a:gd name="connsiteX30" fmla="*/ 711200 w 4704862"/>
              <a:gd name="connsiteY30" fmla="*/ 1070707 h 1977292"/>
              <a:gd name="connsiteX31" fmla="*/ 719016 w 4704862"/>
              <a:gd name="connsiteY31" fmla="*/ 1047261 h 1977292"/>
              <a:gd name="connsiteX32" fmla="*/ 726831 w 4704862"/>
              <a:gd name="connsiteY32" fmla="*/ 1000369 h 1977292"/>
              <a:gd name="connsiteX33" fmla="*/ 711200 w 4704862"/>
              <a:gd name="connsiteY33" fmla="*/ 875323 h 1977292"/>
              <a:gd name="connsiteX34" fmla="*/ 687754 w 4704862"/>
              <a:gd name="connsiteY34" fmla="*/ 781538 h 1977292"/>
              <a:gd name="connsiteX35" fmla="*/ 664308 w 4704862"/>
              <a:gd name="connsiteY35" fmla="*/ 758092 h 1977292"/>
              <a:gd name="connsiteX36" fmla="*/ 640862 w 4704862"/>
              <a:gd name="connsiteY36" fmla="*/ 719015 h 1977292"/>
              <a:gd name="connsiteX37" fmla="*/ 586154 w 4704862"/>
              <a:gd name="connsiteY37" fmla="*/ 703384 h 1977292"/>
              <a:gd name="connsiteX38" fmla="*/ 531446 w 4704862"/>
              <a:gd name="connsiteY38" fmla="*/ 679938 h 1977292"/>
              <a:gd name="connsiteX39" fmla="*/ 453292 w 4704862"/>
              <a:gd name="connsiteY39" fmla="*/ 648677 h 1977292"/>
              <a:gd name="connsiteX40" fmla="*/ 422031 w 4704862"/>
              <a:gd name="connsiteY40" fmla="*/ 633046 h 1977292"/>
              <a:gd name="connsiteX41" fmla="*/ 351692 w 4704862"/>
              <a:gd name="connsiteY41" fmla="*/ 554892 h 1977292"/>
              <a:gd name="connsiteX42" fmla="*/ 328246 w 4704862"/>
              <a:gd name="connsiteY42" fmla="*/ 531446 h 1977292"/>
              <a:gd name="connsiteX43" fmla="*/ 296985 w 4704862"/>
              <a:gd name="connsiteY43" fmla="*/ 476738 h 1977292"/>
              <a:gd name="connsiteX44" fmla="*/ 273539 w 4704862"/>
              <a:gd name="connsiteY44" fmla="*/ 461107 h 1977292"/>
              <a:gd name="connsiteX45" fmla="*/ 257908 w 4704862"/>
              <a:gd name="connsiteY45" fmla="*/ 437661 h 1977292"/>
              <a:gd name="connsiteX46" fmla="*/ 250092 w 4704862"/>
              <a:gd name="connsiteY46" fmla="*/ 406400 h 1977292"/>
              <a:gd name="connsiteX47" fmla="*/ 218831 w 4704862"/>
              <a:gd name="connsiteY47" fmla="*/ 375138 h 1977292"/>
              <a:gd name="connsiteX48" fmla="*/ 179754 w 4704862"/>
              <a:gd name="connsiteY48" fmla="*/ 289169 h 1977292"/>
              <a:gd name="connsiteX49" fmla="*/ 148492 w 4704862"/>
              <a:gd name="connsiteY49" fmla="*/ 234461 h 1977292"/>
              <a:gd name="connsiteX50" fmla="*/ 109416 w 4704862"/>
              <a:gd name="connsiteY50" fmla="*/ 171938 h 1977292"/>
              <a:gd name="connsiteX51" fmla="*/ 85969 w 4704862"/>
              <a:gd name="connsiteY51" fmla="*/ 132861 h 1977292"/>
              <a:gd name="connsiteX52" fmla="*/ 62523 w 4704862"/>
              <a:gd name="connsiteY52" fmla="*/ 109415 h 1977292"/>
              <a:gd name="connsiteX53" fmla="*/ 54708 w 4704862"/>
              <a:gd name="connsiteY53" fmla="*/ 85969 h 1977292"/>
              <a:gd name="connsiteX54" fmla="*/ 46892 w 4704862"/>
              <a:gd name="connsiteY54" fmla="*/ 54707 h 1977292"/>
              <a:gd name="connsiteX55" fmla="*/ 23446 w 4704862"/>
              <a:gd name="connsiteY55" fmla="*/ 39077 h 1977292"/>
              <a:gd name="connsiteX56" fmla="*/ 0 w 4704862"/>
              <a:gd name="connsiteY56" fmla="*/ 7815 h 197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4704862" h="1977292">
                <a:moveTo>
                  <a:pt x="4282831" y="0"/>
                </a:moveTo>
                <a:cubicBezTo>
                  <a:pt x="4295857" y="7815"/>
                  <a:pt x="4311167" y="12705"/>
                  <a:pt x="4321908" y="23446"/>
                </a:cubicBezTo>
                <a:cubicBezTo>
                  <a:pt x="4363018" y="64556"/>
                  <a:pt x="4282747" y="35149"/>
                  <a:pt x="4360985" y="54707"/>
                </a:cubicBezTo>
                <a:cubicBezTo>
                  <a:pt x="4374569" y="72819"/>
                  <a:pt x="4389216" y="95419"/>
                  <a:pt x="4407877" y="109415"/>
                </a:cubicBezTo>
                <a:cubicBezTo>
                  <a:pt x="4420029" y="118529"/>
                  <a:pt x="4434315" y="124435"/>
                  <a:pt x="4446954" y="132861"/>
                </a:cubicBezTo>
                <a:cubicBezTo>
                  <a:pt x="4457792" y="140086"/>
                  <a:pt x="4467170" y="149403"/>
                  <a:pt x="4478216" y="156307"/>
                </a:cubicBezTo>
                <a:cubicBezTo>
                  <a:pt x="4488095" y="162482"/>
                  <a:pt x="4499362" y="166158"/>
                  <a:pt x="4509477" y="171938"/>
                </a:cubicBezTo>
                <a:cubicBezTo>
                  <a:pt x="4564105" y="203155"/>
                  <a:pt x="4495064" y="172425"/>
                  <a:pt x="4572000" y="203200"/>
                </a:cubicBezTo>
                <a:cubicBezTo>
                  <a:pt x="4586083" y="217283"/>
                  <a:pt x="4599852" y="234117"/>
                  <a:pt x="4618892" y="242277"/>
                </a:cubicBezTo>
                <a:cubicBezTo>
                  <a:pt x="4628765" y="246508"/>
                  <a:pt x="4639733" y="247487"/>
                  <a:pt x="4650154" y="250092"/>
                </a:cubicBezTo>
                <a:cubicBezTo>
                  <a:pt x="4667305" y="272961"/>
                  <a:pt x="4680945" y="282724"/>
                  <a:pt x="4681416" y="312615"/>
                </a:cubicBezTo>
                <a:cubicBezTo>
                  <a:pt x="4686462" y="633017"/>
                  <a:pt x="4684186" y="953505"/>
                  <a:pt x="4689231" y="1273907"/>
                </a:cubicBezTo>
                <a:cubicBezTo>
                  <a:pt x="4689400" y="1284647"/>
                  <a:pt x="4694095" y="1294841"/>
                  <a:pt x="4697046" y="1305169"/>
                </a:cubicBezTo>
                <a:cubicBezTo>
                  <a:pt x="4699309" y="1313090"/>
                  <a:pt x="4702257" y="1320800"/>
                  <a:pt x="4704862" y="1328615"/>
                </a:cubicBezTo>
                <a:cubicBezTo>
                  <a:pt x="4702257" y="1518789"/>
                  <a:pt x="4706913" y="1709202"/>
                  <a:pt x="4697046" y="1899138"/>
                </a:cubicBezTo>
                <a:cubicBezTo>
                  <a:pt x="4696370" y="1912146"/>
                  <a:pt x="4683336" y="1921746"/>
                  <a:pt x="4673600" y="1930400"/>
                </a:cubicBezTo>
                <a:cubicBezTo>
                  <a:pt x="4649350" y="1951955"/>
                  <a:pt x="4623456" y="1963287"/>
                  <a:pt x="4595446" y="1977292"/>
                </a:cubicBezTo>
                <a:lnTo>
                  <a:pt x="1742831" y="1969477"/>
                </a:lnTo>
                <a:cubicBezTo>
                  <a:pt x="1714057" y="1969324"/>
                  <a:pt x="1685537" y="1964051"/>
                  <a:pt x="1656862" y="1961661"/>
                </a:cubicBezTo>
                <a:lnTo>
                  <a:pt x="1555262" y="1953846"/>
                </a:lnTo>
                <a:cubicBezTo>
                  <a:pt x="1508300" y="1949301"/>
                  <a:pt x="1461758" y="1939105"/>
                  <a:pt x="1414585" y="1938215"/>
                </a:cubicBezTo>
                <a:lnTo>
                  <a:pt x="1000369" y="1930400"/>
                </a:lnTo>
                <a:cubicBezTo>
                  <a:pt x="974318" y="1927795"/>
                  <a:pt x="948167" y="1926044"/>
                  <a:pt x="922216" y="1922584"/>
                </a:cubicBezTo>
                <a:cubicBezTo>
                  <a:pt x="909049" y="1920828"/>
                  <a:pt x="896380" y="1915828"/>
                  <a:pt x="883139" y="1914769"/>
                </a:cubicBezTo>
                <a:cubicBezTo>
                  <a:pt x="831137" y="1910609"/>
                  <a:pt x="778934" y="1909559"/>
                  <a:pt x="726831" y="1906954"/>
                </a:cubicBezTo>
                <a:cubicBezTo>
                  <a:pt x="717401" y="1894381"/>
                  <a:pt x="683112" y="1850895"/>
                  <a:pt x="679939" y="1836615"/>
                </a:cubicBezTo>
                <a:cubicBezTo>
                  <a:pt x="672570" y="1803457"/>
                  <a:pt x="676092" y="1768749"/>
                  <a:pt x="672123" y="1735015"/>
                </a:cubicBezTo>
                <a:cubicBezTo>
                  <a:pt x="670868" y="1724348"/>
                  <a:pt x="666913" y="1714174"/>
                  <a:pt x="664308" y="1703754"/>
                </a:cubicBezTo>
                <a:cubicBezTo>
                  <a:pt x="666913" y="1544841"/>
                  <a:pt x="667309" y="1385876"/>
                  <a:pt x="672123" y="1227015"/>
                </a:cubicBezTo>
                <a:cubicBezTo>
                  <a:pt x="673265" y="1189339"/>
                  <a:pt x="688025" y="1178764"/>
                  <a:pt x="695569" y="1141046"/>
                </a:cubicBezTo>
                <a:cubicBezTo>
                  <a:pt x="700938" y="1114201"/>
                  <a:pt x="703845" y="1096448"/>
                  <a:pt x="711200" y="1070707"/>
                </a:cubicBezTo>
                <a:cubicBezTo>
                  <a:pt x="713463" y="1062786"/>
                  <a:pt x="716411" y="1055076"/>
                  <a:pt x="719016" y="1047261"/>
                </a:cubicBezTo>
                <a:cubicBezTo>
                  <a:pt x="721621" y="1031630"/>
                  <a:pt x="726831" y="1016215"/>
                  <a:pt x="726831" y="1000369"/>
                </a:cubicBezTo>
                <a:cubicBezTo>
                  <a:pt x="726831" y="915893"/>
                  <a:pt x="727709" y="924847"/>
                  <a:pt x="711200" y="875323"/>
                </a:cubicBezTo>
                <a:cubicBezTo>
                  <a:pt x="706041" y="834047"/>
                  <a:pt x="710503" y="813387"/>
                  <a:pt x="687754" y="781538"/>
                </a:cubicBezTo>
                <a:cubicBezTo>
                  <a:pt x="681330" y="772544"/>
                  <a:pt x="670940" y="766934"/>
                  <a:pt x="664308" y="758092"/>
                </a:cubicBezTo>
                <a:cubicBezTo>
                  <a:pt x="655194" y="745940"/>
                  <a:pt x="653306" y="727726"/>
                  <a:pt x="640862" y="719015"/>
                </a:cubicBezTo>
                <a:cubicBezTo>
                  <a:pt x="625325" y="708139"/>
                  <a:pt x="604320" y="708834"/>
                  <a:pt x="586154" y="703384"/>
                </a:cubicBezTo>
                <a:cubicBezTo>
                  <a:pt x="545420" y="691164"/>
                  <a:pt x="578895" y="700273"/>
                  <a:pt x="531446" y="679938"/>
                </a:cubicBezTo>
                <a:cubicBezTo>
                  <a:pt x="505657" y="668885"/>
                  <a:pt x="478388" y="661225"/>
                  <a:pt x="453292" y="648677"/>
                </a:cubicBezTo>
                <a:cubicBezTo>
                  <a:pt x="442872" y="643467"/>
                  <a:pt x="431227" y="640199"/>
                  <a:pt x="422031" y="633046"/>
                </a:cubicBezTo>
                <a:cubicBezTo>
                  <a:pt x="388264" y="606782"/>
                  <a:pt x="378972" y="586069"/>
                  <a:pt x="351692" y="554892"/>
                </a:cubicBezTo>
                <a:cubicBezTo>
                  <a:pt x="344414" y="546574"/>
                  <a:pt x="336061" y="539261"/>
                  <a:pt x="328246" y="531446"/>
                </a:cubicBezTo>
                <a:cubicBezTo>
                  <a:pt x="322115" y="519183"/>
                  <a:pt x="308034" y="487787"/>
                  <a:pt x="296985" y="476738"/>
                </a:cubicBezTo>
                <a:cubicBezTo>
                  <a:pt x="290343" y="470096"/>
                  <a:pt x="281354" y="466317"/>
                  <a:pt x="273539" y="461107"/>
                </a:cubicBezTo>
                <a:cubicBezTo>
                  <a:pt x="268329" y="453292"/>
                  <a:pt x="261608" y="446294"/>
                  <a:pt x="257908" y="437661"/>
                </a:cubicBezTo>
                <a:cubicBezTo>
                  <a:pt x="253677" y="427788"/>
                  <a:pt x="255785" y="415508"/>
                  <a:pt x="250092" y="406400"/>
                </a:cubicBezTo>
                <a:cubicBezTo>
                  <a:pt x="242281" y="393903"/>
                  <a:pt x="229251" y="385559"/>
                  <a:pt x="218831" y="375138"/>
                </a:cubicBezTo>
                <a:cubicBezTo>
                  <a:pt x="203648" y="329586"/>
                  <a:pt x="214701" y="359061"/>
                  <a:pt x="179754" y="289169"/>
                </a:cubicBezTo>
                <a:cubicBezTo>
                  <a:pt x="155351" y="240363"/>
                  <a:pt x="174272" y="274972"/>
                  <a:pt x="148492" y="234461"/>
                </a:cubicBezTo>
                <a:cubicBezTo>
                  <a:pt x="135298" y="213727"/>
                  <a:pt x="122061" y="193012"/>
                  <a:pt x="109416" y="171938"/>
                </a:cubicBezTo>
                <a:cubicBezTo>
                  <a:pt x="101600" y="158912"/>
                  <a:pt x="95083" y="145013"/>
                  <a:pt x="85969" y="132861"/>
                </a:cubicBezTo>
                <a:cubicBezTo>
                  <a:pt x="79337" y="124019"/>
                  <a:pt x="70338" y="117230"/>
                  <a:pt x="62523" y="109415"/>
                </a:cubicBezTo>
                <a:cubicBezTo>
                  <a:pt x="59918" y="101600"/>
                  <a:pt x="56971" y="93890"/>
                  <a:pt x="54708" y="85969"/>
                </a:cubicBezTo>
                <a:cubicBezTo>
                  <a:pt x="51757" y="75641"/>
                  <a:pt x="52850" y="63644"/>
                  <a:pt x="46892" y="54707"/>
                </a:cubicBezTo>
                <a:cubicBezTo>
                  <a:pt x="41682" y="46892"/>
                  <a:pt x="31261" y="44287"/>
                  <a:pt x="23446" y="39077"/>
                </a:cubicBezTo>
                <a:cubicBezTo>
                  <a:pt x="13789" y="10105"/>
                  <a:pt x="22999" y="19315"/>
                  <a:pt x="0" y="7815"/>
                </a:cubicBezTo>
              </a:path>
            </a:pathLst>
          </a:custGeom>
          <a:noFill/>
          <a:ln>
            <a:solidFill>
              <a:srgbClr val="FF0000"/>
            </a:solidFill>
            <a:prstDash val="dash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8" name="矩形: 圆角 2757">
            <a:extLst>
              <a:ext uri="{FF2B5EF4-FFF2-40B4-BE49-F238E27FC236}">
                <a16:creationId xmlns:a16="http://schemas.microsoft.com/office/drawing/2014/main" id="{3C0797B7-8345-170A-BC31-3EB6A8E1E315}"/>
              </a:ext>
            </a:extLst>
          </p:cNvPr>
          <p:cNvSpPr/>
          <p:nvPr/>
        </p:nvSpPr>
        <p:spPr>
          <a:xfrm>
            <a:off x="1725570" y="1584111"/>
            <a:ext cx="2576218" cy="1943478"/>
          </a:xfrm>
          <a:prstGeom prst="roundRect">
            <a:avLst>
              <a:gd name="adj" fmla="val 794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59" name="组合 2758">
            <a:extLst>
              <a:ext uri="{FF2B5EF4-FFF2-40B4-BE49-F238E27FC236}">
                <a16:creationId xmlns:a16="http://schemas.microsoft.com/office/drawing/2014/main" id="{BF1BFE4D-7D52-D2CC-0F5C-19A08F941EF3}"/>
              </a:ext>
            </a:extLst>
          </p:cNvPr>
          <p:cNvGrpSpPr/>
          <p:nvPr/>
        </p:nvGrpSpPr>
        <p:grpSpPr>
          <a:xfrm>
            <a:off x="7139253" y="4400466"/>
            <a:ext cx="412121" cy="405650"/>
            <a:chOff x="2426067" y="1603671"/>
            <a:chExt cx="303498" cy="298733"/>
          </a:xfrm>
        </p:grpSpPr>
        <p:sp>
          <p:nvSpPr>
            <p:cNvPr id="2760" name="任意多边形: 形状 2759">
              <a:extLst>
                <a:ext uri="{FF2B5EF4-FFF2-40B4-BE49-F238E27FC236}">
                  <a16:creationId xmlns:a16="http://schemas.microsoft.com/office/drawing/2014/main" id="{F0CDFA84-CE5C-1CA0-1C42-EE1BC57E6569}"/>
                </a:ext>
              </a:extLst>
            </p:cNvPr>
            <p:cNvSpPr/>
            <p:nvPr/>
          </p:nvSpPr>
          <p:spPr>
            <a:xfrm>
              <a:off x="2428801" y="1665701"/>
              <a:ext cx="298104" cy="234005"/>
            </a:xfrm>
            <a:custGeom>
              <a:avLst/>
              <a:gdLst>
                <a:gd name="connsiteX0" fmla="*/ 107262 w 214498"/>
                <a:gd name="connsiteY0" fmla="*/ 168377 h 168376"/>
                <a:gd name="connsiteX1" fmla="*/ 106279 w 214498"/>
                <a:gd name="connsiteY1" fmla="*/ 168111 h 168376"/>
                <a:gd name="connsiteX2" fmla="*/ 957 w 214498"/>
                <a:gd name="connsiteY2" fmla="*/ 106970 h 168376"/>
                <a:gd name="connsiteX3" fmla="*/ 0 w 214498"/>
                <a:gd name="connsiteY3" fmla="*/ 105295 h 168376"/>
                <a:gd name="connsiteX4" fmla="*/ 0 w 214498"/>
                <a:gd name="connsiteY4" fmla="*/ 63985 h 168376"/>
                <a:gd name="connsiteX5" fmla="*/ 957 w 214498"/>
                <a:gd name="connsiteY5" fmla="*/ 62311 h 168376"/>
                <a:gd name="connsiteX6" fmla="*/ 106279 w 214498"/>
                <a:gd name="connsiteY6" fmla="*/ 266 h 168376"/>
                <a:gd name="connsiteX7" fmla="*/ 107262 w 214498"/>
                <a:gd name="connsiteY7" fmla="*/ 0 h 168376"/>
                <a:gd name="connsiteX8" fmla="*/ 108246 w 214498"/>
                <a:gd name="connsiteY8" fmla="*/ 266 h 168376"/>
                <a:gd name="connsiteX9" fmla="*/ 213541 w 214498"/>
                <a:gd name="connsiteY9" fmla="*/ 62311 h 168376"/>
                <a:gd name="connsiteX10" fmla="*/ 214498 w 214498"/>
                <a:gd name="connsiteY10" fmla="*/ 63985 h 168376"/>
                <a:gd name="connsiteX11" fmla="*/ 214498 w 214498"/>
                <a:gd name="connsiteY11" fmla="*/ 105295 h 168376"/>
                <a:gd name="connsiteX12" fmla="*/ 213541 w 214498"/>
                <a:gd name="connsiteY12" fmla="*/ 106970 h 168376"/>
                <a:gd name="connsiteX13" fmla="*/ 108219 w 214498"/>
                <a:gd name="connsiteY13" fmla="*/ 168111 h 168376"/>
                <a:gd name="connsiteX14" fmla="*/ 107262 w 214498"/>
                <a:gd name="connsiteY14" fmla="*/ 168377 h 16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76">
                  <a:moveTo>
                    <a:pt x="107262" y="168377"/>
                  </a:moveTo>
                  <a:cubicBezTo>
                    <a:pt x="106917" y="168377"/>
                    <a:pt x="106598" y="168297"/>
                    <a:pt x="106279" y="168111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77"/>
                    <a:pt x="107262" y="168377"/>
                  </a:cubicBezTo>
                  <a:close/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1" name="任意多边形: 形状 2760">
              <a:extLst>
                <a:ext uri="{FF2B5EF4-FFF2-40B4-BE49-F238E27FC236}">
                  <a16:creationId xmlns:a16="http://schemas.microsoft.com/office/drawing/2014/main" id="{301C405C-F04C-DEA3-5F29-90FE4FA00A74}"/>
                </a:ext>
              </a:extLst>
            </p:cNvPr>
            <p:cNvSpPr/>
            <p:nvPr/>
          </p:nvSpPr>
          <p:spPr>
            <a:xfrm>
              <a:off x="2426067" y="1663005"/>
              <a:ext cx="303498" cy="239399"/>
            </a:xfrm>
            <a:custGeom>
              <a:avLst/>
              <a:gdLst>
                <a:gd name="connsiteX0" fmla="*/ 109230 w 218379"/>
                <a:gd name="connsiteY0" fmla="*/ 3881 h 172257"/>
                <a:gd name="connsiteX1" fmla="*/ 214525 w 218379"/>
                <a:gd name="connsiteY1" fmla="*/ 65926 h 172257"/>
                <a:gd name="connsiteX2" fmla="*/ 214525 w 218379"/>
                <a:gd name="connsiteY2" fmla="*/ 107236 h 172257"/>
                <a:gd name="connsiteX3" fmla="*/ 197352 w 218379"/>
                <a:gd name="connsiteY3" fmla="*/ 117204 h 172257"/>
                <a:gd name="connsiteX4" fmla="*/ 109230 w 218379"/>
                <a:gd name="connsiteY4" fmla="*/ 168350 h 172257"/>
                <a:gd name="connsiteX5" fmla="*/ 21080 w 218379"/>
                <a:gd name="connsiteY5" fmla="*/ 117204 h 172257"/>
                <a:gd name="connsiteX6" fmla="*/ 3908 w 218379"/>
                <a:gd name="connsiteY6" fmla="*/ 107236 h 172257"/>
                <a:gd name="connsiteX7" fmla="*/ 3908 w 218379"/>
                <a:gd name="connsiteY7" fmla="*/ 65926 h 172257"/>
                <a:gd name="connsiteX8" fmla="*/ 109230 w 218379"/>
                <a:gd name="connsiteY8" fmla="*/ 3881 h 172257"/>
                <a:gd name="connsiteX9" fmla="*/ 109230 w 218379"/>
                <a:gd name="connsiteY9" fmla="*/ 0 h 172257"/>
                <a:gd name="connsiteX10" fmla="*/ 107262 w 218379"/>
                <a:gd name="connsiteY10" fmla="*/ 532 h 172257"/>
                <a:gd name="connsiteX11" fmla="*/ 1914 w 218379"/>
                <a:gd name="connsiteY11" fmla="*/ 62576 h 172257"/>
                <a:gd name="connsiteX12" fmla="*/ 0 w 218379"/>
                <a:gd name="connsiteY12" fmla="*/ 65926 h 172257"/>
                <a:gd name="connsiteX13" fmla="*/ 0 w 218379"/>
                <a:gd name="connsiteY13" fmla="*/ 107236 h 172257"/>
                <a:gd name="connsiteX14" fmla="*/ 1941 w 218379"/>
                <a:gd name="connsiteY14" fmla="*/ 110585 h 172257"/>
                <a:gd name="connsiteX15" fmla="*/ 19113 w 218379"/>
                <a:gd name="connsiteY15" fmla="*/ 120554 h 172257"/>
                <a:gd name="connsiteX16" fmla="*/ 107262 w 218379"/>
                <a:gd name="connsiteY16" fmla="*/ 171726 h 172257"/>
                <a:gd name="connsiteX17" fmla="*/ 109203 w 218379"/>
                <a:gd name="connsiteY17" fmla="*/ 172258 h 172257"/>
                <a:gd name="connsiteX18" fmla="*/ 111144 w 218379"/>
                <a:gd name="connsiteY18" fmla="*/ 171726 h 172257"/>
                <a:gd name="connsiteX19" fmla="*/ 199266 w 218379"/>
                <a:gd name="connsiteY19" fmla="*/ 120554 h 172257"/>
                <a:gd name="connsiteX20" fmla="*/ 216439 w 218379"/>
                <a:gd name="connsiteY20" fmla="*/ 110585 h 172257"/>
                <a:gd name="connsiteX21" fmla="*/ 218379 w 218379"/>
                <a:gd name="connsiteY21" fmla="*/ 107236 h 172257"/>
                <a:gd name="connsiteX22" fmla="*/ 218379 w 218379"/>
                <a:gd name="connsiteY22" fmla="*/ 65926 h 172257"/>
                <a:gd name="connsiteX23" fmla="*/ 216465 w 218379"/>
                <a:gd name="connsiteY23" fmla="*/ 62576 h 172257"/>
                <a:gd name="connsiteX24" fmla="*/ 111197 w 218379"/>
                <a:gd name="connsiteY24" fmla="*/ 532 h 172257"/>
                <a:gd name="connsiteX25" fmla="*/ 109230 w 218379"/>
                <a:gd name="connsiteY25" fmla="*/ 0 h 172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57">
                  <a:moveTo>
                    <a:pt x="109230" y="3881"/>
                  </a:moveTo>
                  <a:lnTo>
                    <a:pt x="214525" y="65926"/>
                  </a:lnTo>
                  <a:lnTo>
                    <a:pt x="214525" y="107236"/>
                  </a:lnTo>
                  <a:lnTo>
                    <a:pt x="197352" y="117204"/>
                  </a:lnTo>
                  <a:lnTo>
                    <a:pt x="109230" y="168350"/>
                  </a:lnTo>
                  <a:lnTo>
                    <a:pt x="21080" y="117204"/>
                  </a:lnTo>
                  <a:lnTo>
                    <a:pt x="3908" y="107236"/>
                  </a:lnTo>
                  <a:lnTo>
                    <a:pt x="3908" y="65926"/>
                  </a:lnTo>
                  <a:lnTo>
                    <a:pt x="109230" y="3881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576"/>
                  </a:lnTo>
                  <a:cubicBezTo>
                    <a:pt x="718" y="63268"/>
                    <a:pt x="0" y="64544"/>
                    <a:pt x="0" y="65926"/>
                  </a:cubicBezTo>
                  <a:lnTo>
                    <a:pt x="0" y="107236"/>
                  </a:lnTo>
                  <a:cubicBezTo>
                    <a:pt x="0" y="108618"/>
                    <a:pt x="744" y="109894"/>
                    <a:pt x="1941" y="110585"/>
                  </a:cubicBezTo>
                  <a:lnTo>
                    <a:pt x="19113" y="120554"/>
                  </a:lnTo>
                  <a:lnTo>
                    <a:pt x="107262" y="171726"/>
                  </a:lnTo>
                  <a:cubicBezTo>
                    <a:pt x="107874" y="172072"/>
                    <a:pt x="108538" y="172258"/>
                    <a:pt x="109203" y="172258"/>
                  </a:cubicBezTo>
                  <a:cubicBezTo>
                    <a:pt x="109868" y="172258"/>
                    <a:pt x="110559" y="172072"/>
                    <a:pt x="111144" y="171726"/>
                  </a:cubicBezTo>
                  <a:lnTo>
                    <a:pt x="199266" y="120554"/>
                  </a:lnTo>
                  <a:lnTo>
                    <a:pt x="216439" y="110585"/>
                  </a:lnTo>
                  <a:cubicBezTo>
                    <a:pt x="217635" y="109894"/>
                    <a:pt x="218379" y="108618"/>
                    <a:pt x="218379" y="107236"/>
                  </a:cubicBezTo>
                  <a:lnTo>
                    <a:pt x="218379" y="65926"/>
                  </a:lnTo>
                  <a:cubicBezTo>
                    <a:pt x="218379" y="64544"/>
                    <a:pt x="217662" y="63268"/>
                    <a:pt x="216465" y="62576"/>
                  </a:cubicBezTo>
                  <a:lnTo>
                    <a:pt x="111197" y="532"/>
                  </a:lnTo>
                  <a:cubicBezTo>
                    <a:pt x="110585" y="159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2" name="任意多边形: 形状 2761">
              <a:extLst>
                <a:ext uri="{FF2B5EF4-FFF2-40B4-BE49-F238E27FC236}">
                  <a16:creationId xmlns:a16="http://schemas.microsoft.com/office/drawing/2014/main" id="{6EACC197-03F9-996B-0660-9AE36B7F7616}"/>
                </a:ext>
              </a:extLst>
            </p:cNvPr>
            <p:cNvSpPr/>
            <p:nvPr/>
          </p:nvSpPr>
          <p:spPr>
            <a:xfrm>
              <a:off x="2431461" y="1668399"/>
              <a:ext cx="292747" cy="171791"/>
            </a:xfrm>
            <a:custGeom>
              <a:avLst/>
              <a:gdLst>
                <a:gd name="connsiteX0" fmla="*/ 0 w 210643"/>
                <a:gd name="connsiteY0" fmla="*/ 62045 h 123610"/>
                <a:gd name="connsiteX1" fmla="*/ 105322 w 210643"/>
                <a:gd name="connsiteY1" fmla="*/ 123611 h 123610"/>
                <a:gd name="connsiteX2" fmla="*/ 210644 w 210643"/>
                <a:gd name="connsiteY2" fmla="*/ 62045 h 123610"/>
                <a:gd name="connsiteX3" fmla="*/ 105348 w 210643"/>
                <a:gd name="connsiteY3" fmla="*/ 0 h 12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610">
                  <a:moveTo>
                    <a:pt x="0" y="62045"/>
                  </a:moveTo>
                  <a:lnTo>
                    <a:pt x="105322" y="123611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rgbClr val="FFFFFF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3" name="任意多边形: 形状 2762">
              <a:extLst>
                <a:ext uri="{FF2B5EF4-FFF2-40B4-BE49-F238E27FC236}">
                  <a16:creationId xmlns:a16="http://schemas.microsoft.com/office/drawing/2014/main" id="{D3C70C43-9343-9CE2-F437-CFAB990D09E2}"/>
                </a:ext>
              </a:extLst>
            </p:cNvPr>
            <p:cNvSpPr/>
            <p:nvPr/>
          </p:nvSpPr>
          <p:spPr>
            <a:xfrm>
              <a:off x="2452641" y="1766350"/>
              <a:ext cx="250347" cy="89541"/>
            </a:xfrm>
            <a:custGeom>
              <a:avLst/>
              <a:gdLst>
                <a:gd name="connsiteX0" fmla="*/ 90081 w 180135"/>
                <a:gd name="connsiteY0" fmla="*/ 55071 h 64428"/>
                <a:gd name="connsiteX1" fmla="*/ 89097 w 180135"/>
                <a:gd name="connsiteY1" fmla="*/ 54805 h 64428"/>
                <a:gd name="connsiteX2" fmla="*/ 975 w 180135"/>
                <a:gd name="connsiteY2" fmla="*/ 3633 h 64428"/>
                <a:gd name="connsiteX3" fmla="*/ 257 w 180135"/>
                <a:gd name="connsiteY3" fmla="*/ 975 h 64428"/>
                <a:gd name="connsiteX4" fmla="*/ 2915 w 180135"/>
                <a:gd name="connsiteY4" fmla="*/ 257 h 64428"/>
                <a:gd name="connsiteX5" fmla="*/ 90081 w 180135"/>
                <a:gd name="connsiteY5" fmla="*/ 50871 h 64428"/>
                <a:gd name="connsiteX6" fmla="*/ 177220 w 180135"/>
                <a:gd name="connsiteY6" fmla="*/ 284 h 64428"/>
                <a:gd name="connsiteX7" fmla="*/ 179878 w 180135"/>
                <a:gd name="connsiteY7" fmla="*/ 1001 h 64428"/>
                <a:gd name="connsiteX8" fmla="*/ 179161 w 180135"/>
                <a:gd name="connsiteY8" fmla="*/ 3660 h 64428"/>
                <a:gd name="connsiteX9" fmla="*/ 91065 w 180135"/>
                <a:gd name="connsiteY9" fmla="*/ 54805 h 64428"/>
                <a:gd name="connsiteX10" fmla="*/ 90081 w 180135"/>
                <a:gd name="connsiteY10" fmla="*/ 55071 h 64428"/>
                <a:gd name="connsiteX11" fmla="*/ 22082 w 180135"/>
                <a:gd name="connsiteY11" fmla="*/ 31997 h 64428"/>
                <a:gd name="connsiteX12" fmla="*/ 21045 w 180135"/>
                <a:gd name="connsiteY12" fmla="*/ 31705 h 64428"/>
                <a:gd name="connsiteX13" fmla="*/ 16366 w 180135"/>
                <a:gd name="connsiteY13" fmla="*/ 28781 h 64428"/>
                <a:gd name="connsiteX14" fmla="*/ 15755 w 180135"/>
                <a:gd name="connsiteY14" fmla="*/ 26096 h 64428"/>
                <a:gd name="connsiteX15" fmla="*/ 18440 w 180135"/>
                <a:gd name="connsiteY15" fmla="*/ 25484 h 64428"/>
                <a:gd name="connsiteX16" fmla="*/ 23118 w 180135"/>
                <a:gd name="connsiteY16" fmla="*/ 28408 h 64428"/>
                <a:gd name="connsiteX17" fmla="*/ 23730 w 180135"/>
                <a:gd name="connsiteY17" fmla="*/ 31093 h 64428"/>
                <a:gd name="connsiteX18" fmla="*/ 22082 w 180135"/>
                <a:gd name="connsiteY18" fmla="*/ 31997 h 64428"/>
                <a:gd name="connsiteX19" fmla="*/ 33539 w 180135"/>
                <a:gd name="connsiteY19" fmla="*/ 38483 h 64428"/>
                <a:gd name="connsiteX20" fmla="*/ 32502 w 180135"/>
                <a:gd name="connsiteY20" fmla="*/ 38191 h 64428"/>
                <a:gd name="connsiteX21" fmla="*/ 27824 w 180135"/>
                <a:gd name="connsiteY21" fmla="*/ 35267 h 64428"/>
                <a:gd name="connsiteX22" fmla="*/ 27212 w 180135"/>
                <a:gd name="connsiteY22" fmla="*/ 32582 h 64428"/>
                <a:gd name="connsiteX23" fmla="*/ 29897 w 180135"/>
                <a:gd name="connsiteY23" fmla="*/ 31971 h 64428"/>
                <a:gd name="connsiteX24" fmla="*/ 34576 w 180135"/>
                <a:gd name="connsiteY24" fmla="*/ 34895 h 64428"/>
                <a:gd name="connsiteX25" fmla="*/ 35187 w 180135"/>
                <a:gd name="connsiteY25" fmla="*/ 37580 h 64428"/>
                <a:gd name="connsiteX26" fmla="*/ 33539 w 180135"/>
                <a:gd name="connsiteY26" fmla="*/ 38483 h 64428"/>
                <a:gd name="connsiteX27" fmla="*/ 44996 w 180135"/>
                <a:gd name="connsiteY27" fmla="*/ 44970 h 64428"/>
                <a:gd name="connsiteX28" fmla="*/ 43960 w 180135"/>
                <a:gd name="connsiteY28" fmla="*/ 44677 h 64428"/>
                <a:gd name="connsiteX29" fmla="*/ 39281 w 180135"/>
                <a:gd name="connsiteY29" fmla="*/ 41753 h 64428"/>
                <a:gd name="connsiteX30" fmla="*/ 38669 w 180135"/>
                <a:gd name="connsiteY30" fmla="*/ 39068 h 64428"/>
                <a:gd name="connsiteX31" fmla="*/ 41354 w 180135"/>
                <a:gd name="connsiteY31" fmla="*/ 38457 h 64428"/>
                <a:gd name="connsiteX32" fmla="*/ 46033 w 180135"/>
                <a:gd name="connsiteY32" fmla="*/ 41381 h 64428"/>
                <a:gd name="connsiteX33" fmla="*/ 46644 w 180135"/>
                <a:gd name="connsiteY33" fmla="*/ 44066 h 64428"/>
                <a:gd name="connsiteX34" fmla="*/ 44996 w 180135"/>
                <a:gd name="connsiteY34" fmla="*/ 44970 h 64428"/>
                <a:gd name="connsiteX35" fmla="*/ 56480 w 180135"/>
                <a:gd name="connsiteY35" fmla="*/ 51456 h 64428"/>
                <a:gd name="connsiteX36" fmla="*/ 55443 w 180135"/>
                <a:gd name="connsiteY36" fmla="*/ 51164 h 64428"/>
                <a:gd name="connsiteX37" fmla="*/ 50765 w 180135"/>
                <a:gd name="connsiteY37" fmla="*/ 48239 h 64428"/>
                <a:gd name="connsiteX38" fmla="*/ 50153 w 180135"/>
                <a:gd name="connsiteY38" fmla="*/ 45554 h 64428"/>
                <a:gd name="connsiteX39" fmla="*/ 52838 w 180135"/>
                <a:gd name="connsiteY39" fmla="*/ 44943 h 64428"/>
                <a:gd name="connsiteX40" fmla="*/ 57517 w 180135"/>
                <a:gd name="connsiteY40" fmla="*/ 47867 h 64428"/>
                <a:gd name="connsiteX41" fmla="*/ 58128 w 180135"/>
                <a:gd name="connsiteY41" fmla="*/ 50552 h 64428"/>
                <a:gd name="connsiteX42" fmla="*/ 56480 w 180135"/>
                <a:gd name="connsiteY42" fmla="*/ 51456 h 64428"/>
                <a:gd name="connsiteX43" fmla="*/ 67937 w 180135"/>
                <a:gd name="connsiteY43" fmla="*/ 57942 h 64428"/>
                <a:gd name="connsiteX44" fmla="*/ 66901 w 180135"/>
                <a:gd name="connsiteY44" fmla="*/ 57650 h 64428"/>
                <a:gd name="connsiteX45" fmla="*/ 62222 w 180135"/>
                <a:gd name="connsiteY45" fmla="*/ 54726 h 64428"/>
                <a:gd name="connsiteX46" fmla="*/ 61611 w 180135"/>
                <a:gd name="connsiteY46" fmla="*/ 52041 h 64428"/>
                <a:gd name="connsiteX47" fmla="*/ 64296 w 180135"/>
                <a:gd name="connsiteY47" fmla="*/ 51429 h 64428"/>
                <a:gd name="connsiteX48" fmla="*/ 68974 w 180135"/>
                <a:gd name="connsiteY48" fmla="*/ 54353 h 64428"/>
                <a:gd name="connsiteX49" fmla="*/ 69586 w 180135"/>
                <a:gd name="connsiteY49" fmla="*/ 57038 h 64428"/>
                <a:gd name="connsiteX50" fmla="*/ 67937 w 180135"/>
                <a:gd name="connsiteY50" fmla="*/ 57942 h 64428"/>
                <a:gd name="connsiteX51" fmla="*/ 79395 w 180135"/>
                <a:gd name="connsiteY51" fmla="*/ 64428 h 64428"/>
                <a:gd name="connsiteX52" fmla="*/ 78358 w 180135"/>
                <a:gd name="connsiteY52" fmla="*/ 64136 h 64428"/>
                <a:gd name="connsiteX53" fmla="*/ 73679 w 180135"/>
                <a:gd name="connsiteY53" fmla="*/ 61212 h 64428"/>
                <a:gd name="connsiteX54" fmla="*/ 73068 w 180135"/>
                <a:gd name="connsiteY54" fmla="*/ 58527 h 64428"/>
                <a:gd name="connsiteX55" fmla="*/ 75753 w 180135"/>
                <a:gd name="connsiteY55" fmla="*/ 57916 h 64428"/>
                <a:gd name="connsiteX56" fmla="*/ 80431 w 180135"/>
                <a:gd name="connsiteY56" fmla="*/ 60840 h 64428"/>
                <a:gd name="connsiteX57" fmla="*/ 81043 w 180135"/>
                <a:gd name="connsiteY57" fmla="*/ 63525 h 64428"/>
                <a:gd name="connsiteX58" fmla="*/ 79395 w 180135"/>
                <a:gd name="connsiteY58" fmla="*/ 64428 h 64428"/>
                <a:gd name="connsiteX59" fmla="*/ 22082 w 180135"/>
                <a:gd name="connsiteY59" fmla="*/ 45475 h 64428"/>
                <a:gd name="connsiteX60" fmla="*/ 21045 w 180135"/>
                <a:gd name="connsiteY60" fmla="*/ 45182 h 64428"/>
                <a:gd name="connsiteX61" fmla="*/ 16366 w 180135"/>
                <a:gd name="connsiteY61" fmla="*/ 42258 h 64428"/>
                <a:gd name="connsiteX62" fmla="*/ 15755 w 180135"/>
                <a:gd name="connsiteY62" fmla="*/ 39573 h 64428"/>
                <a:gd name="connsiteX63" fmla="*/ 18440 w 180135"/>
                <a:gd name="connsiteY63" fmla="*/ 38962 h 64428"/>
                <a:gd name="connsiteX64" fmla="*/ 23118 w 180135"/>
                <a:gd name="connsiteY64" fmla="*/ 41886 h 64428"/>
                <a:gd name="connsiteX65" fmla="*/ 23730 w 180135"/>
                <a:gd name="connsiteY65" fmla="*/ 44571 h 64428"/>
                <a:gd name="connsiteX66" fmla="*/ 22082 w 180135"/>
                <a:gd name="connsiteY66" fmla="*/ 45475 h 64428"/>
                <a:gd name="connsiteX67" fmla="*/ 33539 w 180135"/>
                <a:gd name="connsiteY67" fmla="*/ 51988 h 64428"/>
                <a:gd name="connsiteX68" fmla="*/ 32502 w 180135"/>
                <a:gd name="connsiteY68" fmla="*/ 51695 h 64428"/>
                <a:gd name="connsiteX69" fmla="*/ 27824 w 180135"/>
                <a:gd name="connsiteY69" fmla="*/ 48771 h 64428"/>
                <a:gd name="connsiteX70" fmla="*/ 27212 w 180135"/>
                <a:gd name="connsiteY70" fmla="*/ 46086 h 64428"/>
                <a:gd name="connsiteX71" fmla="*/ 29897 w 180135"/>
                <a:gd name="connsiteY71" fmla="*/ 45475 h 64428"/>
                <a:gd name="connsiteX72" fmla="*/ 34576 w 180135"/>
                <a:gd name="connsiteY72" fmla="*/ 48399 h 64428"/>
                <a:gd name="connsiteX73" fmla="*/ 35187 w 180135"/>
                <a:gd name="connsiteY73" fmla="*/ 51084 h 64428"/>
                <a:gd name="connsiteX74" fmla="*/ 33539 w 180135"/>
                <a:gd name="connsiteY74" fmla="*/ 51988 h 64428"/>
                <a:gd name="connsiteX75" fmla="*/ 44996 w 180135"/>
                <a:gd name="connsiteY75" fmla="*/ 58474 h 64428"/>
                <a:gd name="connsiteX76" fmla="*/ 43960 w 180135"/>
                <a:gd name="connsiteY76" fmla="*/ 58181 h 64428"/>
                <a:gd name="connsiteX77" fmla="*/ 39281 w 180135"/>
                <a:gd name="connsiteY77" fmla="*/ 55257 h 64428"/>
                <a:gd name="connsiteX78" fmla="*/ 38669 w 180135"/>
                <a:gd name="connsiteY78" fmla="*/ 52572 h 64428"/>
                <a:gd name="connsiteX79" fmla="*/ 41354 w 180135"/>
                <a:gd name="connsiteY79" fmla="*/ 51961 h 64428"/>
                <a:gd name="connsiteX80" fmla="*/ 46033 w 180135"/>
                <a:gd name="connsiteY80" fmla="*/ 54885 h 64428"/>
                <a:gd name="connsiteX81" fmla="*/ 46644 w 180135"/>
                <a:gd name="connsiteY81" fmla="*/ 57570 h 64428"/>
                <a:gd name="connsiteX82" fmla="*/ 44996 w 180135"/>
                <a:gd name="connsiteY82" fmla="*/ 58474 h 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80135" h="64428">
                  <a:moveTo>
                    <a:pt x="90081" y="55071"/>
                  </a:moveTo>
                  <a:cubicBezTo>
                    <a:pt x="89735" y="55071"/>
                    <a:pt x="89416" y="54991"/>
                    <a:pt x="89097" y="54805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71"/>
                    <a:pt x="90081" y="55071"/>
                  </a:cubicBezTo>
                  <a:close/>
                  <a:moveTo>
                    <a:pt x="22082" y="31997"/>
                  </a:moveTo>
                  <a:cubicBezTo>
                    <a:pt x="21736" y="31997"/>
                    <a:pt x="21364" y="31891"/>
                    <a:pt x="21045" y="31705"/>
                  </a:cubicBezTo>
                  <a:lnTo>
                    <a:pt x="16366" y="28781"/>
                  </a:lnTo>
                  <a:cubicBezTo>
                    <a:pt x="15463" y="28222"/>
                    <a:pt x="15170" y="27026"/>
                    <a:pt x="15755" y="26096"/>
                  </a:cubicBezTo>
                  <a:cubicBezTo>
                    <a:pt x="16313" y="25192"/>
                    <a:pt x="17509" y="24899"/>
                    <a:pt x="18440" y="25484"/>
                  </a:cubicBezTo>
                  <a:lnTo>
                    <a:pt x="23118" y="28408"/>
                  </a:lnTo>
                  <a:cubicBezTo>
                    <a:pt x="24022" y="28967"/>
                    <a:pt x="24315" y="30163"/>
                    <a:pt x="23730" y="31093"/>
                  </a:cubicBezTo>
                  <a:cubicBezTo>
                    <a:pt x="23358" y="31652"/>
                    <a:pt x="22746" y="31997"/>
                    <a:pt x="22082" y="31997"/>
                  </a:cubicBezTo>
                  <a:close/>
                  <a:moveTo>
                    <a:pt x="33539" y="38483"/>
                  </a:moveTo>
                  <a:cubicBezTo>
                    <a:pt x="33193" y="38483"/>
                    <a:pt x="32821" y="38377"/>
                    <a:pt x="32502" y="38191"/>
                  </a:cubicBezTo>
                  <a:lnTo>
                    <a:pt x="27824" y="35267"/>
                  </a:lnTo>
                  <a:cubicBezTo>
                    <a:pt x="26920" y="34709"/>
                    <a:pt x="26627" y="33512"/>
                    <a:pt x="27212" y="32582"/>
                  </a:cubicBezTo>
                  <a:cubicBezTo>
                    <a:pt x="27770" y="31678"/>
                    <a:pt x="28967" y="31386"/>
                    <a:pt x="29897" y="31971"/>
                  </a:cubicBezTo>
                  <a:lnTo>
                    <a:pt x="34576" y="34895"/>
                  </a:lnTo>
                  <a:cubicBezTo>
                    <a:pt x="35480" y="35453"/>
                    <a:pt x="35772" y="36649"/>
                    <a:pt x="35187" y="37580"/>
                  </a:cubicBezTo>
                  <a:cubicBezTo>
                    <a:pt x="34842" y="38164"/>
                    <a:pt x="34204" y="38483"/>
                    <a:pt x="33539" y="38483"/>
                  </a:cubicBezTo>
                  <a:close/>
                  <a:moveTo>
                    <a:pt x="44996" y="44970"/>
                  </a:moveTo>
                  <a:cubicBezTo>
                    <a:pt x="44651" y="44970"/>
                    <a:pt x="44279" y="44863"/>
                    <a:pt x="43960" y="44677"/>
                  </a:cubicBezTo>
                  <a:lnTo>
                    <a:pt x="39281" y="41753"/>
                  </a:lnTo>
                  <a:cubicBezTo>
                    <a:pt x="38377" y="41195"/>
                    <a:pt x="38085" y="39999"/>
                    <a:pt x="38669" y="39068"/>
                  </a:cubicBezTo>
                  <a:cubicBezTo>
                    <a:pt x="39228" y="38164"/>
                    <a:pt x="40424" y="37872"/>
                    <a:pt x="41354" y="38457"/>
                  </a:cubicBezTo>
                  <a:lnTo>
                    <a:pt x="46033" y="41381"/>
                  </a:lnTo>
                  <a:cubicBezTo>
                    <a:pt x="46937" y="41939"/>
                    <a:pt x="47229" y="43135"/>
                    <a:pt x="46644" y="44066"/>
                  </a:cubicBezTo>
                  <a:cubicBezTo>
                    <a:pt x="46299" y="44651"/>
                    <a:pt x="45661" y="44970"/>
                    <a:pt x="44996" y="44970"/>
                  </a:cubicBezTo>
                  <a:close/>
                  <a:moveTo>
                    <a:pt x="56480" y="51456"/>
                  </a:moveTo>
                  <a:cubicBezTo>
                    <a:pt x="56135" y="51456"/>
                    <a:pt x="55762" y="51350"/>
                    <a:pt x="55443" y="51164"/>
                  </a:cubicBezTo>
                  <a:lnTo>
                    <a:pt x="50765" y="48239"/>
                  </a:lnTo>
                  <a:cubicBezTo>
                    <a:pt x="49861" y="47681"/>
                    <a:pt x="49569" y="46485"/>
                    <a:pt x="50153" y="45554"/>
                  </a:cubicBezTo>
                  <a:cubicBezTo>
                    <a:pt x="50712" y="44651"/>
                    <a:pt x="51908" y="44358"/>
                    <a:pt x="52838" y="44943"/>
                  </a:cubicBezTo>
                  <a:lnTo>
                    <a:pt x="57517" y="47867"/>
                  </a:lnTo>
                  <a:cubicBezTo>
                    <a:pt x="58421" y="48425"/>
                    <a:pt x="58713" y="49622"/>
                    <a:pt x="58128" y="50552"/>
                  </a:cubicBezTo>
                  <a:cubicBezTo>
                    <a:pt x="57756" y="51137"/>
                    <a:pt x="57118" y="51456"/>
                    <a:pt x="56480" y="51456"/>
                  </a:cubicBezTo>
                  <a:close/>
                  <a:moveTo>
                    <a:pt x="67937" y="57942"/>
                  </a:moveTo>
                  <a:cubicBezTo>
                    <a:pt x="67592" y="57942"/>
                    <a:pt x="67220" y="57836"/>
                    <a:pt x="66901" y="57650"/>
                  </a:cubicBezTo>
                  <a:lnTo>
                    <a:pt x="62222" y="54726"/>
                  </a:lnTo>
                  <a:cubicBezTo>
                    <a:pt x="61318" y="54167"/>
                    <a:pt x="61026" y="52971"/>
                    <a:pt x="61611" y="52041"/>
                  </a:cubicBezTo>
                  <a:cubicBezTo>
                    <a:pt x="62169" y="51137"/>
                    <a:pt x="63365" y="50845"/>
                    <a:pt x="64296" y="51429"/>
                  </a:cubicBezTo>
                  <a:lnTo>
                    <a:pt x="68974" y="54353"/>
                  </a:lnTo>
                  <a:cubicBezTo>
                    <a:pt x="69878" y="54912"/>
                    <a:pt x="70170" y="56108"/>
                    <a:pt x="69586" y="57038"/>
                  </a:cubicBezTo>
                  <a:cubicBezTo>
                    <a:pt x="69213" y="57623"/>
                    <a:pt x="68575" y="57942"/>
                    <a:pt x="67937" y="57942"/>
                  </a:cubicBezTo>
                  <a:close/>
                  <a:moveTo>
                    <a:pt x="79395" y="64428"/>
                  </a:moveTo>
                  <a:cubicBezTo>
                    <a:pt x="79049" y="64428"/>
                    <a:pt x="78677" y="64322"/>
                    <a:pt x="78358" y="64136"/>
                  </a:cubicBezTo>
                  <a:lnTo>
                    <a:pt x="73679" y="61212"/>
                  </a:lnTo>
                  <a:cubicBezTo>
                    <a:pt x="72775" y="60654"/>
                    <a:pt x="72483" y="59457"/>
                    <a:pt x="73068" y="58527"/>
                  </a:cubicBezTo>
                  <a:cubicBezTo>
                    <a:pt x="73626" y="57623"/>
                    <a:pt x="74849" y="57331"/>
                    <a:pt x="75753" y="57916"/>
                  </a:cubicBezTo>
                  <a:lnTo>
                    <a:pt x="80431" y="60840"/>
                  </a:lnTo>
                  <a:cubicBezTo>
                    <a:pt x="81335" y="61398"/>
                    <a:pt x="81628" y="62594"/>
                    <a:pt x="81043" y="63525"/>
                  </a:cubicBezTo>
                  <a:cubicBezTo>
                    <a:pt x="80671" y="64109"/>
                    <a:pt x="80033" y="64428"/>
                    <a:pt x="79395" y="64428"/>
                  </a:cubicBezTo>
                  <a:close/>
                  <a:moveTo>
                    <a:pt x="22082" y="45475"/>
                  </a:moveTo>
                  <a:cubicBezTo>
                    <a:pt x="21736" y="45475"/>
                    <a:pt x="21364" y="45368"/>
                    <a:pt x="21045" y="45182"/>
                  </a:cubicBezTo>
                  <a:lnTo>
                    <a:pt x="16366" y="42258"/>
                  </a:lnTo>
                  <a:cubicBezTo>
                    <a:pt x="15463" y="41700"/>
                    <a:pt x="15170" y="40504"/>
                    <a:pt x="15755" y="39573"/>
                  </a:cubicBezTo>
                  <a:cubicBezTo>
                    <a:pt x="16313" y="38669"/>
                    <a:pt x="17509" y="38377"/>
                    <a:pt x="18440" y="38962"/>
                  </a:cubicBezTo>
                  <a:lnTo>
                    <a:pt x="23118" y="41886"/>
                  </a:lnTo>
                  <a:cubicBezTo>
                    <a:pt x="24022" y="42444"/>
                    <a:pt x="24315" y="43641"/>
                    <a:pt x="23730" y="44571"/>
                  </a:cubicBezTo>
                  <a:cubicBezTo>
                    <a:pt x="23358" y="45156"/>
                    <a:pt x="22746" y="45475"/>
                    <a:pt x="22082" y="45475"/>
                  </a:cubicBezTo>
                  <a:close/>
                  <a:moveTo>
                    <a:pt x="33539" y="51988"/>
                  </a:moveTo>
                  <a:cubicBezTo>
                    <a:pt x="33193" y="51988"/>
                    <a:pt x="32821" y="51881"/>
                    <a:pt x="32502" y="51695"/>
                  </a:cubicBezTo>
                  <a:lnTo>
                    <a:pt x="27824" y="48771"/>
                  </a:lnTo>
                  <a:cubicBezTo>
                    <a:pt x="26920" y="48213"/>
                    <a:pt x="26627" y="47017"/>
                    <a:pt x="27212" y="46086"/>
                  </a:cubicBezTo>
                  <a:cubicBezTo>
                    <a:pt x="27770" y="45182"/>
                    <a:pt x="28967" y="44890"/>
                    <a:pt x="29897" y="45475"/>
                  </a:cubicBezTo>
                  <a:lnTo>
                    <a:pt x="34576" y="48399"/>
                  </a:lnTo>
                  <a:cubicBezTo>
                    <a:pt x="35480" y="48957"/>
                    <a:pt x="35772" y="50153"/>
                    <a:pt x="35187" y="51084"/>
                  </a:cubicBezTo>
                  <a:cubicBezTo>
                    <a:pt x="34842" y="51642"/>
                    <a:pt x="34204" y="51988"/>
                    <a:pt x="33539" y="51988"/>
                  </a:cubicBezTo>
                  <a:close/>
                  <a:moveTo>
                    <a:pt x="44996" y="58474"/>
                  </a:moveTo>
                  <a:cubicBezTo>
                    <a:pt x="44651" y="58474"/>
                    <a:pt x="44279" y="58367"/>
                    <a:pt x="43960" y="58181"/>
                  </a:cubicBezTo>
                  <a:lnTo>
                    <a:pt x="39281" y="55257"/>
                  </a:lnTo>
                  <a:cubicBezTo>
                    <a:pt x="38377" y="54699"/>
                    <a:pt x="38085" y="53503"/>
                    <a:pt x="38669" y="52572"/>
                  </a:cubicBezTo>
                  <a:cubicBezTo>
                    <a:pt x="39228" y="51669"/>
                    <a:pt x="40424" y="51376"/>
                    <a:pt x="41354" y="51961"/>
                  </a:cubicBezTo>
                  <a:lnTo>
                    <a:pt x="46033" y="54885"/>
                  </a:lnTo>
                  <a:cubicBezTo>
                    <a:pt x="46937" y="55443"/>
                    <a:pt x="47229" y="56640"/>
                    <a:pt x="46644" y="57570"/>
                  </a:cubicBezTo>
                  <a:cubicBezTo>
                    <a:pt x="46299" y="58155"/>
                    <a:pt x="45661" y="58474"/>
                    <a:pt x="44996" y="58474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4" name="任意多边形: 形状 2763">
              <a:extLst>
                <a:ext uri="{FF2B5EF4-FFF2-40B4-BE49-F238E27FC236}">
                  <a16:creationId xmlns:a16="http://schemas.microsoft.com/office/drawing/2014/main" id="{3580E72D-6F88-06B4-6E14-8234D8D47DB1}"/>
                </a:ext>
              </a:extLst>
            </p:cNvPr>
            <p:cNvSpPr/>
            <p:nvPr/>
          </p:nvSpPr>
          <p:spPr>
            <a:xfrm>
              <a:off x="2428801" y="1606406"/>
              <a:ext cx="298104" cy="233969"/>
            </a:xfrm>
            <a:custGeom>
              <a:avLst/>
              <a:gdLst>
                <a:gd name="connsiteX0" fmla="*/ 107262 w 214498"/>
                <a:gd name="connsiteY0" fmla="*/ 168350 h 168350"/>
                <a:gd name="connsiteX1" fmla="*/ 106279 w 214498"/>
                <a:gd name="connsiteY1" fmla="*/ 168084 h 168350"/>
                <a:gd name="connsiteX2" fmla="*/ 957 w 214498"/>
                <a:gd name="connsiteY2" fmla="*/ 106970 h 168350"/>
                <a:gd name="connsiteX3" fmla="*/ 0 w 214498"/>
                <a:gd name="connsiteY3" fmla="*/ 105295 h 168350"/>
                <a:gd name="connsiteX4" fmla="*/ 0 w 214498"/>
                <a:gd name="connsiteY4" fmla="*/ 63985 h 168350"/>
                <a:gd name="connsiteX5" fmla="*/ 957 w 214498"/>
                <a:gd name="connsiteY5" fmla="*/ 62311 h 168350"/>
                <a:gd name="connsiteX6" fmla="*/ 106279 w 214498"/>
                <a:gd name="connsiteY6" fmla="*/ 266 h 168350"/>
                <a:gd name="connsiteX7" fmla="*/ 107262 w 214498"/>
                <a:gd name="connsiteY7" fmla="*/ 0 h 168350"/>
                <a:gd name="connsiteX8" fmla="*/ 108246 w 214498"/>
                <a:gd name="connsiteY8" fmla="*/ 266 h 168350"/>
                <a:gd name="connsiteX9" fmla="*/ 213541 w 214498"/>
                <a:gd name="connsiteY9" fmla="*/ 62311 h 168350"/>
                <a:gd name="connsiteX10" fmla="*/ 214498 w 214498"/>
                <a:gd name="connsiteY10" fmla="*/ 63985 h 168350"/>
                <a:gd name="connsiteX11" fmla="*/ 214498 w 214498"/>
                <a:gd name="connsiteY11" fmla="*/ 105295 h 168350"/>
                <a:gd name="connsiteX12" fmla="*/ 213541 w 214498"/>
                <a:gd name="connsiteY12" fmla="*/ 106970 h 168350"/>
                <a:gd name="connsiteX13" fmla="*/ 108219 w 214498"/>
                <a:gd name="connsiteY13" fmla="*/ 168111 h 168350"/>
                <a:gd name="connsiteX14" fmla="*/ 107262 w 214498"/>
                <a:gd name="connsiteY14" fmla="*/ 168350 h 1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50">
                  <a:moveTo>
                    <a:pt x="107262" y="168350"/>
                  </a:moveTo>
                  <a:cubicBezTo>
                    <a:pt x="106917" y="168350"/>
                    <a:pt x="106598" y="168270"/>
                    <a:pt x="106279" y="168084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50"/>
                    <a:pt x="107262" y="168350"/>
                  </a:cubicBezTo>
                  <a:close/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5" name="任意多边形: 形状 2764">
              <a:extLst>
                <a:ext uri="{FF2B5EF4-FFF2-40B4-BE49-F238E27FC236}">
                  <a16:creationId xmlns:a16="http://schemas.microsoft.com/office/drawing/2014/main" id="{482DF805-0C6C-79B6-E895-BA5D678232E7}"/>
                </a:ext>
              </a:extLst>
            </p:cNvPr>
            <p:cNvSpPr/>
            <p:nvPr/>
          </p:nvSpPr>
          <p:spPr>
            <a:xfrm>
              <a:off x="2426067" y="1603671"/>
              <a:ext cx="303498" cy="239437"/>
            </a:xfrm>
            <a:custGeom>
              <a:avLst/>
              <a:gdLst>
                <a:gd name="connsiteX0" fmla="*/ 109230 w 218379"/>
                <a:gd name="connsiteY0" fmla="*/ 3908 h 172284"/>
                <a:gd name="connsiteX1" fmla="*/ 214525 w 218379"/>
                <a:gd name="connsiteY1" fmla="*/ 65952 h 172284"/>
                <a:gd name="connsiteX2" fmla="*/ 214525 w 218379"/>
                <a:gd name="connsiteY2" fmla="*/ 107262 h 172284"/>
                <a:gd name="connsiteX3" fmla="*/ 197352 w 218379"/>
                <a:gd name="connsiteY3" fmla="*/ 117231 h 172284"/>
                <a:gd name="connsiteX4" fmla="*/ 109230 w 218379"/>
                <a:gd name="connsiteY4" fmla="*/ 168377 h 172284"/>
                <a:gd name="connsiteX5" fmla="*/ 21080 w 218379"/>
                <a:gd name="connsiteY5" fmla="*/ 117231 h 172284"/>
                <a:gd name="connsiteX6" fmla="*/ 3908 w 218379"/>
                <a:gd name="connsiteY6" fmla="*/ 107262 h 172284"/>
                <a:gd name="connsiteX7" fmla="*/ 3908 w 218379"/>
                <a:gd name="connsiteY7" fmla="*/ 65952 h 172284"/>
                <a:gd name="connsiteX8" fmla="*/ 109230 w 218379"/>
                <a:gd name="connsiteY8" fmla="*/ 3908 h 172284"/>
                <a:gd name="connsiteX9" fmla="*/ 109230 w 218379"/>
                <a:gd name="connsiteY9" fmla="*/ 0 h 172284"/>
                <a:gd name="connsiteX10" fmla="*/ 107262 w 218379"/>
                <a:gd name="connsiteY10" fmla="*/ 532 h 172284"/>
                <a:gd name="connsiteX11" fmla="*/ 1914 w 218379"/>
                <a:gd name="connsiteY11" fmla="*/ 62603 h 172284"/>
                <a:gd name="connsiteX12" fmla="*/ 0 w 218379"/>
                <a:gd name="connsiteY12" fmla="*/ 65952 h 172284"/>
                <a:gd name="connsiteX13" fmla="*/ 0 w 218379"/>
                <a:gd name="connsiteY13" fmla="*/ 107262 h 172284"/>
                <a:gd name="connsiteX14" fmla="*/ 1941 w 218379"/>
                <a:gd name="connsiteY14" fmla="*/ 110612 h 172284"/>
                <a:gd name="connsiteX15" fmla="*/ 19113 w 218379"/>
                <a:gd name="connsiteY15" fmla="*/ 120581 h 172284"/>
                <a:gd name="connsiteX16" fmla="*/ 107262 w 218379"/>
                <a:gd name="connsiteY16" fmla="*/ 171753 h 172284"/>
                <a:gd name="connsiteX17" fmla="*/ 109203 w 218379"/>
                <a:gd name="connsiteY17" fmla="*/ 172284 h 172284"/>
                <a:gd name="connsiteX18" fmla="*/ 111144 w 218379"/>
                <a:gd name="connsiteY18" fmla="*/ 171753 h 172284"/>
                <a:gd name="connsiteX19" fmla="*/ 199266 w 218379"/>
                <a:gd name="connsiteY19" fmla="*/ 120581 h 172284"/>
                <a:gd name="connsiteX20" fmla="*/ 216439 w 218379"/>
                <a:gd name="connsiteY20" fmla="*/ 110612 h 172284"/>
                <a:gd name="connsiteX21" fmla="*/ 218379 w 218379"/>
                <a:gd name="connsiteY21" fmla="*/ 107262 h 172284"/>
                <a:gd name="connsiteX22" fmla="*/ 218379 w 218379"/>
                <a:gd name="connsiteY22" fmla="*/ 65952 h 172284"/>
                <a:gd name="connsiteX23" fmla="*/ 216465 w 218379"/>
                <a:gd name="connsiteY23" fmla="*/ 62603 h 172284"/>
                <a:gd name="connsiteX24" fmla="*/ 111197 w 218379"/>
                <a:gd name="connsiteY24" fmla="*/ 558 h 172284"/>
                <a:gd name="connsiteX25" fmla="*/ 109230 w 218379"/>
                <a:gd name="connsiteY25" fmla="*/ 0 h 17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84">
                  <a:moveTo>
                    <a:pt x="109230" y="3908"/>
                  </a:moveTo>
                  <a:lnTo>
                    <a:pt x="214525" y="65952"/>
                  </a:lnTo>
                  <a:lnTo>
                    <a:pt x="214525" y="107262"/>
                  </a:lnTo>
                  <a:lnTo>
                    <a:pt x="197352" y="117231"/>
                  </a:lnTo>
                  <a:lnTo>
                    <a:pt x="109230" y="168377"/>
                  </a:lnTo>
                  <a:lnTo>
                    <a:pt x="21080" y="117231"/>
                  </a:lnTo>
                  <a:lnTo>
                    <a:pt x="3908" y="107262"/>
                  </a:lnTo>
                  <a:lnTo>
                    <a:pt x="3908" y="65952"/>
                  </a:lnTo>
                  <a:lnTo>
                    <a:pt x="109230" y="3908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603"/>
                  </a:lnTo>
                  <a:cubicBezTo>
                    <a:pt x="718" y="63294"/>
                    <a:pt x="0" y="64570"/>
                    <a:pt x="0" y="65952"/>
                  </a:cubicBezTo>
                  <a:lnTo>
                    <a:pt x="0" y="107262"/>
                  </a:lnTo>
                  <a:cubicBezTo>
                    <a:pt x="0" y="108645"/>
                    <a:pt x="744" y="109921"/>
                    <a:pt x="1941" y="110612"/>
                  </a:cubicBezTo>
                  <a:lnTo>
                    <a:pt x="19113" y="120581"/>
                  </a:lnTo>
                  <a:lnTo>
                    <a:pt x="107262" y="171753"/>
                  </a:lnTo>
                  <a:cubicBezTo>
                    <a:pt x="107874" y="172098"/>
                    <a:pt x="108538" y="172284"/>
                    <a:pt x="109203" y="172284"/>
                  </a:cubicBezTo>
                  <a:cubicBezTo>
                    <a:pt x="109868" y="172284"/>
                    <a:pt x="110559" y="172098"/>
                    <a:pt x="111144" y="171753"/>
                  </a:cubicBezTo>
                  <a:lnTo>
                    <a:pt x="199266" y="120581"/>
                  </a:lnTo>
                  <a:lnTo>
                    <a:pt x="216439" y="110612"/>
                  </a:lnTo>
                  <a:cubicBezTo>
                    <a:pt x="217635" y="109921"/>
                    <a:pt x="218379" y="108645"/>
                    <a:pt x="218379" y="107262"/>
                  </a:cubicBezTo>
                  <a:lnTo>
                    <a:pt x="218379" y="65952"/>
                  </a:lnTo>
                  <a:cubicBezTo>
                    <a:pt x="218379" y="64570"/>
                    <a:pt x="217662" y="63294"/>
                    <a:pt x="216465" y="62603"/>
                  </a:cubicBezTo>
                  <a:lnTo>
                    <a:pt x="111197" y="558"/>
                  </a:lnTo>
                  <a:cubicBezTo>
                    <a:pt x="110585" y="186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6" name="任意多边形: 形状 2765">
              <a:extLst>
                <a:ext uri="{FF2B5EF4-FFF2-40B4-BE49-F238E27FC236}">
                  <a16:creationId xmlns:a16="http://schemas.microsoft.com/office/drawing/2014/main" id="{70A74270-EC18-6655-AA77-D3113F4F6F08}"/>
                </a:ext>
              </a:extLst>
            </p:cNvPr>
            <p:cNvSpPr/>
            <p:nvPr/>
          </p:nvSpPr>
          <p:spPr>
            <a:xfrm>
              <a:off x="2431461" y="1609102"/>
              <a:ext cx="292747" cy="171754"/>
            </a:xfrm>
            <a:custGeom>
              <a:avLst/>
              <a:gdLst>
                <a:gd name="connsiteX0" fmla="*/ 0 w 210643"/>
                <a:gd name="connsiteY0" fmla="*/ 62045 h 123584"/>
                <a:gd name="connsiteX1" fmla="*/ 105322 w 210643"/>
                <a:gd name="connsiteY1" fmla="*/ 123584 h 123584"/>
                <a:gd name="connsiteX2" fmla="*/ 210644 w 210643"/>
                <a:gd name="connsiteY2" fmla="*/ 62045 h 123584"/>
                <a:gd name="connsiteX3" fmla="*/ 105348 w 210643"/>
                <a:gd name="connsiteY3" fmla="*/ 0 h 12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584">
                  <a:moveTo>
                    <a:pt x="0" y="62045"/>
                  </a:moveTo>
                  <a:lnTo>
                    <a:pt x="105322" y="123584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7" name="任意多边形: 形状 2766">
              <a:extLst>
                <a:ext uri="{FF2B5EF4-FFF2-40B4-BE49-F238E27FC236}">
                  <a16:creationId xmlns:a16="http://schemas.microsoft.com/office/drawing/2014/main" id="{C05EFF21-1697-D89C-0BC2-EA607B27DC93}"/>
                </a:ext>
              </a:extLst>
            </p:cNvPr>
            <p:cNvSpPr/>
            <p:nvPr/>
          </p:nvSpPr>
          <p:spPr>
            <a:xfrm>
              <a:off x="2452641" y="1707054"/>
              <a:ext cx="250347" cy="76499"/>
            </a:xfrm>
            <a:custGeom>
              <a:avLst/>
              <a:gdLst>
                <a:gd name="connsiteX0" fmla="*/ 90081 w 180135"/>
                <a:gd name="connsiteY0" fmla="*/ 55045 h 55044"/>
                <a:gd name="connsiteX1" fmla="*/ 89097 w 180135"/>
                <a:gd name="connsiteY1" fmla="*/ 54779 h 55044"/>
                <a:gd name="connsiteX2" fmla="*/ 975 w 180135"/>
                <a:gd name="connsiteY2" fmla="*/ 3633 h 55044"/>
                <a:gd name="connsiteX3" fmla="*/ 257 w 180135"/>
                <a:gd name="connsiteY3" fmla="*/ 975 h 55044"/>
                <a:gd name="connsiteX4" fmla="*/ 2915 w 180135"/>
                <a:gd name="connsiteY4" fmla="*/ 257 h 55044"/>
                <a:gd name="connsiteX5" fmla="*/ 90081 w 180135"/>
                <a:gd name="connsiteY5" fmla="*/ 50871 h 55044"/>
                <a:gd name="connsiteX6" fmla="*/ 177220 w 180135"/>
                <a:gd name="connsiteY6" fmla="*/ 284 h 55044"/>
                <a:gd name="connsiteX7" fmla="*/ 179878 w 180135"/>
                <a:gd name="connsiteY7" fmla="*/ 1001 h 55044"/>
                <a:gd name="connsiteX8" fmla="*/ 179161 w 180135"/>
                <a:gd name="connsiteY8" fmla="*/ 3660 h 55044"/>
                <a:gd name="connsiteX9" fmla="*/ 91065 w 180135"/>
                <a:gd name="connsiteY9" fmla="*/ 54805 h 55044"/>
                <a:gd name="connsiteX10" fmla="*/ 90081 w 180135"/>
                <a:gd name="connsiteY10" fmla="*/ 55045 h 5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0135" h="55044">
                  <a:moveTo>
                    <a:pt x="90081" y="55045"/>
                  </a:moveTo>
                  <a:cubicBezTo>
                    <a:pt x="89735" y="55045"/>
                    <a:pt x="89416" y="54965"/>
                    <a:pt x="89097" y="54779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45"/>
                    <a:pt x="90081" y="55045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8" name="任意多边形: 形状 2767">
              <a:extLst>
                <a:ext uri="{FF2B5EF4-FFF2-40B4-BE49-F238E27FC236}">
                  <a16:creationId xmlns:a16="http://schemas.microsoft.com/office/drawing/2014/main" id="{2F0784BC-E8B4-7F39-37D2-18F774A7C684}"/>
                </a:ext>
              </a:extLst>
            </p:cNvPr>
            <p:cNvSpPr/>
            <p:nvPr/>
          </p:nvSpPr>
          <p:spPr>
            <a:xfrm>
              <a:off x="2474116" y="1742014"/>
              <a:ext cx="91578" cy="54581"/>
            </a:xfrm>
            <a:custGeom>
              <a:avLst/>
              <a:gdLst>
                <a:gd name="connsiteX0" fmla="*/ 6630 w 65894"/>
                <a:gd name="connsiteY0" fmla="*/ 6816 h 39273"/>
                <a:gd name="connsiteX1" fmla="*/ 5593 w 65894"/>
                <a:gd name="connsiteY1" fmla="*/ 6524 h 39273"/>
                <a:gd name="connsiteX2" fmla="*/ 914 w 65894"/>
                <a:gd name="connsiteY2" fmla="*/ 3599 h 39273"/>
                <a:gd name="connsiteX3" fmla="*/ 303 w 65894"/>
                <a:gd name="connsiteY3" fmla="*/ 915 h 39273"/>
                <a:gd name="connsiteX4" fmla="*/ 2988 w 65894"/>
                <a:gd name="connsiteY4" fmla="*/ 303 h 39273"/>
                <a:gd name="connsiteX5" fmla="*/ 7667 w 65894"/>
                <a:gd name="connsiteY5" fmla="*/ 3227 h 39273"/>
                <a:gd name="connsiteX6" fmla="*/ 8278 w 65894"/>
                <a:gd name="connsiteY6" fmla="*/ 5912 h 39273"/>
                <a:gd name="connsiteX7" fmla="*/ 6630 w 65894"/>
                <a:gd name="connsiteY7" fmla="*/ 6816 h 39273"/>
                <a:gd name="connsiteX8" fmla="*/ 18087 w 65894"/>
                <a:gd name="connsiteY8" fmla="*/ 13302 h 39273"/>
                <a:gd name="connsiteX9" fmla="*/ 17050 w 65894"/>
                <a:gd name="connsiteY9" fmla="*/ 13010 h 39273"/>
                <a:gd name="connsiteX10" fmla="*/ 12372 w 65894"/>
                <a:gd name="connsiteY10" fmla="*/ 10086 h 39273"/>
                <a:gd name="connsiteX11" fmla="*/ 11760 w 65894"/>
                <a:gd name="connsiteY11" fmla="*/ 7401 h 39273"/>
                <a:gd name="connsiteX12" fmla="*/ 14445 w 65894"/>
                <a:gd name="connsiteY12" fmla="*/ 6789 h 39273"/>
                <a:gd name="connsiteX13" fmla="*/ 19124 w 65894"/>
                <a:gd name="connsiteY13" fmla="*/ 9713 h 39273"/>
                <a:gd name="connsiteX14" fmla="*/ 19735 w 65894"/>
                <a:gd name="connsiteY14" fmla="*/ 12398 h 39273"/>
                <a:gd name="connsiteX15" fmla="*/ 18087 w 65894"/>
                <a:gd name="connsiteY15" fmla="*/ 13302 h 39273"/>
                <a:gd name="connsiteX16" fmla="*/ 29544 w 65894"/>
                <a:gd name="connsiteY16" fmla="*/ 19815 h 39273"/>
                <a:gd name="connsiteX17" fmla="*/ 28508 w 65894"/>
                <a:gd name="connsiteY17" fmla="*/ 19523 h 39273"/>
                <a:gd name="connsiteX18" fmla="*/ 23829 w 65894"/>
                <a:gd name="connsiteY18" fmla="*/ 16598 h 39273"/>
                <a:gd name="connsiteX19" fmla="*/ 23218 w 65894"/>
                <a:gd name="connsiteY19" fmla="*/ 13914 h 39273"/>
                <a:gd name="connsiteX20" fmla="*/ 25903 w 65894"/>
                <a:gd name="connsiteY20" fmla="*/ 13302 h 39273"/>
                <a:gd name="connsiteX21" fmla="*/ 30581 w 65894"/>
                <a:gd name="connsiteY21" fmla="*/ 16226 h 39273"/>
                <a:gd name="connsiteX22" fmla="*/ 31193 w 65894"/>
                <a:gd name="connsiteY22" fmla="*/ 18911 h 39273"/>
                <a:gd name="connsiteX23" fmla="*/ 29544 w 65894"/>
                <a:gd name="connsiteY23" fmla="*/ 19815 h 39273"/>
                <a:gd name="connsiteX24" fmla="*/ 41028 w 65894"/>
                <a:gd name="connsiteY24" fmla="*/ 26301 h 39273"/>
                <a:gd name="connsiteX25" fmla="*/ 39992 w 65894"/>
                <a:gd name="connsiteY25" fmla="*/ 26009 h 39273"/>
                <a:gd name="connsiteX26" fmla="*/ 35313 w 65894"/>
                <a:gd name="connsiteY26" fmla="*/ 23085 h 39273"/>
                <a:gd name="connsiteX27" fmla="*/ 34702 w 65894"/>
                <a:gd name="connsiteY27" fmla="*/ 20400 h 39273"/>
                <a:gd name="connsiteX28" fmla="*/ 37386 w 65894"/>
                <a:gd name="connsiteY28" fmla="*/ 19788 h 39273"/>
                <a:gd name="connsiteX29" fmla="*/ 42065 w 65894"/>
                <a:gd name="connsiteY29" fmla="*/ 22713 h 39273"/>
                <a:gd name="connsiteX30" fmla="*/ 42676 w 65894"/>
                <a:gd name="connsiteY30" fmla="*/ 25397 h 39273"/>
                <a:gd name="connsiteX31" fmla="*/ 41028 w 65894"/>
                <a:gd name="connsiteY31" fmla="*/ 26301 h 39273"/>
                <a:gd name="connsiteX32" fmla="*/ 52486 w 65894"/>
                <a:gd name="connsiteY32" fmla="*/ 32788 h 39273"/>
                <a:gd name="connsiteX33" fmla="*/ 51449 w 65894"/>
                <a:gd name="connsiteY33" fmla="*/ 32495 h 39273"/>
                <a:gd name="connsiteX34" fmla="*/ 46770 w 65894"/>
                <a:gd name="connsiteY34" fmla="*/ 29571 h 39273"/>
                <a:gd name="connsiteX35" fmla="*/ 46159 w 65894"/>
                <a:gd name="connsiteY35" fmla="*/ 26886 h 39273"/>
                <a:gd name="connsiteX36" fmla="*/ 48844 w 65894"/>
                <a:gd name="connsiteY36" fmla="*/ 26275 h 39273"/>
                <a:gd name="connsiteX37" fmla="*/ 53522 w 65894"/>
                <a:gd name="connsiteY37" fmla="*/ 29199 h 39273"/>
                <a:gd name="connsiteX38" fmla="*/ 54134 w 65894"/>
                <a:gd name="connsiteY38" fmla="*/ 31884 h 39273"/>
                <a:gd name="connsiteX39" fmla="*/ 52486 w 65894"/>
                <a:gd name="connsiteY39" fmla="*/ 32788 h 39273"/>
                <a:gd name="connsiteX40" fmla="*/ 63943 w 65894"/>
                <a:gd name="connsiteY40" fmla="*/ 39274 h 39273"/>
                <a:gd name="connsiteX41" fmla="*/ 62906 w 65894"/>
                <a:gd name="connsiteY41" fmla="*/ 38981 h 39273"/>
                <a:gd name="connsiteX42" fmla="*/ 58227 w 65894"/>
                <a:gd name="connsiteY42" fmla="*/ 36057 h 39273"/>
                <a:gd name="connsiteX43" fmla="*/ 57616 w 65894"/>
                <a:gd name="connsiteY43" fmla="*/ 33372 h 39273"/>
                <a:gd name="connsiteX44" fmla="*/ 60301 w 65894"/>
                <a:gd name="connsiteY44" fmla="*/ 32761 h 39273"/>
                <a:gd name="connsiteX45" fmla="*/ 64980 w 65894"/>
                <a:gd name="connsiteY45" fmla="*/ 35685 h 39273"/>
                <a:gd name="connsiteX46" fmla="*/ 65591 w 65894"/>
                <a:gd name="connsiteY46" fmla="*/ 38370 h 39273"/>
                <a:gd name="connsiteX47" fmla="*/ 63943 w 65894"/>
                <a:gd name="connsiteY47" fmla="*/ 39274 h 39273"/>
                <a:gd name="connsiteX48" fmla="*/ 6630 w 65894"/>
                <a:gd name="connsiteY48" fmla="*/ 20320 h 39273"/>
                <a:gd name="connsiteX49" fmla="*/ 5593 w 65894"/>
                <a:gd name="connsiteY49" fmla="*/ 20028 h 39273"/>
                <a:gd name="connsiteX50" fmla="*/ 914 w 65894"/>
                <a:gd name="connsiteY50" fmla="*/ 17104 h 39273"/>
                <a:gd name="connsiteX51" fmla="*/ 303 w 65894"/>
                <a:gd name="connsiteY51" fmla="*/ 14419 h 39273"/>
                <a:gd name="connsiteX52" fmla="*/ 2988 w 65894"/>
                <a:gd name="connsiteY52" fmla="*/ 13807 h 39273"/>
                <a:gd name="connsiteX53" fmla="*/ 7667 w 65894"/>
                <a:gd name="connsiteY53" fmla="*/ 16731 h 39273"/>
                <a:gd name="connsiteX54" fmla="*/ 8278 w 65894"/>
                <a:gd name="connsiteY54" fmla="*/ 19416 h 39273"/>
                <a:gd name="connsiteX55" fmla="*/ 6630 w 65894"/>
                <a:gd name="connsiteY55" fmla="*/ 20320 h 39273"/>
                <a:gd name="connsiteX56" fmla="*/ 18087 w 65894"/>
                <a:gd name="connsiteY56" fmla="*/ 26806 h 39273"/>
                <a:gd name="connsiteX57" fmla="*/ 17050 w 65894"/>
                <a:gd name="connsiteY57" fmla="*/ 26514 h 39273"/>
                <a:gd name="connsiteX58" fmla="*/ 12372 w 65894"/>
                <a:gd name="connsiteY58" fmla="*/ 23590 h 39273"/>
                <a:gd name="connsiteX59" fmla="*/ 11760 w 65894"/>
                <a:gd name="connsiteY59" fmla="*/ 20905 h 39273"/>
                <a:gd name="connsiteX60" fmla="*/ 14445 w 65894"/>
                <a:gd name="connsiteY60" fmla="*/ 20294 h 39273"/>
                <a:gd name="connsiteX61" fmla="*/ 19124 w 65894"/>
                <a:gd name="connsiteY61" fmla="*/ 23218 h 39273"/>
                <a:gd name="connsiteX62" fmla="*/ 19735 w 65894"/>
                <a:gd name="connsiteY62" fmla="*/ 25903 h 39273"/>
                <a:gd name="connsiteX63" fmla="*/ 18087 w 65894"/>
                <a:gd name="connsiteY63" fmla="*/ 26806 h 39273"/>
                <a:gd name="connsiteX64" fmla="*/ 29544 w 65894"/>
                <a:gd name="connsiteY64" fmla="*/ 33293 h 39273"/>
                <a:gd name="connsiteX65" fmla="*/ 28508 w 65894"/>
                <a:gd name="connsiteY65" fmla="*/ 33000 h 39273"/>
                <a:gd name="connsiteX66" fmla="*/ 23829 w 65894"/>
                <a:gd name="connsiteY66" fmla="*/ 30076 h 39273"/>
                <a:gd name="connsiteX67" fmla="*/ 23218 w 65894"/>
                <a:gd name="connsiteY67" fmla="*/ 27391 h 39273"/>
                <a:gd name="connsiteX68" fmla="*/ 25903 w 65894"/>
                <a:gd name="connsiteY68" fmla="*/ 26780 h 39273"/>
                <a:gd name="connsiteX69" fmla="*/ 30581 w 65894"/>
                <a:gd name="connsiteY69" fmla="*/ 29704 h 39273"/>
                <a:gd name="connsiteX70" fmla="*/ 31193 w 65894"/>
                <a:gd name="connsiteY70" fmla="*/ 32389 h 39273"/>
                <a:gd name="connsiteX71" fmla="*/ 29544 w 65894"/>
                <a:gd name="connsiteY71" fmla="*/ 33293 h 3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5894" h="39273">
                  <a:moveTo>
                    <a:pt x="6630" y="6816"/>
                  </a:moveTo>
                  <a:cubicBezTo>
                    <a:pt x="6284" y="6816"/>
                    <a:pt x="5912" y="6710"/>
                    <a:pt x="5593" y="6524"/>
                  </a:cubicBezTo>
                  <a:lnTo>
                    <a:pt x="914" y="3599"/>
                  </a:lnTo>
                  <a:cubicBezTo>
                    <a:pt x="11" y="3041"/>
                    <a:pt x="-282" y="1845"/>
                    <a:pt x="303" y="915"/>
                  </a:cubicBezTo>
                  <a:cubicBezTo>
                    <a:pt x="861" y="11"/>
                    <a:pt x="2058" y="-282"/>
                    <a:pt x="2988" y="303"/>
                  </a:cubicBezTo>
                  <a:lnTo>
                    <a:pt x="7667" y="3227"/>
                  </a:lnTo>
                  <a:cubicBezTo>
                    <a:pt x="8570" y="3785"/>
                    <a:pt x="8863" y="4982"/>
                    <a:pt x="8278" y="5912"/>
                  </a:cubicBezTo>
                  <a:cubicBezTo>
                    <a:pt x="7906" y="6497"/>
                    <a:pt x="7294" y="6816"/>
                    <a:pt x="6630" y="6816"/>
                  </a:cubicBezTo>
                  <a:close/>
                  <a:moveTo>
                    <a:pt x="18087" y="13302"/>
                  </a:moveTo>
                  <a:cubicBezTo>
                    <a:pt x="17742" y="13302"/>
                    <a:pt x="17369" y="13196"/>
                    <a:pt x="17050" y="13010"/>
                  </a:cubicBezTo>
                  <a:lnTo>
                    <a:pt x="12372" y="10086"/>
                  </a:lnTo>
                  <a:cubicBezTo>
                    <a:pt x="11468" y="9527"/>
                    <a:pt x="11176" y="8331"/>
                    <a:pt x="11760" y="7401"/>
                  </a:cubicBezTo>
                  <a:cubicBezTo>
                    <a:pt x="12319" y="6497"/>
                    <a:pt x="13515" y="6205"/>
                    <a:pt x="14445" y="6789"/>
                  </a:cubicBezTo>
                  <a:lnTo>
                    <a:pt x="19124" y="9713"/>
                  </a:lnTo>
                  <a:cubicBezTo>
                    <a:pt x="20028" y="10272"/>
                    <a:pt x="20320" y="11468"/>
                    <a:pt x="19735" y="12398"/>
                  </a:cubicBezTo>
                  <a:cubicBezTo>
                    <a:pt x="19390" y="12983"/>
                    <a:pt x="18752" y="13302"/>
                    <a:pt x="18087" y="13302"/>
                  </a:cubicBezTo>
                  <a:close/>
                  <a:moveTo>
                    <a:pt x="29544" y="19815"/>
                  </a:moveTo>
                  <a:cubicBezTo>
                    <a:pt x="29199" y="19815"/>
                    <a:pt x="28827" y="19709"/>
                    <a:pt x="28508" y="19523"/>
                  </a:cubicBezTo>
                  <a:lnTo>
                    <a:pt x="23829" y="16598"/>
                  </a:lnTo>
                  <a:cubicBezTo>
                    <a:pt x="22925" y="16040"/>
                    <a:pt x="22633" y="14844"/>
                    <a:pt x="23218" y="13914"/>
                  </a:cubicBezTo>
                  <a:cubicBezTo>
                    <a:pt x="23776" y="13010"/>
                    <a:pt x="24972" y="12717"/>
                    <a:pt x="25903" y="13302"/>
                  </a:cubicBezTo>
                  <a:lnTo>
                    <a:pt x="30581" y="16226"/>
                  </a:lnTo>
                  <a:cubicBezTo>
                    <a:pt x="31485" y="16785"/>
                    <a:pt x="31777" y="17981"/>
                    <a:pt x="31193" y="18911"/>
                  </a:cubicBezTo>
                  <a:cubicBezTo>
                    <a:pt x="30847" y="19496"/>
                    <a:pt x="30209" y="19815"/>
                    <a:pt x="29544" y="19815"/>
                  </a:cubicBezTo>
                  <a:close/>
                  <a:moveTo>
                    <a:pt x="41028" y="26301"/>
                  </a:moveTo>
                  <a:cubicBezTo>
                    <a:pt x="40683" y="26301"/>
                    <a:pt x="40311" y="26195"/>
                    <a:pt x="39992" y="26009"/>
                  </a:cubicBezTo>
                  <a:lnTo>
                    <a:pt x="35313" y="23085"/>
                  </a:lnTo>
                  <a:cubicBezTo>
                    <a:pt x="34409" y="22526"/>
                    <a:pt x="34117" y="21330"/>
                    <a:pt x="34702" y="20400"/>
                  </a:cubicBezTo>
                  <a:cubicBezTo>
                    <a:pt x="35260" y="19496"/>
                    <a:pt x="36456" y="19204"/>
                    <a:pt x="37386" y="19788"/>
                  </a:cubicBezTo>
                  <a:lnTo>
                    <a:pt x="42065" y="22713"/>
                  </a:lnTo>
                  <a:cubicBezTo>
                    <a:pt x="42969" y="23271"/>
                    <a:pt x="43261" y="24467"/>
                    <a:pt x="42676" y="25397"/>
                  </a:cubicBezTo>
                  <a:cubicBezTo>
                    <a:pt x="42304" y="25982"/>
                    <a:pt x="41666" y="26301"/>
                    <a:pt x="41028" y="26301"/>
                  </a:cubicBezTo>
                  <a:close/>
                  <a:moveTo>
                    <a:pt x="52486" y="32788"/>
                  </a:moveTo>
                  <a:cubicBezTo>
                    <a:pt x="52140" y="32788"/>
                    <a:pt x="51768" y="32681"/>
                    <a:pt x="51449" y="32495"/>
                  </a:cubicBezTo>
                  <a:lnTo>
                    <a:pt x="46770" y="29571"/>
                  </a:lnTo>
                  <a:cubicBezTo>
                    <a:pt x="45866" y="29013"/>
                    <a:pt x="45574" y="27817"/>
                    <a:pt x="46159" y="26886"/>
                  </a:cubicBezTo>
                  <a:cubicBezTo>
                    <a:pt x="46717" y="25982"/>
                    <a:pt x="47913" y="25690"/>
                    <a:pt x="48844" y="26275"/>
                  </a:cubicBezTo>
                  <a:lnTo>
                    <a:pt x="53522" y="29199"/>
                  </a:lnTo>
                  <a:cubicBezTo>
                    <a:pt x="54426" y="29757"/>
                    <a:pt x="54719" y="30953"/>
                    <a:pt x="54134" y="31884"/>
                  </a:cubicBezTo>
                  <a:cubicBezTo>
                    <a:pt x="53762" y="32469"/>
                    <a:pt x="53124" y="32788"/>
                    <a:pt x="52486" y="32788"/>
                  </a:cubicBezTo>
                  <a:close/>
                  <a:moveTo>
                    <a:pt x="63943" y="39274"/>
                  </a:moveTo>
                  <a:cubicBezTo>
                    <a:pt x="63597" y="39274"/>
                    <a:pt x="63225" y="39167"/>
                    <a:pt x="62906" y="38981"/>
                  </a:cubicBezTo>
                  <a:lnTo>
                    <a:pt x="58227" y="36057"/>
                  </a:lnTo>
                  <a:cubicBezTo>
                    <a:pt x="57324" y="35499"/>
                    <a:pt x="57031" y="34303"/>
                    <a:pt x="57616" y="33372"/>
                  </a:cubicBezTo>
                  <a:cubicBezTo>
                    <a:pt x="58174" y="32469"/>
                    <a:pt x="59397" y="32176"/>
                    <a:pt x="60301" y="32761"/>
                  </a:cubicBezTo>
                  <a:lnTo>
                    <a:pt x="64980" y="35685"/>
                  </a:lnTo>
                  <a:cubicBezTo>
                    <a:pt x="65883" y="36243"/>
                    <a:pt x="66176" y="37440"/>
                    <a:pt x="65591" y="38370"/>
                  </a:cubicBezTo>
                  <a:cubicBezTo>
                    <a:pt x="65219" y="38955"/>
                    <a:pt x="64581" y="39274"/>
                    <a:pt x="63943" y="39274"/>
                  </a:cubicBezTo>
                  <a:close/>
                  <a:moveTo>
                    <a:pt x="6630" y="20320"/>
                  </a:moveTo>
                  <a:cubicBezTo>
                    <a:pt x="6284" y="20320"/>
                    <a:pt x="5912" y="20214"/>
                    <a:pt x="5593" y="20028"/>
                  </a:cubicBezTo>
                  <a:lnTo>
                    <a:pt x="914" y="17104"/>
                  </a:lnTo>
                  <a:cubicBezTo>
                    <a:pt x="11" y="16545"/>
                    <a:pt x="-282" y="15349"/>
                    <a:pt x="303" y="14419"/>
                  </a:cubicBezTo>
                  <a:cubicBezTo>
                    <a:pt x="861" y="13515"/>
                    <a:pt x="2058" y="13222"/>
                    <a:pt x="2988" y="13807"/>
                  </a:cubicBezTo>
                  <a:lnTo>
                    <a:pt x="7667" y="16731"/>
                  </a:lnTo>
                  <a:cubicBezTo>
                    <a:pt x="8570" y="17290"/>
                    <a:pt x="8863" y="18486"/>
                    <a:pt x="8278" y="19416"/>
                  </a:cubicBezTo>
                  <a:cubicBezTo>
                    <a:pt x="7906" y="20001"/>
                    <a:pt x="7294" y="20320"/>
                    <a:pt x="6630" y="20320"/>
                  </a:cubicBezTo>
                  <a:close/>
                  <a:moveTo>
                    <a:pt x="18087" y="26806"/>
                  </a:moveTo>
                  <a:cubicBezTo>
                    <a:pt x="17742" y="26806"/>
                    <a:pt x="17369" y="26700"/>
                    <a:pt x="17050" y="26514"/>
                  </a:cubicBezTo>
                  <a:lnTo>
                    <a:pt x="12372" y="23590"/>
                  </a:lnTo>
                  <a:cubicBezTo>
                    <a:pt x="11468" y="23032"/>
                    <a:pt x="11176" y="21835"/>
                    <a:pt x="11760" y="20905"/>
                  </a:cubicBezTo>
                  <a:cubicBezTo>
                    <a:pt x="12319" y="20001"/>
                    <a:pt x="13515" y="19709"/>
                    <a:pt x="14445" y="20294"/>
                  </a:cubicBezTo>
                  <a:lnTo>
                    <a:pt x="19124" y="23218"/>
                  </a:lnTo>
                  <a:cubicBezTo>
                    <a:pt x="20028" y="23776"/>
                    <a:pt x="20320" y="24972"/>
                    <a:pt x="19735" y="25903"/>
                  </a:cubicBezTo>
                  <a:cubicBezTo>
                    <a:pt x="19390" y="26487"/>
                    <a:pt x="18752" y="26806"/>
                    <a:pt x="18087" y="26806"/>
                  </a:cubicBezTo>
                  <a:close/>
                  <a:moveTo>
                    <a:pt x="29544" y="33293"/>
                  </a:moveTo>
                  <a:cubicBezTo>
                    <a:pt x="29199" y="33293"/>
                    <a:pt x="28827" y="33186"/>
                    <a:pt x="28508" y="33000"/>
                  </a:cubicBezTo>
                  <a:lnTo>
                    <a:pt x="23829" y="30076"/>
                  </a:lnTo>
                  <a:cubicBezTo>
                    <a:pt x="22925" y="29518"/>
                    <a:pt x="22633" y="28322"/>
                    <a:pt x="23218" y="27391"/>
                  </a:cubicBezTo>
                  <a:cubicBezTo>
                    <a:pt x="23776" y="26487"/>
                    <a:pt x="24972" y="26195"/>
                    <a:pt x="25903" y="26780"/>
                  </a:cubicBezTo>
                  <a:lnTo>
                    <a:pt x="30581" y="29704"/>
                  </a:lnTo>
                  <a:cubicBezTo>
                    <a:pt x="31485" y="30262"/>
                    <a:pt x="31777" y="31458"/>
                    <a:pt x="31193" y="32389"/>
                  </a:cubicBezTo>
                  <a:cubicBezTo>
                    <a:pt x="30847" y="32974"/>
                    <a:pt x="30209" y="33293"/>
                    <a:pt x="29544" y="33293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9" name="任意多边形: 形状 2768">
              <a:extLst>
                <a:ext uri="{FF2B5EF4-FFF2-40B4-BE49-F238E27FC236}">
                  <a16:creationId xmlns:a16="http://schemas.microsoft.com/office/drawing/2014/main" id="{08F259D6-82D0-ADAF-32D8-636A57F6CFA1}"/>
                </a:ext>
              </a:extLst>
            </p:cNvPr>
            <p:cNvSpPr/>
            <p:nvPr/>
          </p:nvSpPr>
          <p:spPr>
            <a:xfrm>
              <a:off x="2490682" y="1640283"/>
              <a:ext cx="175005" cy="104257"/>
            </a:xfrm>
            <a:custGeom>
              <a:avLst/>
              <a:gdLst>
                <a:gd name="connsiteX0" fmla="*/ 125924 w 125923"/>
                <a:gd name="connsiteY0" fmla="*/ 37509 h 75017"/>
                <a:gd name="connsiteX1" fmla="*/ 103700 w 125923"/>
                <a:gd name="connsiteY1" fmla="*/ 27699 h 75017"/>
                <a:gd name="connsiteX2" fmla="*/ 103727 w 125923"/>
                <a:gd name="connsiteY2" fmla="*/ 32777 h 75017"/>
                <a:gd name="connsiteX3" fmla="*/ 79244 w 125923"/>
                <a:gd name="connsiteY3" fmla="*/ 32777 h 75017"/>
                <a:gd name="connsiteX4" fmla="*/ 79324 w 125923"/>
                <a:gd name="connsiteY4" fmla="*/ 42214 h 75017"/>
                <a:gd name="connsiteX5" fmla="*/ 103753 w 125923"/>
                <a:gd name="connsiteY5" fmla="*/ 42214 h 75017"/>
                <a:gd name="connsiteX6" fmla="*/ 103780 w 125923"/>
                <a:gd name="connsiteY6" fmla="*/ 47291 h 75017"/>
                <a:gd name="connsiteX7" fmla="*/ 125924 w 125923"/>
                <a:gd name="connsiteY7" fmla="*/ 37509 h 75017"/>
                <a:gd name="connsiteX8" fmla="*/ 46627 w 125923"/>
                <a:gd name="connsiteY8" fmla="*/ 32777 h 75017"/>
                <a:gd name="connsiteX9" fmla="*/ 22170 w 125923"/>
                <a:gd name="connsiteY9" fmla="*/ 32750 h 75017"/>
                <a:gd name="connsiteX10" fmla="*/ 22117 w 125923"/>
                <a:gd name="connsiteY10" fmla="*/ 27699 h 75017"/>
                <a:gd name="connsiteX11" fmla="*/ 0 w 125923"/>
                <a:gd name="connsiteY11" fmla="*/ 37509 h 75017"/>
                <a:gd name="connsiteX12" fmla="*/ 22250 w 125923"/>
                <a:gd name="connsiteY12" fmla="*/ 47291 h 75017"/>
                <a:gd name="connsiteX13" fmla="*/ 22223 w 125923"/>
                <a:gd name="connsiteY13" fmla="*/ 42214 h 75017"/>
                <a:gd name="connsiteX14" fmla="*/ 46653 w 125923"/>
                <a:gd name="connsiteY14" fmla="*/ 42214 h 75017"/>
                <a:gd name="connsiteX15" fmla="*/ 46627 w 125923"/>
                <a:gd name="connsiteY15" fmla="*/ 32777 h 75017"/>
                <a:gd name="connsiteX16" fmla="*/ 71189 w 125923"/>
                <a:gd name="connsiteY16" fmla="*/ 47956 h 75017"/>
                <a:gd name="connsiteX17" fmla="*/ 54894 w 125923"/>
                <a:gd name="connsiteY17" fmla="*/ 47982 h 75017"/>
                <a:gd name="connsiteX18" fmla="*/ 54974 w 125923"/>
                <a:gd name="connsiteY18" fmla="*/ 62151 h 75017"/>
                <a:gd name="connsiteX19" fmla="*/ 46228 w 125923"/>
                <a:gd name="connsiteY19" fmla="*/ 62151 h 75017"/>
                <a:gd name="connsiteX20" fmla="*/ 63188 w 125923"/>
                <a:gd name="connsiteY20" fmla="*/ 75017 h 75017"/>
                <a:gd name="connsiteX21" fmla="*/ 80015 w 125923"/>
                <a:gd name="connsiteY21" fmla="*/ 62151 h 75017"/>
                <a:gd name="connsiteX22" fmla="*/ 71296 w 125923"/>
                <a:gd name="connsiteY22" fmla="*/ 62178 h 75017"/>
                <a:gd name="connsiteX23" fmla="*/ 71189 w 125923"/>
                <a:gd name="connsiteY23" fmla="*/ 47956 h 75017"/>
                <a:gd name="connsiteX24" fmla="*/ 62762 w 125923"/>
                <a:gd name="connsiteY24" fmla="*/ 0 h 75017"/>
                <a:gd name="connsiteX25" fmla="*/ 45909 w 125923"/>
                <a:gd name="connsiteY25" fmla="*/ 12840 h 75017"/>
                <a:gd name="connsiteX26" fmla="*/ 54655 w 125923"/>
                <a:gd name="connsiteY26" fmla="*/ 12866 h 75017"/>
                <a:gd name="connsiteX27" fmla="*/ 54734 w 125923"/>
                <a:gd name="connsiteY27" fmla="*/ 27035 h 75017"/>
                <a:gd name="connsiteX28" fmla="*/ 71056 w 125923"/>
                <a:gd name="connsiteY28" fmla="*/ 27035 h 75017"/>
                <a:gd name="connsiteX29" fmla="*/ 70977 w 125923"/>
                <a:gd name="connsiteY29" fmla="*/ 12866 h 75017"/>
                <a:gd name="connsiteX30" fmla="*/ 79722 w 125923"/>
                <a:gd name="connsiteY30" fmla="*/ 12866 h 75017"/>
                <a:gd name="connsiteX31" fmla="*/ 62762 w 125923"/>
                <a:gd name="connsiteY31" fmla="*/ 0 h 7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923" h="75017">
                  <a:moveTo>
                    <a:pt x="125924" y="37509"/>
                  </a:moveTo>
                  <a:lnTo>
                    <a:pt x="103700" y="27699"/>
                  </a:lnTo>
                  <a:lnTo>
                    <a:pt x="103727" y="32777"/>
                  </a:lnTo>
                  <a:lnTo>
                    <a:pt x="79244" y="32777"/>
                  </a:lnTo>
                  <a:lnTo>
                    <a:pt x="79324" y="42214"/>
                  </a:lnTo>
                  <a:lnTo>
                    <a:pt x="103753" y="42214"/>
                  </a:lnTo>
                  <a:lnTo>
                    <a:pt x="103780" y="47291"/>
                  </a:lnTo>
                  <a:lnTo>
                    <a:pt x="125924" y="37509"/>
                  </a:lnTo>
                  <a:moveTo>
                    <a:pt x="46627" y="32777"/>
                  </a:moveTo>
                  <a:lnTo>
                    <a:pt x="22170" y="32750"/>
                  </a:lnTo>
                  <a:lnTo>
                    <a:pt x="22117" y="27699"/>
                  </a:lnTo>
                  <a:lnTo>
                    <a:pt x="0" y="37509"/>
                  </a:lnTo>
                  <a:lnTo>
                    <a:pt x="22250" y="47291"/>
                  </a:lnTo>
                  <a:lnTo>
                    <a:pt x="22223" y="42214"/>
                  </a:lnTo>
                  <a:lnTo>
                    <a:pt x="46653" y="42214"/>
                  </a:lnTo>
                  <a:lnTo>
                    <a:pt x="46627" y="32777"/>
                  </a:lnTo>
                  <a:moveTo>
                    <a:pt x="71189" y="47956"/>
                  </a:moveTo>
                  <a:lnTo>
                    <a:pt x="54894" y="47982"/>
                  </a:lnTo>
                  <a:lnTo>
                    <a:pt x="54974" y="62151"/>
                  </a:lnTo>
                  <a:lnTo>
                    <a:pt x="46228" y="62151"/>
                  </a:lnTo>
                  <a:lnTo>
                    <a:pt x="63188" y="75017"/>
                  </a:lnTo>
                  <a:lnTo>
                    <a:pt x="80015" y="62151"/>
                  </a:lnTo>
                  <a:lnTo>
                    <a:pt x="71296" y="62178"/>
                  </a:lnTo>
                  <a:lnTo>
                    <a:pt x="71189" y="47956"/>
                  </a:lnTo>
                  <a:moveTo>
                    <a:pt x="62762" y="0"/>
                  </a:moveTo>
                  <a:lnTo>
                    <a:pt x="45909" y="12840"/>
                  </a:lnTo>
                  <a:lnTo>
                    <a:pt x="54655" y="12866"/>
                  </a:lnTo>
                  <a:lnTo>
                    <a:pt x="54734" y="27035"/>
                  </a:lnTo>
                  <a:lnTo>
                    <a:pt x="71056" y="27035"/>
                  </a:lnTo>
                  <a:lnTo>
                    <a:pt x="70977" y="12866"/>
                  </a:lnTo>
                  <a:lnTo>
                    <a:pt x="79722" y="12866"/>
                  </a:lnTo>
                  <a:lnTo>
                    <a:pt x="62762" y="0"/>
                  </a:lnTo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cxnSp>
        <p:nvCxnSpPr>
          <p:cNvPr id="2770" name="直接连接符 2769">
            <a:extLst>
              <a:ext uri="{FF2B5EF4-FFF2-40B4-BE49-F238E27FC236}">
                <a16:creationId xmlns:a16="http://schemas.microsoft.com/office/drawing/2014/main" id="{DD2DD423-8903-857C-9018-0767366C9072}"/>
              </a:ext>
            </a:extLst>
          </p:cNvPr>
          <p:cNvCxnSpPr>
            <a:cxnSpLocks/>
          </p:cNvCxnSpPr>
          <p:nvPr/>
        </p:nvCxnSpPr>
        <p:spPr>
          <a:xfrm>
            <a:off x="9307275" y="1136015"/>
            <a:ext cx="0" cy="56931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1" name="文本框 2770">
            <a:extLst>
              <a:ext uri="{FF2B5EF4-FFF2-40B4-BE49-F238E27FC236}">
                <a16:creationId xmlns:a16="http://schemas.microsoft.com/office/drawing/2014/main" id="{B9D11976-F48A-4F5F-B2FC-AA6A53285574}"/>
              </a:ext>
            </a:extLst>
          </p:cNvPr>
          <p:cNvSpPr txBox="1"/>
          <p:nvPr/>
        </p:nvSpPr>
        <p:spPr>
          <a:xfrm>
            <a:off x="5498967" y="1136015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外网区</a:t>
            </a:r>
          </a:p>
        </p:txBody>
      </p:sp>
      <p:sp>
        <p:nvSpPr>
          <p:cNvPr id="2772" name="文本框 2771">
            <a:extLst>
              <a:ext uri="{FF2B5EF4-FFF2-40B4-BE49-F238E27FC236}">
                <a16:creationId xmlns:a16="http://schemas.microsoft.com/office/drawing/2014/main" id="{4D0569A2-9DC1-27B0-6E09-5DFF23350004}"/>
              </a:ext>
            </a:extLst>
          </p:cNvPr>
          <p:cNvSpPr txBox="1"/>
          <p:nvPr/>
        </p:nvSpPr>
        <p:spPr>
          <a:xfrm>
            <a:off x="3714923" y="113601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内网区</a:t>
            </a:r>
          </a:p>
        </p:txBody>
      </p:sp>
      <p:sp>
        <p:nvSpPr>
          <p:cNvPr id="2773" name="文本框 2772">
            <a:extLst>
              <a:ext uri="{FF2B5EF4-FFF2-40B4-BE49-F238E27FC236}">
                <a16:creationId xmlns:a16="http://schemas.microsoft.com/office/drawing/2014/main" id="{4739802A-4485-1074-C0E5-C396EF21ADB2}"/>
              </a:ext>
            </a:extLst>
          </p:cNvPr>
          <p:cNvSpPr txBox="1"/>
          <p:nvPr/>
        </p:nvSpPr>
        <p:spPr>
          <a:xfrm>
            <a:off x="9480944" y="113601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广域网</a:t>
            </a:r>
          </a:p>
        </p:txBody>
      </p:sp>
      <p:sp>
        <p:nvSpPr>
          <p:cNvPr id="2774" name="文本框 2773">
            <a:extLst>
              <a:ext uri="{FF2B5EF4-FFF2-40B4-BE49-F238E27FC236}">
                <a16:creationId xmlns:a16="http://schemas.microsoft.com/office/drawing/2014/main" id="{734592FC-828B-AA80-6ABD-7D34A755BC15}"/>
              </a:ext>
            </a:extLst>
          </p:cNvPr>
          <p:cNvSpPr txBox="1"/>
          <p:nvPr/>
        </p:nvSpPr>
        <p:spPr>
          <a:xfrm>
            <a:off x="9307274" y="4802453"/>
            <a:ext cx="857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出口防火墙</a:t>
            </a:r>
          </a:p>
        </p:txBody>
      </p:sp>
      <p:sp>
        <p:nvSpPr>
          <p:cNvPr id="2775" name="文本框 2774">
            <a:extLst>
              <a:ext uri="{FF2B5EF4-FFF2-40B4-BE49-F238E27FC236}">
                <a16:creationId xmlns:a16="http://schemas.microsoft.com/office/drawing/2014/main" id="{FC45E42B-6EF6-8039-C549-2D3A48EE4D77}"/>
              </a:ext>
            </a:extLst>
          </p:cNvPr>
          <p:cNvSpPr txBox="1"/>
          <p:nvPr/>
        </p:nvSpPr>
        <p:spPr>
          <a:xfrm>
            <a:off x="4479386" y="4826489"/>
            <a:ext cx="13195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外网隔离防火墙</a:t>
            </a:r>
          </a:p>
        </p:txBody>
      </p:sp>
      <p:grpSp>
        <p:nvGrpSpPr>
          <p:cNvPr id="2776" name="组合 2775">
            <a:extLst>
              <a:ext uri="{FF2B5EF4-FFF2-40B4-BE49-F238E27FC236}">
                <a16:creationId xmlns:a16="http://schemas.microsoft.com/office/drawing/2014/main" id="{06D69165-4151-568C-4C9E-A48E26845B67}"/>
              </a:ext>
            </a:extLst>
          </p:cNvPr>
          <p:cNvGrpSpPr/>
          <p:nvPr/>
        </p:nvGrpSpPr>
        <p:grpSpPr>
          <a:xfrm>
            <a:off x="2812113" y="4408995"/>
            <a:ext cx="403137" cy="396807"/>
            <a:chOff x="5551773" y="4276051"/>
            <a:chExt cx="218379" cy="214950"/>
          </a:xfrm>
        </p:grpSpPr>
        <p:sp>
          <p:nvSpPr>
            <p:cNvPr id="2777" name="任意多边形: 形状 2776">
              <a:extLst>
                <a:ext uri="{FF2B5EF4-FFF2-40B4-BE49-F238E27FC236}">
                  <a16:creationId xmlns:a16="http://schemas.microsoft.com/office/drawing/2014/main" id="{BA11884A-0D17-9B53-4DE7-63B334C76DE1}"/>
                </a:ext>
              </a:extLst>
            </p:cNvPr>
            <p:cNvSpPr/>
            <p:nvPr/>
          </p:nvSpPr>
          <p:spPr>
            <a:xfrm>
              <a:off x="5553740" y="4320684"/>
              <a:ext cx="214498" cy="168376"/>
            </a:xfrm>
            <a:custGeom>
              <a:avLst/>
              <a:gdLst>
                <a:gd name="connsiteX0" fmla="*/ 107262 w 214498"/>
                <a:gd name="connsiteY0" fmla="*/ 168377 h 168376"/>
                <a:gd name="connsiteX1" fmla="*/ 106279 w 214498"/>
                <a:gd name="connsiteY1" fmla="*/ 168111 h 168376"/>
                <a:gd name="connsiteX2" fmla="*/ 957 w 214498"/>
                <a:gd name="connsiteY2" fmla="*/ 106970 h 168376"/>
                <a:gd name="connsiteX3" fmla="*/ 0 w 214498"/>
                <a:gd name="connsiteY3" fmla="*/ 105295 h 168376"/>
                <a:gd name="connsiteX4" fmla="*/ 0 w 214498"/>
                <a:gd name="connsiteY4" fmla="*/ 63985 h 168376"/>
                <a:gd name="connsiteX5" fmla="*/ 957 w 214498"/>
                <a:gd name="connsiteY5" fmla="*/ 62311 h 168376"/>
                <a:gd name="connsiteX6" fmla="*/ 106279 w 214498"/>
                <a:gd name="connsiteY6" fmla="*/ 266 h 168376"/>
                <a:gd name="connsiteX7" fmla="*/ 107262 w 214498"/>
                <a:gd name="connsiteY7" fmla="*/ 0 h 168376"/>
                <a:gd name="connsiteX8" fmla="*/ 108246 w 214498"/>
                <a:gd name="connsiteY8" fmla="*/ 266 h 168376"/>
                <a:gd name="connsiteX9" fmla="*/ 213541 w 214498"/>
                <a:gd name="connsiteY9" fmla="*/ 62311 h 168376"/>
                <a:gd name="connsiteX10" fmla="*/ 214498 w 214498"/>
                <a:gd name="connsiteY10" fmla="*/ 63985 h 168376"/>
                <a:gd name="connsiteX11" fmla="*/ 214498 w 214498"/>
                <a:gd name="connsiteY11" fmla="*/ 105295 h 168376"/>
                <a:gd name="connsiteX12" fmla="*/ 213541 w 214498"/>
                <a:gd name="connsiteY12" fmla="*/ 106970 h 168376"/>
                <a:gd name="connsiteX13" fmla="*/ 108219 w 214498"/>
                <a:gd name="connsiteY13" fmla="*/ 168111 h 168376"/>
                <a:gd name="connsiteX14" fmla="*/ 107262 w 214498"/>
                <a:gd name="connsiteY14" fmla="*/ 168377 h 16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76">
                  <a:moveTo>
                    <a:pt x="107262" y="168377"/>
                  </a:moveTo>
                  <a:cubicBezTo>
                    <a:pt x="106917" y="168377"/>
                    <a:pt x="106598" y="168297"/>
                    <a:pt x="106279" y="168111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77"/>
                    <a:pt x="107262" y="168377"/>
                  </a:cubicBezTo>
                  <a:close/>
                </a:path>
              </a:pathLst>
            </a:custGeom>
            <a:solidFill>
              <a:srgbClr val="EB6005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8" name="任意多边形: 形状 2777">
              <a:extLst>
                <a:ext uri="{FF2B5EF4-FFF2-40B4-BE49-F238E27FC236}">
                  <a16:creationId xmlns:a16="http://schemas.microsoft.com/office/drawing/2014/main" id="{B2CE28CD-23DE-5DF9-4E53-C4D0B25E7A43}"/>
                </a:ext>
              </a:extLst>
            </p:cNvPr>
            <p:cNvSpPr/>
            <p:nvPr/>
          </p:nvSpPr>
          <p:spPr>
            <a:xfrm>
              <a:off x="5551773" y="4318744"/>
              <a:ext cx="218379" cy="172257"/>
            </a:xfrm>
            <a:custGeom>
              <a:avLst/>
              <a:gdLst>
                <a:gd name="connsiteX0" fmla="*/ 109230 w 218379"/>
                <a:gd name="connsiteY0" fmla="*/ 3881 h 172257"/>
                <a:gd name="connsiteX1" fmla="*/ 214525 w 218379"/>
                <a:gd name="connsiteY1" fmla="*/ 65926 h 172257"/>
                <a:gd name="connsiteX2" fmla="*/ 214525 w 218379"/>
                <a:gd name="connsiteY2" fmla="*/ 107236 h 172257"/>
                <a:gd name="connsiteX3" fmla="*/ 197352 w 218379"/>
                <a:gd name="connsiteY3" fmla="*/ 117204 h 172257"/>
                <a:gd name="connsiteX4" fmla="*/ 109230 w 218379"/>
                <a:gd name="connsiteY4" fmla="*/ 168350 h 172257"/>
                <a:gd name="connsiteX5" fmla="*/ 21080 w 218379"/>
                <a:gd name="connsiteY5" fmla="*/ 117204 h 172257"/>
                <a:gd name="connsiteX6" fmla="*/ 3908 w 218379"/>
                <a:gd name="connsiteY6" fmla="*/ 107236 h 172257"/>
                <a:gd name="connsiteX7" fmla="*/ 3908 w 218379"/>
                <a:gd name="connsiteY7" fmla="*/ 65926 h 172257"/>
                <a:gd name="connsiteX8" fmla="*/ 109230 w 218379"/>
                <a:gd name="connsiteY8" fmla="*/ 3881 h 172257"/>
                <a:gd name="connsiteX9" fmla="*/ 109230 w 218379"/>
                <a:gd name="connsiteY9" fmla="*/ 0 h 172257"/>
                <a:gd name="connsiteX10" fmla="*/ 107262 w 218379"/>
                <a:gd name="connsiteY10" fmla="*/ 532 h 172257"/>
                <a:gd name="connsiteX11" fmla="*/ 1914 w 218379"/>
                <a:gd name="connsiteY11" fmla="*/ 62576 h 172257"/>
                <a:gd name="connsiteX12" fmla="*/ 0 w 218379"/>
                <a:gd name="connsiteY12" fmla="*/ 65926 h 172257"/>
                <a:gd name="connsiteX13" fmla="*/ 0 w 218379"/>
                <a:gd name="connsiteY13" fmla="*/ 107236 h 172257"/>
                <a:gd name="connsiteX14" fmla="*/ 1941 w 218379"/>
                <a:gd name="connsiteY14" fmla="*/ 110585 h 172257"/>
                <a:gd name="connsiteX15" fmla="*/ 19113 w 218379"/>
                <a:gd name="connsiteY15" fmla="*/ 120554 h 172257"/>
                <a:gd name="connsiteX16" fmla="*/ 107262 w 218379"/>
                <a:gd name="connsiteY16" fmla="*/ 171726 h 172257"/>
                <a:gd name="connsiteX17" fmla="*/ 109203 w 218379"/>
                <a:gd name="connsiteY17" fmla="*/ 172258 h 172257"/>
                <a:gd name="connsiteX18" fmla="*/ 111144 w 218379"/>
                <a:gd name="connsiteY18" fmla="*/ 171726 h 172257"/>
                <a:gd name="connsiteX19" fmla="*/ 199266 w 218379"/>
                <a:gd name="connsiteY19" fmla="*/ 120554 h 172257"/>
                <a:gd name="connsiteX20" fmla="*/ 216439 w 218379"/>
                <a:gd name="connsiteY20" fmla="*/ 110585 h 172257"/>
                <a:gd name="connsiteX21" fmla="*/ 218379 w 218379"/>
                <a:gd name="connsiteY21" fmla="*/ 107236 h 172257"/>
                <a:gd name="connsiteX22" fmla="*/ 218379 w 218379"/>
                <a:gd name="connsiteY22" fmla="*/ 65926 h 172257"/>
                <a:gd name="connsiteX23" fmla="*/ 216465 w 218379"/>
                <a:gd name="connsiteY23" fmla="*/ 62576 h 172257"/>
                <a:gd name="connsiteX24" fmla="*/ 111197 w 218379"/>
                <a:gd name="connsiteY24" fmla="*/ 532 h 172257"/>
                <a:gd name="connsiteX25" fmla="*/ 109230 w 218379"/>
                <a:gd name="connsiteY25" fmla="*/ 0 h 172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57">
                  <a:moveTo>
                    <a:pt x="109230" y="3881"/>
                  </a:moveTo>
                  <a:lnTo>
                    <a:pt x="214525" y="65926"/>
                  </a:lnTo>
                  <a:lnTo>
                    <a:pt x="214525" y="107236"/>
                  </a:lnTo>
                  <a:lnTo>
                    <a:pt x="197352" y="117204"/>
                  </a:lnTo>
                  <a:lnTo>
                    <a:pt x="109230" y="168350"/>
                  </a:lnTo>
                  <a:lnTo>
                    <a:pt x="21080" y="117204"/>
                  </a:lnTo>
                  <a:lnTo>
                    <a:pt x="3908" y="107236"/>
                  </a:lnTo>
                  <a:lnTo>
                    <a:pt x="3908" y="65926"/>
                  </a:lnTo>
                  <a:lnTo>
                    <a:pt x="109230" y="3881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576"/>
                  </a:lnTo>
                  <a:cubicBezTo>
                    <a:pt x="718" y="63268"/>
                    <a:pt x="0" y="64544"/>
                    <a:pt x="0" y="65926"/>
                  </a:cubicBezTo>
                  <a:lnTo>
                    <a:pt x="0" y="107236"/>
                  </a:lnTo>
                  <a:cubicBezTo>
                    <a:pt x="0" y="108618"/>
                    <a:pt x="744" y="109894"/>
                    <a:pt x="1941" y="110585"/>
                  </a:cubicBezTo>
                  <a:lnTo>
                    <a:pt x="19113" y="120554"/>
                  </a:lnTo>
                  <a:lnTo>
                    <a:pt x="107262" y="171726"/>
                  </a:lnTo>
                  <a:cubicBezTo>
                    <a:pt x="107874" y="172072"/>
                    <a:pt x="108538" y="172258"/>
                    <a:pt x="109203" y="172258"/>
                  </a:cubicBezTo>
                  <a:cubicBezTo>
                    <a:pt x="109868" y="172258"/>
                    <a:pt x="110559" y="172072"/>
                    <a:pt x="111144" y="171726"/>
                  </a:cubicBezTo>
                  <a:lnTo>
                    <a:pt x="199266" y="120554"/>
                  </a:lnTo>
                  <a:lnTo>
                    <a:pt x="216439" y="110585"/>
                  </a:lnTo>
                  <a:cubicBezTo>
                    <a:pt x="217635" y="109894"/>
                    <a:pt x="218379" y="108618"/>
                    <a:pt x="218379" y="107236"/>
                  </a:cubicBezTo>
                  <a:lnTo>
                    <a:pt x="218379" y="65926"/>
                  </a:lnTo>
                  <a:cubicBezTo>
                    <a:pt x="218379" y="64544"/>
                    <a:pt x="217662" y="63268"/>
                    <a:pt x="216465" y="62576"/>
                  </a:cubicBezTo>
                  <a:lnTo>
                    <a:pt x="111197" y="532"/>
                  </a:lnTo>
                  <a:cubicBezTo>
                    <a:pt x="110585" y="159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9" name="任意多边形: 形状 2778">
              <a:extLst>
                <a:ext uri="{FF2B5EF4-FFF2-40B4-BE49-F238E27FC236}">
                  <a16:creationId xmlns:a16="http://schemas.microsoft.com/office/drawing/2014/main" id="{78FB873F-00C2-C5F9-F448-48047E0111C5}"/>
                </a:ext>
              </a:extLst>
            </p:cNvPr>
            <p:cNvSpPr/>
            <p:nvPr/>
          </p:nvSpPr>
          <p:spPr>
            <a:xfrm>
              <a:off x="5555654" y="4322625"/>
              <a:ext cx="210643" cy="123610"/>
            </a:xfrm>
            <a:custGeom>
              <a:avLst/>
              <a:gdLst>
                <a:gd name="connsiteX0" fmla="*/ 0 w 210643"/>
                <a:gd name="connsiteY0" fmla="*/ 62045 h 123610"/>
                <a:gd name="connsiteX1" fmla="*/ 105322 w 210643"/>
                <a:gd name="connsiteY1" fmla="*/ 123611 h 123610"/>
                <a:gd name="connsiteX2" fmla="*/ 210644 w 210643"/>
                <a:gd name="connsiteY2" fmla="*/ 62045 h 123610"/>
                <a:gd name="connsiteX3" fmla="*/ 105348 w 210643"/>
                <a:gd name="connsiteY3" fmla="*/ 0 h 12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610">
                  <a:moveTo>
                    <a:pt x="0" y="62045"/>
                  </a:moveTo>
                  <a:lnTo>
                    <a:pt x="105322" y="123611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rgbClr val="FFFFFF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0" name="任意多边形: 形状 2779">
              <a:extLst>
                <a:ext uri="{FF2B5EF4-FFF2-40B4-BE49-F238E27FC236}">
                  <a16:creationId xmlns:a16="http://schemas.microsoft.com/office/drawing/2014/main" id="{0E4EAF09-A9EB-4683-CCBE-C7B4CDEA483D}"/>
                </a:ext>
              </a:extLst>
            </p:cNvPr>
            <p:cNvSpPr/>
            <p:nvPr/>
          </p:nvSpPr>
          <p:spPr>
            <a:xfrm>
              <a:off x="5570894" y="4393105"/>
              <a:ext cx="180135" cy="64428"/>
            </a:xfrm>
            <a:custGeom>
              <a:avLst/>
              <a:gdLst>
                <a:gd name="connsiteX0" fmla="*/ 90081 w 180135"/>
                <a:gd name="connsiteY0" fmla="*/ 55071 h 64428"/>
                <a:gd name="connsiteX1" fmla="*/ 89097 w 180135"/>
                <a:gd name="connsiteY1" fmla="*/ 54805 h 64428"/>
                <a:gd name="connsiteX2" fmla="*/ 975 w 180135"/>
                <a:gd name="connsiteY2" fmla="*/ 3633 h 64428"/>
                <a:gd name="connsiteX3" fmla="*/ 257 w 180135"/>
                <a:gd name="connsiteY3" fmla="*/ 975 h 64428"/>
                <a:gd name="connsiteX4" fmla="*/ 2915 w 180135"/>
                <a:gd name="connsiteY4" fmla="*/ 257 h 64428"/>
                <a:gd name="connsiteX5" fmla="*/ 90081 w 180135"/>
                <a:gd name="connsiteY5" fmla="*/ 50871 h 64428"/>
                <a:gd name="connsiteX6" fmla="*/ 177220 w 180135"/>
                <a:gd name="connsiteY6" fmla="*/ 284 h 64428"/>
                <a:gd name="connsiteX7" fmla="*/ 179878 w 180135"/>
                <a:gd name="connsiteY7" fmla="*/ 1001 h 64428"/>
                <a:gd name="connsiteX8" fmla="*/ 179161 w 180135"/>
                <a:gd name="connsiteY8" fmla="*/ 3660 h 64428"/>
                <a:gd name="connsiteX9" fmla="*/ 91065 w 180135"/>
                <a:gd name="connsiteY9" fmla="*/ 54805 h 64428"/>
                <a:gd name="connsiteX10" fmla="*/ 90081 w 180135"/>
                <a:gd name="connsiteY10" fmla="*/ 55071 h 64428"/>
                <a:gd name="connsiteX11" fmla="*/ 22082 w 180135"/>
                <a:gd name="connsiteY11" fmla="*/ 31997 h 64428"/>
                <a:gd name="connsiteX12" fmla="*/ 21045 w 180135"/>
                <a:gd name="connsiteY12" fmla="*/ 31705 h 64428"/>
                <a:gd name="connsiteX13" fmla="*/ 16366 w 180135"/>
                <a:gd name="connsiteY13" fmla="*/ 28781 h 64428"/>
                <a:gd name="connsiteX14" fmla="*/ 15755 w 180135"/>
                <a:gd name="connsiteY14" fmla="*/ 26096 h 64428"/>
                <a:gd name="connsiteX15" fmla="*/ 18440 w 180135"/>
                <a:gd name="connsiteY15" fmla="*/ 25484 h 64428"/>
                <a:gd name="connsiteX16" fmla="*/ 23118 w 180135"/>
                <a:gd name="connsiteY16" fmla="*/ 28408 h 64428"/>
                <a:gd name="connsiteX17" fmla="*/ 23730 w 180135"/>
                <a:gd name="connsiteY17" fmla="*/ 31093 h 64428"/>
                <a:gd name="connsiteX18" fmla="*/ 22082 w 180135"/>
                <a:gd name="connsiteY18" fmla="*/ 31997 h 64428"/>
                <a:gd name="connsiteX19" fmla="*/ 33539 w 180135"/>
                <a:gd name="connsiteY19" fmla="*/ 38483 h 64428"/>
                <a:gd name="connsiteX20" fmla="*/ 32502 w 180135"/>
                <a:gd name="connsiteY20" fmla="*/ 38191 h 64428"/>
                <a:gd name="connsiteX21" fmla="*/ 27824 w 180135"/>
                <a:gd name="connsiteY21" fmla="*/ 35267 h 64428"/>
                <a:gd name="connsiteX22" fmla="*/ 27212 w 180135"/>
                <a:gd name="connsiteY22" fmla="*/ 32582 h 64428"/>
                <a:gd name="connsiteX23" fmla="*/ 29897 w 180135"/>
                <a:gd name="connsiteY23" fmla="*/ 31971 h 64428"/>
                <a:gd name="connsiteX24" fmla="*/ 34576 w 180135"/>
                <a:gd name="connsiteY24" fmla="*/ 34895 h 64428"/>
                <a:gd name="connsiteX25" fmla="*/ 35187 w 180135"/>
                <a:gd name="connsiteY25" fmla="*/ 37580 h 64428"/>
                <a:gd name="connsiteX26" fmla="*/ 33539 w 180135"/>
                <a:gd name="connsiteY26" fmla="*/ 38483 h 64428"/>
                <a:gd name="connsiteX27" fmla="*/ 44996 w 180135"/>
                <a:gd name="connsiteY27" fmla="*/ 44970 h 64428"/>
                <a:gd name="connsiteX28" fmla="*/ 43960 w 180135"/>
                <a:gd name="connsiteY28" fmla="*/ 44677 h 64428"/>
                <a:gd name="connsiteX29" fmla="*/ 39281 w 180135"/>
                <a:gd name="connsiteY29" fmla="*/ 41753 h 64428"/>
                <a:gd name="connsiteX30" fmla="*/ 38669 w 180135"/>
                <a:gd name="connsiteY30" fmla="*/ 39068 h 64428"/>
                <a:gd name="connsiteX31" fmla="*/ 41354 w 180135"/>
                <a:gd name="connsiteY31" fmla="*/ 38457 h 64428"/>
                <a:gd name="connsiteX32" fmla="*/ 46033 w 180135"/>
                <a:gd name="connsiteY32" fmla="*/ 41381 h 64428"/>
                <a:gd name="connsiteX33" fmla="*/ 46644 w 180135"/>
                <a:gd name="connsiteY33" fmla="*/ 44066 h 64428"/>
                <a:gd name="connsiteX34" fmla="*/ 44996 w 180135"/>
                <a:gd name="connsiteY34" fmla="*/ 44970 h 64428"/>
                <a:gd name="connsiteX35" fmla="*/ 56480 w 180135"/>
                <a:gd name="connsiteY35" fmla="*/ 51456 h 64428"/>
                <a:gd name="connsiteX36" fmla="*/ 55443 w 180135"/>
                <a:gd name="connsiteY36" fmla="*/ 51164 h 64428"/>
                <a:gd name="connsiteX37" fmla="*/ 50765 w 180135"/>
                <a:gd name="connsiteY37" fmla="*/ 48239 h 64428"/>
                <a:gd name="connsiteX38" fmla="*/ 50153 w 180135"/>
                <a:gd name="connsiteY38" fmla="*/ 45554 h 64428"/>
                <a:gd name="connsiteX39" fmla="*/ 52838 w 180135"/>
                <a:gd name="connsiteY39" fmla="*/ 44943 h 64428"/>
                <a:gd name="connsiteX40" fmla="*/ 57517 w 180135"/>
                <a:gd name="connsiteY40" fmla="*/ 47867 h 64428"/>
                <a:gd name="connsiteX41" fmla="*/ 58128 w 180135"/>
                <a:gd name="connsiteY41" fmla="*/ 50552 h 64428"/>
                <a:gd name="connsiteX42" fmla="*/ 56480 w 180135"/>
                <a:gd name="connsiteY42" fmla="*/ 51456 h 64428"/>
                <a:gd name="connsiteX43" fmla="*/ 67937 w 180135"/>
                <a:gd name="connsiteY43" fmla="*/ 57942 h 64428"/>
                <a:gd name="connsiteX44" fmla="*/ 66901 w 180135"/>
                <a:gd name="connsiteY44" fmla="*/ 57650 h 64428"/>
                <a:gd name="connsiteX45" fmla="*/ 62222 w 180135"/>
                <a:gd name="connsiteY45" fmla="*/ 54726 h 64428"/>
                <a:gd name="connsiteX46" fmla="*/ 61611 w 180135"/>
                <a:gd name="connsiteY46" fmla="*/ 52041 h 64428"/>
                <a:gd name="connsiteX47" fmla="*/ 64296 w 180135"/>
                <a:gd name="connsiteY47" fmla="*/ 51429 h 64428"/>
                <a:gd name="connsiteX48" fmla="*/ 68974 w 180135"/>
                <a:gd name="connsiteY48" fmla="*/ 54353 h 64428"/>
                <a:gd name="connsiteX49" fmla="*/ 69586 w 180135"/>
                <a:gd name="connsiteY49" fmla="*/ 57038 h 64428"/>
                <a:gd name="connsiteX50" fmla="*/ 67937 w 180135"/>
                <a:gd name="connsiteY50" fmla="*/ 57942 h 64428"/>
                <a:gd name="connsiteX51" fmla="*/ 79395 w 180135"/>
                <a:gd name="connsiteY51" fmla="*/ 64428 h 64428"/>
                <a:gd name="connsiteX52" fmla="*/ 78358 w 180135"/>
                <a:gd name="connsiteY52" fmla="*/ 64136 h 64428"/>
                <a:gd name="connsiteX53" fmla="*/ 73679 w 180135"/>
                <a:gd name="connsiteY53" fmla="*/ 61212 h 64428"/>
                <a:gd name="connsiteX54" fmla="*/ 73068 w 180135"/>
                <a:gd name="connsiteY54" fmla="*/ 58527 h 64428"/>
                <a:gd name="connsiteX55" fmla="*/ 75753 w 180135"/>
                <a:gd name="connsiteY55" fmla="*/ 57916 h 64428"/>
                <a:gd name="connsiteX56" fmla="*/ 80431 w 180135"/>
                <a:gd name="connsiteY56" fmla="*/ 60840 h 64428"/>
                <a:gd name="connsiteX57" fmla="*/ 81043 w 180135"/>
                <a:gd name="connsiteY57" fmla="*/ 63525 h 64428"/>
                <a:gd name="connsiteX58" fmla="*/ 79395 w 180135"/>
                <a:gd name="connsiteY58" fmla="*/ 64428 h 64428"/>
                <a:gd name="connsiteX59" fmla="*/ 22082 w 180135"/>
                <a:gd name="connsiteY59" fmla="*/ 45475 h 64428"/>
                <a:gd name="connsiteX60" fmla="*/ 21045 w 180135"/>
                <a:gd name="connsiteY60" fmla="*/ 45182 h 64428"/>
                <a:gd name="connsiteX61" fmla="*/ 16366 w 180135"/>
                <a:gd name="connsiteY61" fmla="*/ 42258 h 64428"/>
                <a:gd name="connsiteX62" fmla="*/ 15755 w 180135"/>
                <a:gd name="connsiteY62" fmla="*/ 39573 h 64428"/>
                <a:gd name="connsiteX63" fmla="*/ 18440 w 180135"/>
                <a:gd name="connsiteY63" fmla="*/ 38962 h 64428"/>
                <a:gd name="connsiteX64" fmla="*/ 23118 w 180135"/>
                <a:gd name="connsiteY64" fmla="*/ 41886 h 64428"/>
                <a:gd name="connsiteX65" fmla="*/ 23730 w 180135"/>
                <a:gd name="connsiteY65" fmla="*/ 44571 h 64428"/>
                <a:gd name="connsiteX66" fmla="*/ 22082 w 180135"/>
                <a:gd name="connsiteY66" fmla="*/ 45475 h 64428"/>
                <a:gd name="connsiteX67" fmla="*/ 33539 w 180135"/>
                <a:gd name="connsiteY67" fmla="*/ 51988 h 64428"/>
                <a:gd name="connsiteX68" fmla="*/ 32502 w 180135"/>
                <a:gd name="connsiteY68" fmla="*/ 51695 h 64428"/>
                <a:gd name="connsiteX69" fmla="*/ 27824 w 180135"/>
                <a:gd name="connsiteY69" fmla="*/ 48771 h 64428"/>
                <a:gd name="connsiteX70" fmla="*/ 27212 w 180135"/>
                <a:gd name="connsiteY70" fmla="*/ 46086 h 64428"/>
                <a:gd name="connsiteX71" fmla="*/ 29897 w 180135"/>
                <a:gd name="connsiteY71" fmla="*/ 45475 h 64428"/>
                <a:gd name="connsiteX72" fmla="*/ 34576 w 180135"/>
                <a:gd name="connsiteY72" fmla="*/ 48399 h 64428"/>
                <a:gd name="connsiteX73" fmla="*/ 35187 w 180135"/>
                <a:gd name="connsiteY73" fmla="*/ 51084 h 64428"/>
                <a:gd name="connsiteX74" fmla="*/ 33539 w 180135"/>
                <a:gd name="connsiteY74" fmla="*/ 51988 h 64428"/>
                <a:gd name="connsiteX75" fmla="*/ 44996 w 180135"/>
                <a:gd name="connsiteY75" fmla="*/ 58474 h 64428"/>
                <a:gd name="connsiteX76" fmla="*/ 43960 w 180135"/>
                <a:gd name="connsiteY76" fmla="*/ 58181 h 64428"/>
                <a:gd name="connsiteX77" fmla="*/ 39281 w 180135"/>
                <a:gd name="connsiteY77" fmla="*/ 55257 h 64428"/>
                <a:gd name="connsiteX78" fmla="*/ 38669 w 180135"/>
                <a:gd name="connsiteY78" fmla="*/ 52572 h 64428"/>
                <a:gd name="connsiteX79" fmla="*/ 41354 w 180135"/>
                <a:gd name="connsiteY79" fmla="*/ 51961 h 64428"/>
                <a:gd name="connsiteX80" fmla="*/ 46033 w 180135"/>
                <a:gd name="connsiteY80" fmla="*/ 54885 h 64428"/>
                <a:gd name="connsiteX81" fmla="*/ 46644 w 180135"/>
                <a:gd name="connsiteY81" fmla="*/ 57570 h 64428"/>
                <a:gd name="connsiteX82" fmla="*/ 44996 w 180135"/>
                <a:gd name="connsiteY82" fmla="*/ 58474 h 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80135" h="64428">
                  <a:moveTo>
                    <a:pt x="90081" y="55071"/>
                  </a:moveTo>
                  <a:cubicBezTo>
                    <a:pt x="89735" y="55071"/>
                    <a:pt x="89416" y="54991"/>
                    <a:pt x="89097" y="54805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71"/>
                    <a:pt x="90081" y="55071"/>
                  </a:cubicBezTo>
                  <a:close/>
                  <a:moveTo>
                    <a:pt x="22082" y="31997"/>
                  </a:moveTo>
                  <a:cubicBezTo>
                    <a:pt x="21736" y="31997"/>
                    <a:pt x="21364" y="31891"/>
                    <a:pt x="21045" y="31705"/>
                  </a:cubicBezTo>
                  <a:lnTo>
                    <a:pt x="16366" y="28781"/>
                  </a:lnTo>
                  <a:cubicBezTo>
                    <a:pt x="15463" y="28222"/>
                    <a:pt x="15170" y="27026"/>
                    <a:pt x="15755" y="26096"/>
                  </a:cubicBezTo>
                  <a:cubicBezTo>
                    <a:pt x="16313" y="25192"/>
                    <a:pt x="17509" y="24899"/>
                    <a:pt x="18440" y="25484"/>
                  </a:cubicBezTo>
                  <a:lnTo>
                    <a:pt x="23118" y="28408"/>
                  </a:lnTo>
                  <a:cubicBezTo>
                    <a:pt x="24022" y="28967"/>
                    <a:pt x="24315" y="30163"/>
                    <a:pt x="23730" y="31093"/>
                  </a:cubicBezTo>
                  <a:cubicBezTo>
                    <a:pt x="23358" y="31652"/>
                    <a:pt x="22746" y="31997"/>
                    <a:pt x="22082" y="31997"/>
                  </a:cubicBezTo>
                  <a:close/>
                  <a:moveTo>
                    <a:pt x="33539" y="38483"/>
                  </a:moveTo>
                  <a:cubicBezTo>
                    <a:pt x="33193" y="38483"/>
                    <a:pt x="32821" y="38377"/>
                    <a:pt x="32502" y="38191"/>
                  </a:cubicBezTo>
                  <a:lnTo>
                    <a:pt x="27824" y="35267"/>
                  </a:lnTo>
                  <a:cubicBezTo>
                    <a:pt x="26920" y="34709"/>
                    <a:pt x="26627" y="33512"/>
                    <a:pt x="27212" y="32582"/>
                  </a:cubicBezTo>
                  <a:cubicBezTo>
                    <a:pt x="27770" y="31678"/>
                    <a:pt x="28967" y="31386"/>
                    <a:pt x="29897" y="31971"/>
                  </a:cubicBezTo>
                  <a:lnTo>
                    <a:pt x="34576" y="34895"/>
                  </a:lnTo>
                  <a:cubicBezTo>
                    <a:pt x="35480" y="35453"/>
                    <a:pt x="35772" y="36649"/>
                    <a:pt x="35187" y="37580"/>
                  </a:cubicBezTo>
                  <a:cubicBezTo>
                    <a:pt x="34842" y="38164"/>
                    <a:pt x="34204" y="38483"/>
                    <a:pt x="33539" y="38483"/>
                  </a:cubicBezTo>
                  <a:close/>
                  <a:moveTo>
                    <a:pt x="44996" y="44970"/>
                  </a:moveTo>
                  <a:cubicBezTo>
                    <a:pt x="44651" y="44970"/>
                    <a:pt x="44279" y="44863"/>
                    <a:pt x="43960" y="44677"/>
                  </a:cubicBezTo>
                  <a:lnTo>
                    <a:pt x="39281" y="41753"/>
                  </a:lnTo>
                  <a:cubicBezTo>
                    <a:pt x="38377" y="41195"/>
                    <a:pt x="38085" y="39999"/>
                    <a:pt x="38669" y="39068"/>
                  </a:cubicBezTo>
                  <a:cubicBezTo>
                    <a:pt x="39228" y="38164"/>
                    <a:pt x="40424" y="37872"/>
                    <a:pt x="41354" y="38457"/>
                  </a:cubicBezTo>
                  <a:lnTo>
                    <a:pt x="46033" y="41381"/>
                  </a:lnTo>
                  <a:cubicBezTo>
                    <a:pt x="46937" y="41939"/>
                    <a:pt x="47229" y="43135"/>
                    <a:pt x="46644" y="44066"/>
                  </a:cubicBezTo>
                  <a:cubicBezTo>
                    <a:pt x="46299" y="44651"/>
                    <a:pt x="45661" y="44970"/>
                    <a:pt x="44996" y="44970"/>
                  </a:cubicBezTo>
                  <a:close/>
                  <a:moveTo>
                    <a:pt x="56480" y="51456"/>
                  </a:moveTo>
                  <a:cubicBezTo>
                    <a:pt x="56135" y="51456"/>
                    <a:pt x="55762" y="51350"/>
                    <a:pt x="55443" y="51164"/>
                  </a:cubicBezTo>
                  <a:lnTo>
                    <a:pt x="50765" y="48239"/>
                  </a:lnTo>
                  <a:cubicBezTo>
                    <a:pt x="49861" y="47681"/>
                    <a:pt x="49569" y="46485"/>
                    <a:pt x="50153" y="45554"/>
                  </a:cubicBezTo>
                  <a:cubicBezTo>
                    <a:pt x="50712" y="44651"/>
                    <a:pt x="51908" y="44358"/>
                    <a:pt x="52838" y="44943"/>
                  </a:cubicBezTo>
                  <a:lnTo>
                    <a:pt x="57517" y="47867"/>
                  </a:lnTo>
                  <a:cubicBezTo>
                    <a:pt x="58421" y="48425"/>
                    <a:pt x="58713" y="49622"/>
                    <a:pt x="58128" y="50552"/>
                  </a:cubicBezTo>
                  <a:cubicBezTo>
                    <a:pt x="57756" y="51137"/>
                    <a:pt x="57118" y="51456"/>
                    <a:pt x="56480" y="51456"/>
                  </a:cubicBezTo>
                  <a:close/>
                  <a:moveTo>
                    <a:pt x="67937" y="57942"/>
                  </a:moveTo>
                  <a:cubicBezTo>
                    <a:pt x="67592" y="57942"/>
                    <a:pt x="67220" y="57836"/>
                    <a:pt x="66901" y="57650"/>
                  </a:cubicBezTo>
                  <a:lnTo>
                    <a:pt x="62222" y="54726"/>
                  </a:lnTo>
                  <a:cubicBezTo>
                    <a:pt x="61318" y="54167"/>
                    <a:pt x="61026" y="52971"/>
                    <a:pt x="61611" y="52041"/>
                  </a:cubicBezTo>
                  <a:cubicBezTo>
                    <a:pt x="62169" y="51137"/>
                    <a:pt x="63365" y="50845"/>
                    <a:pt x="64296" y="51429"/>
                  </a:cubicBezTo>
                  <a:lnTo>
                    <a:pt x="68974" y="54353"/>
                  </a:lnTo>
                  <a:cubicBezTo>
                    <a:pt x="69878" y="54912"/>
                    <a:pt x="70170" y="56108"/>
                    <a:pt x="69586" y="57038"/>
                  </a:cubicBezTo>
                  <a:cubicBezTo>
                    <a:pt x="69213" y="57623"/>
                    <a:pt x="68575" y="57942"/>
                    <a:pt x="67937" y="57942"/>
                  </a:cubicBezTo>
                  <a:close/>
                  <a:moveTo>
                    <a:pt x="79395" y="64428"/>
                  </a:moveTo>
                  <a:cubicBezTo>
                    <a:pt x="79049" y="64428"/>
                    <a:pt x="78677" y="64322"/>
                    <a:pt x="78358" y="64136"/>
                  </a:cubicBezTo>
                  <a:lnTo>
                    <a:pt x="73679" y="61212"/>
                  </a:lnTo>
                  <a:cubicBezTo>
                    <a:pt x="72775" y="60654"/>
                    <a:pt x="72483" y="59457"/>
                    <a:pt x="73068" y="58527"/>
                  </a:cubicBezTo>
                  <a:cubicBezTo>
                    <a:pt x="73626" y="57623"/>
                    <a:pt x="74849" y="57331"/>
                    <a:pt x="75753" y="57916"/>
                  </a:cubicBezTo>
                  <a:lnTo>
                    <a:pt x="80431" y="60840"/>
                  </a:lnTo>
                  <a:cubicBezTo>
                    <a:pt x="81335" y="61398"/>
                    <a:pt x="81628" y="62594"/>
                    <a:pt x="81043" y="63525"/>
                  </a:cubicBezTo>
                  <a:cubicBezTo>
                    <a:pt x="80671" y="64109"/>
                    <a:pt x="80033" y="64428"/>
                    <a:pt x="79395" y="64428"/>
                  </a:cubicBezTo>
                  <a:close/>
                  <a:moveTo>
                    <a:pt x="22082" y="45475"/>
                  </a:moveTo>
                  <a:cubicBezTo>
                    <a:pt x="21736" y="45475"/>
                    <a:pt x="21364" y="45368"/>
                    <a:pt x="21045" y="45182"/>
                  </a:cubicBezTo>
                  <a:lnTo>
                    <a:pt x="16366" y="42258"/>
                  </a:lnTo>
                  <a:cubicBezTo>
                    <a:pt x="15463" y="41700"/>
                    <a:pt x="15170" y="40504"/>
                    <a:pt x="15755" y="39573"/>
                  </a:cubicBezTo>
                  <a:cubicBezTo>
                    <a:pt x="16313" y="38669"/>
                    <a:pt x="17509" y="38377"/>
                    <a:pt x="18440" y="38962"/>
                  </a:cubicBezTo>
                  <a:lnTo>
                    <a:pt x="23118" y="41886"/>
                  </a:lnTo>
                  <a:cubicBezTo>
                    <a:pt x="24022" y="42444"/>
                    <a:pt x="24315" y="43641"/>
                    <a:pt x="23730" y="44571"/>
                  </a:cubicBezTo>
                  <a:cubicBezTo>
                    <a:pt x="23358" y="45156"/>
                    <a:pt x="22746" y="45475"/>
                    <a:pt x="22082" y="45475"/>
                  </a:cubicBezTo>
                  <a:close/>
                  <a:moveTo>
                    <a:pt x="33539" y="51988"/>
                  </a:moveTo>
                  <a:cubicBezTo>
                    <a:pt x="33193" y="51988"/>
                    <a:pt x="32821" y="51881"/>
                    <a:pt x="32502" y="51695"/>
                  </a:cubicBezTo>
                  <a:lnTo>
                    <a:pt x="27824" y="48771"/>
                  </a:lnTo>
                  <a:cubicBezTo>
                    <a:pt x="26920" y="48213"/>
                    <a:pt x="26627" y="47017"/>
                    <a:pt x="27212" y="46086"/>
                  </a:cubicBezTo>
                  <a:cubicBezTo>
                    <a:pt x="27770" y="45182"/>
                    <a:pt x="28967" y="44890"/>
                    <a:pt x="29897" y="45475"/>
                  </a:cubicBezTo>
                  <a:lnTo>
                    <a:pt x="34576" y="48399"/>
                  </a:lnTo>
                  <a:cubicBezTo>
                    <a:pt x="35480" y="48957"/>
                    <a:pt x="35772" y="50153"/>
                    <a:pt x="35187" y="51084"/>
                  </a:cubicBezTo>
                  <a:cubicBezTo>
                    <a:pt x="34842" y="51642"/>
                    <a:pt x="34204" y="51988"/>
                    <a:pt x="33539" y="51988"/>
                  </a:cubicBezTo>
                  <a:close/>
                  <a:moveTo>
                    <a:pt x="44996" y="58474"/>
                  </a:moveTo>
                  <a:cubicBezTo>
                    <a:pt x="44651" y="58474"/>
                    <a:pt x="44279" y="58367"/>
                    <a:pt x="43960" y="58181"/>
                  </a:cubicBezTo>
                  <a:lnTo>
                    <a:pt x="39281" y="55257"/>
                  </a:lnTo>
                  <a:cubicBezTo>
                    <a:pt x="38377" y="54699"/>
                    <a:pt x="38085" y="53503"/>
                    <a:pt x="38669" y="52572"/>
                  </a:cubicBezTo>
                  <a:cubicBezTo>
                    <a:pt x="39228" y="51669"/>
                    <a:pt x="40424" y="51376"/>
                    <a:pt x="41354" y="51961"/>
                  </a:cubicBezTo>
                  <a:lnTo>
                    <a:pt x="46033" y="54885"/>
                  </a:lnTo>
                  <a:cubicBezTo>
                    <a:pt x="46937" y="55443"/>
                    <a:pt x="47229" y="56640"/>
                    <a:pt x="46644" y="57570"/>
                  </a:cubicBezTo>
                  <a:cubicBezTo>
                    <a:pt x="46299" y="58155"/>
                    <a:pt x="45661" y="58474"/>
                    <a:pt x="44996" y="58474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1" name="任意多边形: 形状 2780">
              <a:extLst>
                <a:ext uri="{FF2B5EF4-FFF2-40B4-BE49-F238E27FC236}">
                  <a16:creationId xmlns:a16="http://schemas.microsoft.com/office/drawing/2014/main" id="{0F4DE0C0-FD99-A465-A8FE-766B261707D8}"/>
                </a:ext>
              </a:extLst>
            </p:cNvPr>
            <p:cNvSpPr/>
            <p:nvPr/>
          </p:nvSpPr>
          <p:spPr>
            <a:xfrm>
              <a:off x="5553740" y="4278019"/>
              <a:ext cx="214498" cy="168350"/>
            </a:xfrm>
            <a:custGeom>
              <a:avLst/>
              <a:gdLst>
                <a:gd name="connsiteX0" fmla="*/ 107262 w 214498"/>
                <a:gd name="connsiteY0" fmla="*/ 168350 h 168350"/>
                <a:gd name="connsiteX1" fmla="*/ 106279 w 214498"/>
                <a:gd name="connsiteY1" fmla="*/ 168084 h 168350"/>
                <a:gd name="connsiteX2" fmla="*/ 957 w 214498"/>
                <a:gd name="connsiteY2" fmla="*/ 106970 h 168350"/>
                <a:gd name="connsiteX3" fmla="*/ 0 w 214498"/>
                <a:gd name="connsiteY3" fmla="*/ 105295 h 168350"/>
                <a:gd name="connsiteX4" fmla="*/ 0 w 214498"/>
                <a:gd name="connsiteY4" fmla="*/ 63985 h 168350"/>
                <a:gd name="connsiteX5" fmla="*/ 957 w 214498"/>
                <a:gd name="connsiteY5" fmla="*/ 62311 h 168350"/>
                <a:gd name="connsiteX6" fmla="*/ 106279 w 214498"/>
                <a:gd name="connsiteY6" fmla="*/ 266 h 168350"/>
                <a:gd name="connsiteX7" fmla="*/ 107262 w 214498"/>
                <a:gd name="connsiteY7" fmla="*/ 0 h 168350"/>
                <a:gd name="connsiteX8" fmla="*/ 108246 w 214498"/>
                <a:gd name="connsiteY8" fmla="*/ 266 h 168350"/>
                <a:gd name="connsiteX9" fmla="*/ 213541 w 214498"/>
                <a:gd name="connsiteY9" fmla="*/ 62311 h 168350"/>
                <a:gd name="connsiteX10" fmla="*/ 214498 w 214498"/>
                <a:gd name="connsiteY10" fmla="*/ 63985 h 168350"/>
                <a:gd name="connsiteX11" fmla="*/ 214498 w 214498"/>
                <a:gd name="connsiteY11" fmla="*/ 105295 h 168350"/>
                <a:gd name="connsiteX12" fmla="*/ 213541 w 214498"/>
                <a:gd name="connsiteY12" fmla="*/ 106970 h 168350"/>
                <a:gd name="connsiteX13" fmla="*/ 108219 w 214498"/>
                <a:gd name="connsiteY13" fmla="*/ 168111 h 168350"/>
                <a:gd name="connsiteX14" fmla="*/ 107262 w 214498"/>
                <a:gd name="connsiteY14" fmla="*/ 168350 h 1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50">
                  <a:moveTo>
                    <a:pt x="107262" y="168350"/>
                  </a:moveTo>
                  <a:cubicBezTo>
                    <a:pt x="106917" y="168350"/>
                    <a:pt x="106598" y="168270"/>
                    <a:pt x="106279" y="168084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50"/>
                    <a:pt x="107262" y="168350"/>
                  </a:cubicBezTo>
                  <a:close/>
                </a:path>
              </a:pathLst>
            </a:custGeom>
            <a:solidFill>
              <a:srgbClr val="EB6005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2" name="任意多边形: 形状 2781">
              <a:extLst>
                <a:ext uri="{FF2B5EF4-FFF2-40B4-BE49-F238E27FC236}">
                  <a16:creationId xmlns:a16="http://schemas.microsoft.com/office/drawing/2014/main" id="{D545AEF4-64C5-B3E0-8D9A-690E1293E87A}"/>
                </a:ext>
              </a:extLst>
            </p:cNvPr>
            <p:cNvSpPr/>
            <p:nvPr/>
          </p:nvSpPr>
          <p:spPr>
            <a:xfrm>
              <a:off x="5551773" y="4276051"/>
              <a:ext cx="218379" cy="172284"/>
            </a:xfrm>
            <a:custGeom>
              <a:avLst/>
              <a:gdLst>
                <a:gd name="connsiteX0" fmla="*/ 109230 w 218379"/>
                <a:gd name="connsiteY0" fmla="*/ 3908 h 172284"/>
                <a:gd name="connsiteX1" fmla="*/ 214525 w 218379"/>
                <a:gd name="connsiteY1" fmla="*/ 65952 h 172284"/>
                <a:gd name="connsiteX2" fmla="*/ 214525 w 218379"/>
                <a:gd name="connsiteY2" fmla="*/ 107262 h 172284"/>
                <a:gd name="connsiteX3" fmla="*/ 197352 w 218379"/>
                <a:gd name="connsiteY3" fmla="*/ 117231 h 172284"/>
                <a:gd name="connsiteX4" fmla="*/ 109230 w 218379"/>
                <a:gd name="connsiteY4" fmla="*/ 168377 h 172284"/>
                <a:gd name="connsiteX5" fmla="*/ 21080 w 218379"/>
                <a:gd name="connsiteY5" fmla="*/ 117231 h 172284"/>
                <a:gd name="connsiteX6" fmla="*/ 3908 w 218379"/>
                <a:gd name="connsiteY6" fmla="*/ 107262 h 172284"/>
                <a:gd name="connsiteX7" fmla="*/ 3908 w 218379"/>
                <a:gd name="connsiteY7" fmla="*/ 65952 h 172284"/>
                <a:gd name="connsiteX8" fmla="*/ 109230 w 218379"/>
                <a:gd name="connsiteY8" fmla="*/ 3908 h 172284"/>
                <a:gd name="connsiteX9" fmla="*/ 109230 w 218379"/>
                <a:gd name="connsiteY9" fmla="*/ 0 h 172284"/>
                <a:gd name="connsiteX10" fmla="*/ 107262 w 218379"/>
                <a:gd name="connsiteY10" fmla="*/ 532 h 172284"/>
                <a:gd name="connsiteX11" fmla="*/ 1914 w 218379"/>
                <a:gd name="connsiteY11" fmla="*/ 62603 h 172284"/>
                <a:gd name="connsiteX12" fmla="*/ 0 w 218379"/>
                <a:gd name="connsiteY12" fmla="*/ 65952 h 172284"/>
                <a:gd name="connsiteX13" fmla="*/ 0 w 218379"/>
                <a:gd name="connsiteY13" fmla="*/ 107262 h 172284"/>
                <a:gd name="connsiteX14" fmla="*/ 1941 w 218379"/>
                <a:gd name="connsiteY14" fmla="*/ 110612 h 172284"/>
                <a:gd name="connsiteX15" fmla="*/ 19113 w 218379"/>
                <a:gd name="connsiteY15" fmla="*/ 120581 h 172284"/>
                <a:gd name="connsiteX16" fmla="*/ 107262 w 218379"/>
                <a:gd name="connsiteY16" fmla="*/ 171753 h 172284"/>
                <a:gd name="connsiteX17" fmla="*/ 109203 w 218379"/>
                <a:gd name="connsiteY17" fmla="*/ 172284 h 172284"/>
                <a:gd name="connsiteX18" fmla="*/ 111144 w 218379"/>
                <a:gd name="connsiteY18" fmla="*/ 171753 h 172284"/>
                <a:gd name="connsiteX19" fmla="*/ 199266 w 218379"/>
                <a:gd name="connsiteY19" fmla="*/ 120581 h 172284"/>
                <a:gd name="connsiteX20" fmla="*/ 216439 w 218379"/>
                <a:gd name="connsiteY20" fmla="*/ 110612 h 172284"/>
                <a:gd name="connsiteX21" fmla="*/ 218379 w 218379"/>
                <a:gd name="connsiteY21" fmla="*/ 107262 h 172284"/>
                <a:gd name="connsiteX22" fmla="*/ 218379 w 218379"/>
                <a:gd name="connsiteY22" fmla="*/ 65952 h 172284"/>
                <a:gd name="connsiteX23" fmla="*/ 216465 w 218379"/>
                <a:gd name="connsiteY23" fmla="*/ 62603 h 172284"/>
                <a:gd name="connsiteX24" fmla="*/ 111197 w 218379"/>
                <a:gd name="connsiteY24" fmla="*/ 558 h 172284"/>
                <a:gd name="connsiteX25" fmla="*/ 109230 w 218379"/>
                <a:gd name="connsiteY25" fmla="*/ 0 h 17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84">
                  <a:moveTo>
                    <a:pt x="109230" y="3908"/>
                  </a:moveTo>
                  <a:lnTo>
                    <a:pt x="214525" y="65952"/>
                  </a:lnTo>
                  <a:lnTo>
                    <a:pt x="214525" y="107262"/>
                  </a:lnTo>
                  <a:lnTo>
                    <a:pt x="197352" y="117231"/>
                  </a:lnTo>
                  <a:lnTo>
                    <a:pt x="109230" y="168377"/>
                  </a:lnTo>
                  <a:lnTo>
                    <a:pt x="21080" y="117231"/>
                  </a:lnTo>
                  <a:lnTo>
                    <a:pt x="3908" y="107262"/>
                  </a:lnTo>
                  <a:lnTo>
                    <a:pt x="3908" y="65952"/>
                  </a:lnTo>
                  <a:lnTo>
                    <a:pt x="109230" y="3908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603"/>
                  </a:lnTo>
                  <a:cubicBezTo>
                    <a:pt x="718" y="63294"/>
                    <a:pt x="0" y="64570"/>
                    <a:pt x="0" y="65952"/>
                  </a:cubicBezTo>
                  <a:lnTo>
                    <a:pt x="0" y="107262"/>
                  </a:lnTo>
                  <a:cubicBezTo>
                    <a:pt x="0" y="108645"/>
                    <a:pt x="744" y="109921"/>
                    <a:pt x="1941" y="110612"/>
                  </a:cubicBezTo>
                  <a:lnTo>
                    <a:pt x="19113" y="120581"/>
                  </a:lnTo>
                  <a:lnTo>
                    <a:pt x="107262" y="171753"/>
                  </a:lnTo>
                  <a:cubicBezTo>
                    <a:pt x="107874" y="172098"/>
                    <a:pt x="108538" y="172284"/>
                    <a:pt x="109203" y="172284"/>
                  </a:cubicBezTo>
                  <a:cubicBezTo>
                    <a:pt x="109868" y="172284"/>
                    <a:pt x="110559" y="172098"/>
                    <a:pt x="111144" y="171753"/>
                  </a:cubicBezTo>
                  <a:lnTo>
                    <a:pt x="199266" y="120581"/>
                  </a:lnTo>
                  <a:lnTo>
                    <a:pt x="216439" y="110612"/>
                  </a:lnTo>
                  <a:cubicBezTo>
                    <a:pt x="217635" y="109921"/>
                    <a:pt x="218379" y="108645"/>
                    <a:pt x="218379" y="107262"/>
                  </a:cubicBezTo>
                  <a:lnTo>
                    <a:pt x="218379" y="65952"/>
                  </a:lnTo>
                  <a:cubicBezTo>
                    <a:pt x="218379" y="64570"/>
                    <a:pt x="217662" y="63294"/>
                    <a:pt x="216465" y="62603"/>
                  </a:cubicBezTo>
                  <a:lnTo>
                    <a:pt x="111197" y="558"/>
                  </a:lnTo>
                  <a:cubicBezTo>
                    <a:pt x="110585" y="186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3" name="任意多边形: 形状 2782">
              <a:extLst>
                <a:ext uri="{FF2B5EF4-FFF2-40B4-BE49-F238E27FC236}">
                  <a16:creationId xmlns:a16="http://schemas.microsoft.com/office/drawing/2014/main" id="{573D0403-56A8-299E-B3F6-F58412B5192E}"/>
                </a:ext>
              </a:extLst>
            </p:cNvPr>
            <p:cNvSpPr/>
            <p:nvPr/>
          </p:nvSpPr>
          <p:spPr>
            <a:xfrm>
              <a:off x="5555654" y="4279959"/>
              <a:ext cx="210643" cy="123584"/>
            </a:xfrm>
            <a:custGeom>
              <a:avLst/>
              <a:gdLst>
                <a:gd name="connsiteX0" fmla="*/ 0 w 210643"/>
                <a:gd name="connsiteY0" fmla="*/ 62045 h 123584"/>
                <a:gd name="connsiteX1" fmla="*/ 105322 w 210643"/>
                <a:gd name="connsiteY1" fmla="*/ 123584 h 123584"/>
                <a:gd name="connsiteX2" fmla="*/ 210644 w 210643"/>
                <a:gd name="connsiteY2" fmla="*/ 62045 h 123584"/>
                <a:gd name="connsiteX3" fmla="*/ 105348 w 210643"/>
                <a:gd name="connsiteY3" fmla="*/ 0 h 12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584">
                  <a:moveTo>
                    <a:pt x="0" y="62045"/>
                  </a:moveTo>
                  <a:lnTo>
                    <a:pt x="105322" y="123584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4" name="任意多边形: 形状 2783">
              <a:extLst>
                <a:ext uri="{FF2B5EF4-FFF2-40B4-BE49-F238E27FC236}">
                  <a16:creationId xmlns:a16="http://schemas.microsoft.com/office/drawing/2014/main" id="{23807C95-8234-B88E-AF9E-D3C74B7B3ACD}"/>
                </a:ext>
              </a:extLst>
            </p:cNvPr>
            <p:cNvSpPr/>
            <p:nvPr/>
          </p:nvSpPr>
          <p:spPr>
            <a:xfrm>
              <a:off x="5570894" y="4350439"/>
              <a:ext cx="180135" cy="55044"/>
            </a:xfrm>
            <a:custGeom>
              <a:avLst/>
              <a:gdLst>
                <a:gd name="connsiteX0" fmla="*/ 90081 w 180135"/>
                <a:gd name="connsiteY0" fmla="*/ 55045 h 55044"/>
                <a:gd name="connsiteX1" fmla="*/ 89097 w 180135"/>
                <a:gd name="connsiteY1" fmla="*/ 54779 h 55044"/>
                <a:gd name="connsiteX2" fmla="*/ 975 w 180135"/>
                <a:gd name="connsiteY2" fmla="*/ 3633 h 55044"/>
                <a:gd name="connsiteX3" fmla="*/ 257 w 180135"/>
                <a:gd name="connsiteY3" fmla="*/ 975 h 55044"/>
                <a:gd name="connsiteX4" fmla="*/ 2915 w 180135"/>
                <a:gd name="connsiteY4" fmla="*/ 257 h 55044"/>
                <a:gd name="connsiteX5" fmla="*/ 90081 w 180135"/>
                <a:gd name="connsiteY5" fmla="*/ 50871 h 55044"/>
                <a:gd name="connsiteX6" fmla="*/ 177220 w 180135"/>
                <a:gd name="connsiteY6" fmla="*/ 284 h 55044"/>
                <a:gd name="connsiteX7" fmla="*/ 179878 w 180135"/>
                <a:gd name="connsiteY7" fmla="*/ 1001 h 55044"/>
                <a:gd name="connsiteX8" fmla="*/ 179161 w 180135"/>
                <a:gd name="connsiteY8" fmla="*/ 3660 h 55044"/>
                <a:gd name="connsiteX9" fmla="*/ 91065 w 180135"/>
                <a:gd name="connsiteY9" fmla="*/ 54805 h 55044"/>
                <a:gd name="connsiteX10" fmla="*/ 90081 w 180135"/>
                <a:gd name="connsiteY10" fmla="*/ 55045 h 5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0135" h="55044">
                  <a:moveTo>
                    <a:pt x="90081" y="55045"/>
                  </a:moveTo>
                  <a:cubicBezTo>
                    <a:pt x="89735" y="55045"/>
                    <a:pt x="89416" y="54965"/>
                    <a:pt x="89097" y="54779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45"/>
                    <a:pt x="90081" y="55045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5" name="任意多边形: 形状 2784">
              <a:extLst>
                <a:ext uri="{FF2B5EF4-FFF2-40B4-BE49-F238E27FC236}">
                  <a16:creationId xmlns:a16="http://schemas.microsoft.com/office/drawing/2014/main" id="{0105D93E-2C7B-AEA0-8A7D-314FB4B4CB96}"/>
                </a:ext>
              </a:extLst>
            </p:cNvPr>
            <p:cNvSpPr/>
            <p:nvPr/>
          </p:nvSpPr>
          <p:spPr>
            <a:xfrm>
              <a:off x="5586346" y="4375594"/>
              <a:ext cx="65894" cy="39273"/>
            </a:xfrm>
            <a:custGeom>
              <a:avLst/>
              <a:gdLst>
                <a:gd name="connsiteX0" fmla="*/ 6630 w 65894"/>
                <a:gd name="connsiteY0" fmla="*/ 6816 h 39273"/>
                <a:gd name="connsiteX1" fmla="*/ 5593 w 65894"/>
                <a:gd name="connsiteY1" fmla="*/ 6524 h 39273"/>
                <a:gd name="connsiteX2" fmla="*/ 914 w 65894"/>
                <a:gd name="connsiteY2" fmla="*/ 3599 h 39273"/>
                <a:gd name="connsiteX3" fmla="*/ 303 w 65894"/>
                <a:gd name="connsiteY3" fmla="*/ 915 h 39273"/>
                <a:gd name="connsiteX4" fmla="*/ 2988 w 65894"/>
                <a:gd name="connsiteY4" fmla="*/ 303 h 39273"/>
                <a:gd name="connsiteX5" fmla="*/ 7667 w 65894"/>
                <a:gd name="connsiteY5" fmla="*/ 3227 h 39273"/>
                <a:gd name="connsiteX6" fmla="*/ 8278 w 65894"/>
                <a:gd name="connsiteY6" fmla="*/ 5912 h 39273"/>
                <a:gd name="connsiteX7" fmla="*/ 6630 w 65894"/>
                <a:gd name="connsiteY7" fmla="*/ 6816 h 39273"/>
                <a:gd name="connsiteX8" fmla="*/ 18087 w 65894"/>
                <a:gd name="connsiteY8" fmla="*/ 13302 h 39273"/>
                <a:gd name="connsiteX9" fmla="*/ 17050 w 65894"/>
                <a:gd name="connsiteY9" fmla="*/ 13010 h 39273"/>
                <a:gd name="connsiteX10" fmla="*/ 12372 w 65894"/>
                <a:gd name="connsiteY10" fmla="*/ 10086 h 39273"/>
                <a:gd name="connsiteX11" fmla="*/ 11760 w 65894"/>
                <a:gd name="connsiteY11" fmla="*/ 7401 h 39273"/>
                <a:gd name="connsiteX12" fmla="*/ 14445 w 65894"/>
                <a:gd name="connsiteY12" fmla="*/ 6789 h 39273"/>
                <a:gd name="connsiteX13" fmla="*/ 19124 w 65894"/>
                <a:gd name="connsiteY13" fmla="*/ 9713 h 39273"/>
                <a:gd name="connsiteX14" fmla="*/ 19735 w 65894"/>
                <a:gd name="connsiteY14" fmla="*/ 12398 h 39273"/>
                <a:gd name="connsiteX15" fmla="*/ 18087 w 65894"/>
                <a:gd name="connsiteY15" fmla="*/ 13302 h 39273"/>
                <a:gd name="connsiteX16" fmla="*/ 29544 w 65894"/>
                <a:gd name="connsiteY16" fmla="*/ 19815 h 39273"/>
                <a:gd name="connsiteX17" fmla="*/ 28508 w 65894"/>
                <a:gd name="connsiteY17" fmla="*/ 19523 h 39273"/>
                <a:gd name="connsiteX18" fmla="*/ 23829 w 65894"/>
                <a:gd name="connsiteY18" fmla="*/ 16598 h 39273"/>
                <a:gd name="connsiteX19" fmla="*/ 23218 w 65894"/>
                <a:gd name="connsiteY19" fmla="*/ 13914 h 39273"/>
                <a:gd name="connsiteX20" fmla="*/ 25903 w 65894"/>
                <a:gd name="connsiteY20" fmla="*/ 13302 h 39273"/>
                <a:gd name="connsiteX21" fmla="*/ 30581 w 65894"/>
                <a:gd name="connsiteY21" fmla="*/ 16226 h 39273"/>
                <a:gd name="connsiteX22" fmla="*/ 31193 w 65894"/>
                <a:gd name="connsiteY22" fmla="*/ 18911 h 39273"/>
                <a:gd name="connsiteX23" fmla="*/ 29544 w 65894"/>
                <a:gd name="connsiteY23" fmla="*/ 19815 h 39273"/>
                <a:gd name="connsiteX24" fmla="*/ 41028 w 65894"/>
                <a:gd name="connsiteY24" fmla="*/ 26301 h 39273"/>
                <a:gd name="connsiteX25" fmla="*/ 39992 w 65894"/>
                <a:gd name="connsiteY25" fmla="*/ 26009 h 39273"/>
                <a:gd name="connsiteX26" fmla="*/ 35313 w 65894"/>
                <a:gd name="connsiteY26" fmla="*/ 23085 h 39273"/>
                <a:gd name="connsiteX27" fmla="*/ 34702 w 65894"/>
                <a:gd name="connsiteY27" fmla="*/ 20400 h 39273"/>
                <a:gd name="connsiteX28" fmla="*/ 37386 w 65894"/>
                <a:gd name="connsiteY28" fmla="*/ 19788 h 39273"/>
                <a:gd name="connsiteX29" fmla="*/ 42065 w 65894"/>
                <a:gd name="connsiteY29" fmla="*/ 22713 h 39273"/>
                <a:gd name="connsiteX30" fmla="*/ 42676 w 65894"/>
                <a:gd name="connsiteY30" fmla="*/ 25397 h 39273"/>
                <a:gd name="connsiteX31" fmla="*/ 41028 w 65894"/>
                <a:gd name="connsiteY31" fmla="*/ 26301 h 39273"/>
                <a:gd name="connsiteX32" fmla="*/ 52486 w 65894"/>
                <a:gd name="connsiteY32" fmla="*/ 32788 h 39273"/>
                <a:gd name="connsiteX33" fmla="*/ 51449 w 65894"/>
                <a:gd name="connsiteY33" fmla="*/ 32495 h 39273"/>
                <a:gd name="connsiteX34" fmla="*/ 46770 w 65894"/>
                <a:gd name="connsiteY34" fmla="*/ 29571 h 39273"/>
                <a:gd name="connsiteX35" fmla="*/ 46159 w 65894"/>
                <a:gd name="connsiteY35" fmla="*/ 26886 h 39273"/>
                <a:gd name="connsiteX36" fmla="*/ 48844 w 65894"/>
                <a:gd name="connsiteY36" fmla="*/ 26275 h 39273"/>
                <a:gd name="connsiteX37" fmla="*/ 53522 w 65894"/>
                <a:gd name="connsiteY37" fmla="*/ 29199 h 39273"/>
                <a:gd name="connsiteX38" fmla="*/ 54134 w 65894"/>
                <a:gd name="connsiteY38" fmla="*/ 31884 h 39273"/>
                <a:gd name="connsiteX39" fmla="*/ 52486 w 65894"/>
                <a:gd name="connsiteY39" fmla="*/ 32788 h 39273"/>
                <a:gd name="connsiteX40" fmla="*/ 63943 w 65894"/>
                <a:gd name="connsiteY40" fmla="*/ 39274 h 39273"/>
                <a:gd name="connsiteX41" fmla="*/ 62906 w 65894"/>
                <a:gd name="connsiteY41" fmla="*/ 38981 h 39273"/>
                <a:gd name="connsiteX42" fmla="*/ 58227 w 65894"/>
                <a:gd name="connsiteY42" fmla="*/ 36057 h 39273"/>
                <a:gd name="connsiteX43" fmla="*/ 57616 w 65894"/>
                <a:gd name="connsiteY43" fmla="*/ 33372 h 39273"/>
                <a:gd name="connsiteX44" fmla="*/ 60301 w 65894"/>
                <a:gd name="connsiteY44" fmla="*/ 32761 h 39273"/>
                <a:gd name="connsiteX45" fmla="*/ 64980 w 65894"/>
                <a:gd name="connsiteY45" fmla="*/ 35685 h 39273"/>
                <a:gd name="connsiteX46" fmla="*/ 65591 w 65894"/>
                <a:gd name="connsiteY46" fmla="*/ 38370 h 39273"/>
                <a:gd name="connsiteX47" fmla="*/ 63943 w 65894"/>
                <a:gd name="connsiteY47" fmla="*/ 39274 h 39273"/>
                <a:gd name="connsiteX48" fmla="*/ 6630 w 65894"/>
                <a:gd name="connsiteY48" fmla="*/ 20320 h 39273"/>
                <a:gd name="connsiteX49" fmla="*/ 5593 w 65894"/>
                <a:gd name="connsiteY49" fmla="*/ 20028 h 39273"/>
                <a:gd name="connsiteX50" fmla="*/ 914 w 65894"/>
                <a:gd name="connsiteY50" fmla="*/ 17104 h 39273"/>
                <a:gd name="connsiteX51" fmla="*/ 303 w 65894"/>
                <a:gd name="connsiteY51" fmla="*/ 14419 h 39273"/>
                <a:gd name="connsiteX52" fmla="*/ 2988 w 65894"/>
                <a:gd name="connsiteY52" fmla="*/ 13807 h 39273"/>
                <a:gd name="connsiteX53" fmla="*/ 7667 w 65894"/>
                <a:gd name="connsiteY53" fmla="*/ 16731 h 39273"/>
                <a:gd name="connsiteX54" fmla="*/ 8278 w 65894"/>
                <a:gd name="connsiteY54" fmla="*/ 19416 h 39273"/>
                <a:gd name="connsiteX55" fmla="*/ 6630 w 65894"/>
                <a:gd name="connsiteY55" fmla="*/ 20320 h 39273"/>
                <a:gd name="connsiteX56" fmla="*/ 18087 w 65894"/>
                <a:gd name="connsiteY56" fmla="*/ 26806 h 39273"/>
                <a:gd name="connsiteX57" fmla="*/ 17050 w 65894"/>
                <a:gd name="connsiteY57" fmla="*/ 26514 h 39273"/>
                <a:gd name="connsiteX58" fmla="*/ 12372 w 65894"/>
                <a:gd name="connsiteY58" fmla="*/ 23590 h 39273"/>
                <a:gd name="connsiteX59" fmla="*/ 11760 w 65894"/>
                <a:gd name="connsiteY59" fmla="*/ 20905 h 39273"/>
                <a:gd name="connsiteX60" fmla="*/ 14445 w 65894"/>
                <a:gd name="connsiteY60" fmla="*/ 20294 h 39273"/>
                <a:gd name="connsiteX61" fmla="*/ 19124 w 65894"/>
                <a:gd name="connsiteY61" fmla="*/ 23218 h 39273"/>
                <a:gd name="connsiteX62" fmla="*/ 19735 w 65894"/>
                <a:gd name="connsiteY62" fmla="*/ 25903 h 39273"/>
                <a:gd name="connsiteX63" fmla="*/ 18087 w 65894"/>
                <a:gd name="connsiteY63" fmla="*/ 26806 h 39273"/>
                <a:gd name="connsiteX64" fmla="*/ 29544 w 65894"/>
                <a:gd name="connsiteY64" fmla="*/ 33293 h 39273"/>
                <a:gd name="connsiteX65" fmla="*/ 28508 w 65894"/>
                <a:gd name="connsiteY65" fmla="*/ 33000 h 39273"/>
                <a:gd name="connsiteX66" fmla="*/ 23829 w 65894"/>
                <a:gd name="connsiteY66" fmla="*/ 30076 h 39273"/>
                <a:gd name="connsiteX67" fmla="*/ 23218 w 65894"/>
                <a:gd name="connsiteY67" fmla="*/ 27391 h 39273"/>
                <a:gd name="connsiteX68" fmla="*/ 25903 w 65894"/>
                <a:gd name="connsiteY68" fmla="*/ 26780 h 39273"/>
                <a:gd name="connsiteX69" fmla="*/ 30581 w 65894"/>
                <a:gd name="connsiteY69" fmla="*/ 29704 h 39273"/>
                <a:gd name="connsiteX70" fmla="*/ 31193 w 65894"/>
                <a:gd name="connsiteY70" fmla="*/ 32389 h 39273"/>
                <a:gd name="connsiteX71" fmla="*/ 29544 w 65894"/>
                <a:gd name="connsiteY71" fmla="*/ 33293 h 3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5894" h="39273">
                  <a:moveTo>
                    <a:pt x="6630" y="6816"/>
                  </a:moveTo>
                  <a:cubicBezTo>
                    <a:pt x="6284" y="6816"/>
                    <a:pt x="5912" y="6710"/>
                    <a:pt x="5593" y="6524"/>
                  </a:cubicBezTo>
                  <a:lnTo>
                    <a:pt x="914" y="3599"/>
                  </a:lnTo>
                  <a:cubicBezTo>
                    <a:pt x="11" y="3041"/>
                    <a:pt x="-282" y="1845"/>
                    <a:pt x="303" y="915"/>
                  </a:cubicBezTo>
                  <a:cubicBezTo>
                    <a:pt x="861" y="11"/>
                    <a:pt x="2058" y="-282"/>
                    <a:pt x="2988" y="303"/>
                  </a:cubicBezTo>
                  <a:lnTo>
                    <a:pt x="7667" y="3227"/>
                  </a:lnTo>
                  <a:cubicBezTo>
                    <a:pt x="8570" y="3785"/>
                    <a:pt x="8863" y="4982"/>
                    <a:pt x="8278" y="5912"/>
                  </a:cubicBezTo>
                  <a:cubicBezTo>
                    <a:pt x="7906" y="6497"/>
                    <a:pt x="7294" y="6816"/>
                    <a:pt x="6630" y="6816"/>
                  </a:cubicBezTo>
                  <a:close/>
                  <a:moveTo>
                    <a:pt x="18087" y="13302"/>
                  </a:moveTo>
                  <a:cubicBezTo>
                    <a:pt x="17742" y="13302"/>
                    <a:pt x="17369" y="13196"/>
                    <a:pt x="17050" y="13010"/>
                  </a:cubicBezTo>
                  <a:lnTo>
                    <a:pt x="12372" y="10086"/>
                  </a:lnTo>
                  <a:cubicBezTo>
                    <a:pt x="11468" y="9527"/>
                    <a:pt x="11176" y="8331"/>
                    <a:pt x="11760" y="7401"/>
                  </a:cubicBezTo>
                  <a:cubicBezTo>
                    <a:pt x="12319" y="6497"/>
                    <a:pt x="13515" y="6205"/>
                    <a:pt x="14445" y="6789"/>
                  </a:cubicBezTo>
                  <a:lnTo>
                    <a:pt x="19124" y="9713"/>
                  </a:lnTo>
                  <a:cubicBezTo>
                    <a:pt x="20028" y="10272"/>
                    <a:pt x="20320" y="11468"/>
                    <a:pt x="19735" y="12398"/>
                  </a:cubicBezTo>
                  <a:cubicBezTo>
                    <a:pt x="19390" y="12983"/>
                    <a:pt x="18752" y="13302"/>
                    <a:pt x="18087" y="13302"/>
                  </a:cubicBezTo>
                  <a:close/>
                  <a:moveTo>
                    <a:pt x="29544" y="19815"/>
                  </a:moveTo>
                  <a:cubicBezTo>
                    <a:pt x="29199" y="19815"/>
                    <a:pt x="28827" y="19709"/>
                    <a:pt x="28508" y="19523"/>
                  </a:cubicBezTo>
                  <a:lnTo>
                    <a:pt x="23829" y="16598"/>
                  </a:lnTo>
                  <a:cubicBezTo>
                    <a:pt x="22925" y="16040"/>
                    <a:pt x="22633" y="14844"/>
                    <a:pt x="23218" y="13914"/>
                  </a:cubicBezTo>
                  <a:cubicBezTo>
                    <a:pt x="23776" y="13010"/>
                    <a:pt x="24972" y="12717"/>
                    <a:pt x="25903" y="13302"/>
                  </a:cubicBezTo>
                  <a:lnTo>
                    <a:pt x="30581" y="16226"/>
                  </a:lnTo>
                  <a:cubicBezTo>
                    <a:pt x="31485" y="16785"/>
                    <a:pt x="31777" y="17981"/>
                    <a:pt x="31193" y="18911"/>
                  </a:cubicBezTo>
                  <a:cubicBezTo>
                    <a:pt x="30847" y="19496"/>
                    <a:pt x="30209" y="19815"/>
                    <a:pt x="29544" y="19815"/>
                  </a:cubicBezTo>
                  <a:close/>
                  <a:moveTo>
                    <a:pt x="41028" y="26301"/>
                  </a:moveTo>
                  <a:cubicBezTo>
                    <a:pt x="40683" y="26301"/>
                    <a:pt x="40311" y="26195"/>
                    <a:pt x="39992" y="26009"/>
                  </a:cubicBezTo>
                  <a:lnTo>
                    <a:pt x="35313" y="23085"/>
                  </a:lnTo>
                  <a:cubicBezTo>
                    <a:pt x="34409" y="22526"/>
                    <a:pt x="34117" y="21330"/>
                    <a:pt x="34702" y="20400"/>
                  </a:cubicBezTo>
                  <a:cubicBezTo>
                    <a:pt x="35260" y="19496"/>
                    <a:pt x="36456" y="19204"/>
                    <a:pt x="37386" y="19788"/>
                  </a:cubicBezTo>
                  <a:lnTo>
                    <a:pt x="42065" y="22713"/>
                  </a:lnTo>
                  <a:cubicBezTo>
                    <a:pt x="42969" y="23271"/>
                    <a:pt x="43261" y="24467"/>
                    <a:pt x="42676" y="25397"/>
                  </a:cubicBezTo>
                  <a:cubicBezTo>
                    <a:pt x="42304" y="25982"/>
                    <a:pt x="41666" y="26301"/>
                    <a:pt x="41028" y="26301"/>
                  </a:cubicBezTo>
                  <a:close/>
                  <a:moveTo>
                    <a:pt x="52486" y="32788"/>
                  </a:moveTo>
                  <a:cubicBezTo>
                    <a:pt x="52140" y="32788"/>
                    <a:pt x="51768" y="32681"/>
                    <a:pt x="51449" y="32495"/>
                  </a:cubicBezTo>
                  <a:lnTo>
                    <a:pt x="46770" y="29571"/>
                  </a:lnTo>
                  <a:cubicBezTo>
                    <a:pt x="45866" y="29013"/>
                    <a:pt x="45574" y="27817"/>
                    <a:pt x="46159" y="26886"/>
                  </a:cubicBezTo>
                  <a:cubicBezTo>
                    <a:pt x="46717" y="25982"/>
                    <a:pt x="47913" y="25690"/>
                    <a:pt x="48844" y="26275"/>
                  </a:cubicBezTo>
                  <a:lnTo>
                    <a:pt x="53522" y="29199"/>
                  </a:lnTo>
                  <a:cubicBezTo>
                    <a:pt x="54426" y="29757"/>
                    <a:pt x="54719" y="30953"/>
                    <a:pt x="54134" y="31884"/>
                  </a:cubicBezTo>
                  <a:cubicBezTo>
                    <a:pt x="53762" y="32469"/>
                    <a:pt x="53124" y="32788"/>
                    <a:pt x="52486" y="32788"/>
                  </a:cubicBezTo>
                  <a:close/>
                  <a:moveTo>
                    <a:pt x="63943" y="39274"/>
                  </a:moveTo>
                  <a:cubicBezTo>
                    <a:pt x="63597" y="39274"/>
                    <a:pt x="63225" y="39167"/>
                    <a:pt x="62906" y="38981"/>
                  </a:cubicBezTo>
                  <a:lnTo>
                    <a:pt x="58227" y="36057"/>
                  </a:lnTo>
                  <a:cubicBezTo>
                    <a:pt x="57324" y="35499"/>
                    <a:pt x="57031" y="34303"/>
                    <a:pt x="57616" y="33372"/>
                  </a:cubicBezTo>
                  <a:cubicBezTo>
                    <a:pt x="58174" y="32469"/>
                    <a:pt x="59397" y="32176"/>
                    <a:pt x="60301" y="32761"/>
                  </a:cubicBezTo>
                  <a:lnTo>
                    <a:pt x="64980" y="35685"/>
                  </a:lnTo>
                  <a:cubicBezTo>
                    <a:pt x="65883" y="36243"/>
                    <a:pt x="66176" y="37440"/>
                    <a:pt x="65591" y="38370"/>
                  </a:cubicBezTo>
                  <a:cubicBezTo>
                    <a:pt x="65219" y="38955"/>
                    <a:pt x="64581" y="39274"/>
                    <a:pt x="63943" y="39274"/>
                  </a:cubicBezTo>
                  <a:close/>
                  <a:moveTo>
                    <a:pt x="6630" y="20320"/>
                  </a:moveTo>
                  <a:cubicBezTo>
                    <a:pt x="6284" y="20320"/>
                    <a:pt x="5912" y="20214"/>
                    <a:pt x="5593" y="20028"/>
                  </a:cubicBezTo>
                  <a:lnTo>
                    <a:pt x="914" y="17104"/>
                  </a:lnTo>
                  <a:cubicBezTo>
                    <a:pt x="11" y="16545"/>
                    <a:pt x="-282" y="15349"/>
                    <a:pt x="303" y="14419"/>
                  </a:cubicBezTo>
                  <a:cubicBezTo>
                    <a:pt x="861" y="13515"/>
                    <a:pt x="2058" y="13222"/>
                    <a:pt x="2988" y="13807"/>
                  </a:cubicBezTo>
                  <a:lnTo>
                    <a:pt x="7667" y="16731"/>
                  </a:lnTo>
                  <a:cubicBezTo>
                    <a:pt x="8570" y="17290"/>
                    <a:pt x="8863" y="18486"/>
                    <a:pt x="8278" y="19416"/>
                  </a:cubicBezTo>
                  <a:cubicBezTo>
                    <a:pt x="7906" y="20001"/>
                    <a:pt x="7294" y="20320"/>
                    <a:pt x="6630" y="20320"/>
                  </a:cubicBezTo>
                  <a:close/>
                  <a:moveTo>
                    <a:pt x="18087" y="26806"/>
                  </a:moveTo>
                  <a:cubicBezTo>
                    <a:pt x="17742" y="26806"/>
                    <a:pt x="17369" y="26700"/>
                    <a:pt x="17050" y="26514"/>
                  </a:cubicBezTo>
                  <a:lnTo>
                    <a:pt x="12372" y="23590"/>
                  </a:lnTo>
                  <a:cubicBezTo>
                    <a:pt x="11468" y="23032"/>
                    <a:pt x="11176" y="21835"/>
                    <a:pt x="11760" y="20905"/>
                  </a:cubicBezTo>
                  <a:cubicBezTo>
                    <a:pt x="12319" y="20001"/>
                    <a:pt x="13515" y="19709"/>
                    <a:pt x="14445" y="20294"/>
                  </a:cubicBezTo>
                  <a:lnTo>
                    <a:pt x="19124" y="23218"/>
                  </a:lnTo>
                  <a:cubicBezTo>
                    <a:pt x="20028" y="23776"/>
                    <a:pt x="20320" y="24972"/>
                    <a:pt x="19735" y="25903"/>
                  </a:cubicBezTo>
                  <a:cubicBezTo>
                    <a:pt x="19390" y="26487"/>
                    <a:pt x="18752" y="26806"/>
                    <a:pt x="18087" y="26806"/>
                  </a:cubicBezTo>
                  <a:close/>
                  <a:moveTo>
                    <a:pt x="29544" y="33293"/>
                  </a:moveTo>
                  <a:cubicBezTo>
                    <a:pt x="29199" y="33293"/>
                    <a:pt x="28827" y="33186"/>
                    <a:pt x="28508" y="33000"/>
                  </a:cubicBezTo>
                  <a:lnTo>
                    <a:pt x="23829" y="30076"/>
                  </a:lnTo>
                  <a:cubicBezTo>
                    <a:pt x="22925" y="29518"/>
                    <a:pt x="22633" y="28322"/>
                    <a:pt x="23218" y="27391"/>
                  </a:cubicBezTo>
                  <a:cubicBezTo>
                    <a:pt x="23776" y="26487"/>
                    <a:pt x="24972" y="26195"/>
                    <a:pt x="25903" y="26780"/>
                  </a:cubicBezTo>
                  <a:lnTo>
                    <a:pt x="30581" y="29704"/>
                  </a:lnTo>
                  <a:cubicBezTo>
                    <a:pt x="31485" y="30262"/>
                    <a:pt x="31777" y="31458"/>
                    <a:pt x="31193" y="32389"/>
                  </a:cubicBezTo>
                  <a:cubicBezTo>
                    <a:pt x="30847" y="32974"/>
                    <a:pt x="30209" y="33293"/>
                    <a:pt x="29544" y="33293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6" name="任意多边形: 形状 2785">
              <a:extLst>
                <a:ext uri="{FF2B5EF4-FFF2-40B4-BE49-F238E27FC236}">
                  <a16:creationId xmlns:a16="http://schemas.microsoft.com/office/drawing/2014/main" id="{A3DBB1EF-04EE-49F5-F161-477EAFA34697}"/>
                </a:ext>
              </a:extLst>
            </p:cNvPr>
            <p:cNvSpPr/>
            <p:nvPr/>
          </p:nvSpPr>
          <p:spPr>
            <a:xfrm>
              <a:off x="5598266" y="4302395"/>
              <a:ext cx="125923" cy="75017"/>
            </a:xfrm>
            <a:custGeom>
              <a:avLst/>
              <a:gdLst>
                <a:gd name="connsiteX0" fmla="*/ 125924 w 125923"/>
                <a:gd name="connsiteY0" fmla="*/ 37509 h 75017"/>
                <a:gd name="connsiteX1" fmla="*/ 103700 w 125923"/>
                <a:gd name="connsiteY1" fmla="*/ 27699 h 75017"/>
                <a:gd name="connsiteX2" fmla="*/ 103727 w 125923"/>
                <a:gd name="connsiteY2" fmla="*/ 32777 h 75017"/>
                <a:gd name="connsiteX3" fmla="*/ 79244 w 125923"/>
                <a:gd name="connsiteY3" fmla="*/ 32777 h 75017"/>
                <a:gd name="connsiteX4" fmla="*/ 79324 w 125923"/>
                <a:gd name="connsiteY4" fmla="*/ 42214 h 75017"/>
                <a:gd name="connsiteX5" fmla="*/ 103753 w 125923"/>
                <a:gd name="connsiteY5" fmla="*/ 42214 h 75017"/>
                <a:gd name="connsiteX6" fmla="*/ 103780 w 125923"/>
                <a:gd name="connsiteY6" fmla="*/ 47291 h 75017"/>
                <a:gd name="connsiteX7" fmla="*/ 125924 w 125923"/>
                <a:gd name="connsiteY7" fmla="*/ 37509 h 75017"/>
                <a:gd name="connsiteX8" fmla="*/ 46627 w 125923"/>
                <a:gd name="connsiteY8" fmla="*/ 32777 h 75017"/>
                <a:gd name="connsiteX9" fmla="*/ 22170 w 125923"/>
                <a:gd name="connsiteY9" fmla="*/ 32750 h 75017"/>
                <a:gd name="connsiteX10" fmla="*/ 22117 w 125923"/>
                <a:gd name="connsiteY10" fmla="*/ 27699 h 75017"/>
                <a:gd name="connsiteX11" fmla="*/ 0 w 125923"/>
                <a:gd name="connsiteY11" fmla="*/ 37509 h 75017"/>
                <a:gd name="connsiteX12" fmla="*/ 22250 w 125923"/>
                <a:gd name="connsiteY12" fmla="*/ 47291 h 75017"/>
                <a:gd name="connsiteX13" fmla="*/ 22223 w 125923"/>
                <a:gd name="connsiteY13" fmla="*/ 42214 h 75017"/>
                <a:gd name="connsiteX14" fmla="*/ 46653 w 125923"/>
                <a:gd name="connsiteY14" fmla="*/ 42214 h 75017"/>
                <a:gd name="connsiteX15" fmla="*/ 46627 w 125923"/>
                <a:gd name="connsiteY15" fmla="*/ 32777 h 75017"/>
                <a:gd name="connsiteX16" fmla="*/ 71189 w 125923"/>
                <a:gd name="connsiteY16" fmla="*/ 47956 h 75017"/>
                <a:gd name="connsiteX17" fmla="*/ 54894 w 125923"/>
                <a:gd name="connsiteY17" fmla="*/ 47982 h 75017"/>
                <a:gd name="connsiteX18" fmla="*/ 54974 w 125923"/>
                <a:gd name="connsiteY18" fmla="*/ 62151 h 75017"/>
                <a:gd name="connsiteX19" fmla="*/ 46228 w 125923"/>
                <a:gd name="connsiteY19" fmla="*/ 62151 h 75017"/>
                <a:gd name="connsiteX20" fmla="*/ 63188 w 125923"/>
                <a:gd name="connsiteY20" fmla="*/ 75017 h 75017"/>
                <a:gd name="connsiteX21" fmla="*/ 80015 w 125923"/>
                <a:gd name="connsiteY21" fmla="*/ 62151 h 75017"/>
                <a:gd name="connsiteX22" fmla="*/ 71296 w 125923"/>
                <a:gd name="connsiteY22" fmla="*/ 62178 h 75017"/>
                <a:gd name="connsiteX23" fmla="*/ 71189 w 125923"/>
                <a:gd name="connsiteY23" fmla="*/ 47956 h 75017"/>
                <a:gd name="connsiteX24" fmla="*/ 62762 w 125923"/>
                <a:gd name="connsiteY24" fmla="*/ 0 h 75017"/>
                <a:gd name="connsiteX25" fmla="*/ 45909 w 125923"/>
                <a:gd name="connsiteY25" fmla="*/ 12840 h 75017"/>
                <a:gd name="connsiteX26" fmla="*/ 54655 w 125923"/>
                <a:gd name="connsiteY26" fmla="*/ 12866 h 75017"/>
                <a:gd name="connsiteX27" fmla="*/ 54734 w 125923"/>
                <a:gd name="connsiteY27" fmla="*/ 27035 h 75017"/>
                <a:gd name="connsiteX28" fmla="*/ 71056 w 125923"/>
                <a:gd name="connsiteY28" fmla="*/ 27035 h 75017"/>
                <a:gd name="connsiteX29" fmla="*/ 70977 w 125923"/>
                <a:gd name="connsiteY29" fmla="*/ 12866 h 75017"/>
                <a:gd name="connsiteX30" fmla="*/ 79722 w 125923"/>
                <a:gd name="connsiteY30" fmla="*/ 12866 h 75017"/>
                <a:gd name="connsiteX31" fmla="*/ 62762 w 125923"/>
                <a:gd name="connsiteY31" fmla="*/ 0 h 7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923" h="75017">
                  <a:moveTo>
                    <a:pt x="125924" y="37509"/>
                  </a:moveTo>
                  <a:lnTo>
                    <a:pt x="103700" y="27699"/>
                  </a:lnTo>
                  <a:lnTo>
                    <a:pt x="103727" y="32777"/>
                  </a:lnTo>
                  <a:lnTo>
                    <a:pt x="79244" y="32777"/>
                  </a:lnTo>
                  <a:lnTo>
                    <a:pt x="79324" y="42214"/>
                  </a:lnTo>
                  <a:lnTo>
                    <a:pt x="103753" y="42214"/>
                  </a:lnTo>
                  <a:lnTo>
                    <a:pt x="103780" y="47291"/>
                  </a:lnTo>
                  <a:lnTo>
                    <a:pt x="125924" y="37509"/>
                  </a:lnTo>
                  <a:moveTo>
                    <a:pt x="46627" y="32777"/>
                  </a:moveTo>
                  <a:lnTo>
                    <a:pt x="22170" y="32750"/>
                  </a:lnTo>
                  <a:lnTo>
                    <a:pt x="22117" y="27699"/>
                  </a:lnTo>
                  <a:lnTo>
                    <a:pt x="0" y="37509"/>
                  </a:lnTo>
                  <a:lnTo>
                    <a:pt x="22250" y="47291"/>
                  </a:lnTo>
                  <a:lnTo>
                    <a:pt x="22223" y="42214"/>
                  </a:lnTo>
                  <a:lnTo>
                    <a:pt x="46653" y="42214"/>
                  </a:lnTo>
                  <a:lnTo>
                    <a:pt x="46627" y="32777"/>
                  </a:lnTo>
                  <a:moveTo>
                    <a:pt x="71189" y="47956"/>
                  </a:moveTo>
                  <a:lnTo>
                    <a:pt x="54894" y="47982"/>
                  </a:lnTo>
                  <a:lnTo>
                    <a:pt x="54974" y="62151"/>
                  </a:lnTo>
                  <a:lnTo>
                    <a:pt x="46228" y="62151"/>
                  </a:lnTo>
                  <a:lnTo>
                    <a:pt x="63188" y="75017"/>
                  </a:lnTo>
                  <a:lnTo>
                    <a:pt x="80015" y="62151"/>
                  </a:lnTo>
                  <a:lnTo>
                    <a:pt x="71296" y="62178"/>
                  </a:lnTo>
                  <a:lnTo>
                    <a:pt x="71189" y="47956"/>
                  </a:lnTo>
                  <a:moveTo>
                    <a:pt x="62762" y="0"/>
                  </a:moveTo>
                  <a:lnTo>
                    <a:pt x="45909" y="12840"/>
                  </a:lnTo>
                  <a:lnTo>
                    <a:pt x="54655" y="12866"/>
                  </a:lnTo>
                  <a:lnTo>
                    <a:pt x="54734" y="27035"/>
                  </a:lnTo>
                  <a:lnTo>
                    <a:pt x="71056" y="27035"/>
                  </a:lnTo>
                  <a:lnTo>
                    <a:pt x="70977" y="12866"/>
                  </a:lnTo>
                  <a:lnTo>
                    <a:pt x="79722" y="12866"/>
                  </a:lnTo>
                  <a:lnTo>
                    <a:pt x="62762" y="0"/>
                  </a:lnTo>
                </a:path>
              </a:pathLst>
            </a:custGeom>
            <a:solidFill>
              <a:srgbClr val="EB6005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787" name="组合 2786">
            <a:extLst>
              <a:ext uri="{FF2B5EF4-FFF2-40B4-BE49-F238E27FC236}">
                <a16:creationId xmlns:a16="http://schemas.microsoft.com/office/drawing/2014/main" id="{B96F1064-B25A-B31B-A850-369033D6139A}"/>
              </a:ext>
            </a:extLst>
          </p:cNvPr>
          <p:cNvGrpSpPr/>
          <p:nvPr/>
        </p:nvGrpSpPr>
        <p:grpSpPr>
          <a:xfrm>
            <a:off x="2265418" y="2132191"/>
            <a:ext cx="1464316" cy="383113"/>
            <a:chOff x="6328031" y="2482136"/>
            <a:chExt cx="1464316" cy="383113"/>
          </a:xfrm>
        </p:grpSpPr>
        <p:pic>
          <p:nvPicPr>
            <p:cNvPr id="2788" name="图片 64" descr="E:\01-工作\01-常用文件\架构图素材库\融合服务器.svg融合服务器">
              <a:extLst>
                <a:ext uri="{FF2B5EF4-FFF2-40B4-BE49-F238E27FC236}">
                  <a16:creationId xmlns:a16="http://schemas.microsoft.com/office/drawing/2014/main" id="{9E184C6A-5CAE-4301-96A2-44BAE9CEF9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6328031" y="2482136"/>
              <a:ext cx="1464316" cy="229260"/>
            </a:xfrm>
            <a:prstGeom prst="rect">
              <a:avLst/>
            </a:prstGeom>
          </p:spPr>
        </p:pic>
        <p:pic>
          <p:nvPicPr>
            <p:cNvPr id="2789" name="图形 433">
              <a:extLst>
                <a:ext uri="{FF2B5EF4-FFF2-40B4-BE49-F238E27FC236}">
                  <a16:creationId xmlns:a16="http://schemas.microsoft.com/office/drawing/2014/main" id="{23E7266D-A929-6D59-C793-5FD29EFD4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2512" y="2711396"/>
              <a:ext cx="153852" cy="153853"/>
            </a:xfrm>
            <a:prstGeom prst="rect">
              <a:avLst/>
            </a:prstGeom>
          </p:spPr>
        </p:pic>
        <p:pic>
          <p:nvPicPr>
            <p:cNvPr id="2790" name="图形 433">
              <a:extLst>
                <a:ext uri="{FF2B5EF4-FFF2-40B4-BE49-F238E27FC236}">
                  <a16:creationId xmlns:a16="http://schemas.microsoft.com/office/drawing/2014/main" id="{0717DDE6-EBF7-8A4F-BEE4-D1E3197F2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527" y="2711395"/>
              <a:ext cx="153852" cy="153853"/>
            </a:xfrm>
            <a:prstGeom prst="rect">
              <a:avLst/>
            </a:prstGeom>
          </p:spPr>
        </p:pic>
      </p:grpSp>
      <p:grpSp>
        <p:nvGrpSpPr>
          <p:cNvPr id="2791" name="组合 2790">
            <a:extLst>
              <a:ext uri="{FF2B5EF4-FFF2-40B4-BE49-F238E27FC236}">
                <a16:creationId xmlns:a16="http://schemas.microsoft.com/office/drawing/2014/main" id="{27E60391-CBFB-7D6A-DBE8-7059D5F8A39F}"/>
              </a:ext>
            </a:extLst>
          </p:cNvPr>
          <p:cNvGrpSpPr/>
          <p:nvPr/>
        </p:nvGrpSpPr>
        <p:grpSpPr>
          <a:xfrm>
            <a:off x="2788199" y="2727194"/>
            <a:ext cx="403137" cy="396807"/>
            <a:chOff x="7389564" y="4286450"/>
            <a:chExt cx="403137" cy="396807"/>
          </a:xfrm>
        </p:grpSpPr>
        <p:sp>
          <p:nvSpPr>
            <p:cNvPr id="2792" name="任意多边形: 形状 2791">
              <a:extLst>
                <a:ext uri="{FF2B5EF4-FFF2-40B4-BE49-F238E27FC236}">
                  <a16:creationId xmlns:a16="http://schemas.microsoft.com/office/drawing/2014/main" id="{6EE738A4-5265-6DE0-BD1F-DE854A6E4BE4}"/>
                </a:ext>
              </a:extLst>
            </p:cNvPr>
            <p:cNvSpPr/>
            <p:nvPr/>
          </p:nvSpPr>
          <p:spPr>
            <a:xfrm>
              <a:off x="7393195" y="4368844"/>
              <a:ext cx="395973" cy="310829"/>
            </a:xfrm>
            <a:custGeom>
              <a:avLst/>
              <a:gdLst>
                <a:gd name="connsiteX0" fmla="*/ 107262 w 214498"/>
                <a:gd name="connsiteY0" fmla="*/ 168377 h 168376"/>
                <a:gd name="connsiteX1" fmla="*/ 106279 w 214498"/>
                <a:gd name="connsiteY1" fmla="*/ 168111 h 168376"/>
                <a:gd name="connsiteX2" fmla="*/ 957 w 214498"/>
                <a:gd name="connsiteY2" fmla="*/ 106970 h 168376"/>
                <a:gd name="connsiteX3" fmla="*/ 0 w 214498"/>
                <a:gd name="connsiteY3" fmla="*/ 105295 h 168376"/>
                <a:gd name="connsiteX4" fmla="*/ 0 w 214498"/>
                <a:gd name="connsiteY4" fmla="*/ 63985 h 168376"/>
                <a:gd name="connsiteX5" fmla="*/ 957 w 214498"/>
                <a:gd name="connsiteY5" fmla="*/ 62311 h 168376"/>
                <a:gd name="connsiteX6" fmla="*/ 106279 w 214498"/>
                <a:gd name="connsiteY6" fmla="*/ 266 h 168376"/>
                <a:gd name="connsiteX7" fmla="*/ 107262 w 214498"/>
                <a:gd name="connsiteY7" fmla="*/ 0 h 168376"/>
                <a:gd name="connsiteX8" fmla="*/ 108246 w 214498"/>
                <a:gd name="connsiteY8" fmla="*/ 266 h 168376"/>
                <a:gd name="connsiteX9" fmla="*/ 213541 w 214498"/>
                <a:gd name="connsiteY9" fmla="*/ 62311 h 168376"/>
                <a:gd name="connsiteX10" fmla="*/ 214498 w 214498"/>
                <a:gd name="connsiteY10" fmla="*/ 63985 h 168376"/>
                <a:gd name="connsiteX11" fmla="*/ 214498 w 214498"/>
                <a:gd name="connsiteY11" fmla="*/ 105295 h 168376"/>
                <a:gd name="connsiteX12" fmla="*/ 213541 w 214498"/>
                <a:gd name="connsiteY12" fmla="*/ 106970 h 168376"/>
                <a:gd name="connsiteX13" fmla="*/ 108219 w 214498"/>
                <a:gd name="connsiteY13" fmla="*/ 168111 h 168376"/>
                <a:gd name="connsiteX14" fmla="*/ 107262 w 214498"/>
                <a:gd name="connsiteY14" fmla="*/ 168377 h 16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76">
                  <a:moveTo>
                    <a:pt x="107262" y="168377"/>
                  </a:moveTo>
                  <a:cubicBezTo>
                    <a:pt x="106917" y="168377"/>
                    <a:pt x="106598" y="168297"/>
                    <a:pt x="106279" y="168111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77"/>
                    <a:pt x="107262" y="168377"/>
                  </a:cubicBezTo>
                  <a:close/>
                </a:path>
              </a:pathLst>
            </a:custGeom>
            <a:solidFill>
              <a:srgbClr val="FFC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3" name="任意多边形: 形状 2792">
              <a:extLst>
                <a:ext uri="{FF2B5EF4-FFF2-40B4-BE49-F238E27FC236}">
                  <a16:creationId xmlns:a16="http://schemas.microsoft.com/office/drawing/2014/main" id="{5D6A31EC-8818-7FE8-3F4A-544DBD4AD5BA}"/>
                </a:ext>
              </a:extLst>
            </p:cNvPr>
            <p:cNvSpPr/>
            <p:nvPr/>
          </p:nvSpPr>
          <p:spPr>
            <a:xfrm>
              <a:off x="7389564" y="4365263"/>
              <a:ext cx="403137" cy="317994"/>
            </a:xfrm>
            <a:custGeom>
              <a:avLst/>
              <a:gdLst>
                <a:gd name="connsiteX0" fmla="*/ 109230 w 218379"/>
                <a:gd name="connsiteY0" fmla="*/ 3881 h 172257"/>
                <a:gd name="connsiteX1" fmla="*/ 214525 w 218379"/>
                <a:gd name="connsiteY1" fmla="*/ 65926 h 172257"/>
                <a:gd name="connsiteX2" fmla="*/ 214525 w 218379"/>
                <a:gd name="connsiteY2" fmla="*/ 107236 h 172257"/>
                <a:gd name="connsiteX3" fmla="*/ 197352 w 218379"/>
                <a:gd name="connsiteY3" fmla="*/ 117204 h 172257"/>
                <a:gd name="connsiteX4" fmla="*/ 109230 w 218379"/>
                <a:gd name="connsiteY4" fmla="*/ 168350 h 172257"/>
                <a:gd name="connsiteX5" fmla="*/ 21080 w 218379"/>
                <a:gd name="connsiteY5" fmla="*/ 117204 h 172257"/>
                <a:gd name="connsiteX6" fmla="*/ 3908 w 218379"/>
                <a:gd name="connsiteY6" fmla="*/ 107236 h 172257"/>
                <a:gd name="connsiteX7" fmla="*/ 3908 w 218379"/>
                <a:gd name="connsiteY7" fmla="*/ 65926 h 172257"/>
                <a:gd name="connsiteX8" fmla="*/ 109230 w 218379"/>
                <a:gd name="connsiteY8" fmla="*/ 3881 h 172257"/>
                <a:gd name="connsiteX9" fmla="*/ 109230 w 218379"/>
                <a:gd name="connsiteY9" fmla="*/ 0 h 172257"/>
                <a:gd name="connsiteX10" fmla="*/ 107262 w 218379"/>
                <a:gd name="connsiteY10" fmla="*/ 532 h 172257"/>
                <a:gd name="connsiteX11" fmla="*/ 1914 w 218379"/>
                <a:gd name="connsiteY11" fmla="*/ 62576 h 172257"/>
                <a:gd name="connsiteX12" fmla="*/ 0 w 218379"/>
                <a:gd name="connsiteY12" fmla="*/ 65926 h 172257"/>
                <a:gd name="connsiteX13" fmla="*/ 0 w 218379"/>
                <a:gd name="connsiteY13" fmla="*/ 107236 h 172257"/>
                <a:gd name="connsiteX14" fmla="*/ 1941 w 218379"/>
                <a:gd name="connsiteY14" fmla="*/ 110585 h 172257"/>
                <a:gd name="connsiteX15" fmla="*/ 19113 w 218379"/>
                <a:gd name="connsiteY15" fmla="*/ 120554 h 172257"/>
                <a:gd name="connsiteX16" fmla="*/ 107262 w 218379"/>
                <a:gd name="connsiteY16" fmla="*/ 171726 h 172257"/>
                <a:gd name="connsiteX17" fmla="*/ 109203 w 218379"/>
                <a:gd name="connsiteY17" fmla="*/ 172258 h 172257"/>
                <a:gd name="connsiteX18" fmla="*/ 111144 w 218379"/>
                <a:gd name="connsiteY18" fmla="*/ 171726 h 172257"/>
                <a:gd name="connsiteX19" fmla="*/ 199266 w 218379"/>
                <a:gd name="connsiteY19" fmla="*/ 120554 h 172257"/>
                <a:gd name="connsiteX20" fmla="*/ 216439 w 218379"/>
                <a:gd name="connsiteY20" fmla="*/ 110585 h 172257"/>
                <a:gd name="connsiteX21" fmla="*/ 218379 w 218379"/>
                <a:gd name="connsiteY21" fmla="*/ 107236 h 172257"/>
                <a:gd name="connsiteX22" fmla="*/ 218379 w 218379"/>
                <a:gd name="connsiteY22" fmla="*/ 65926 h 172257"/>
                <a:gd name="connsiteX23" fmla="*/ 216465 w 218379"/>
                <a:gd name="connsiteY23" fmla="*/ 62576 h 172257"/>
                <a:gd name="connsiteX24" fmla="*/ 111197 w 218379"/>
                <a:gd name="connsiteY24" fmla="*/ 532 h 172257"/>
                <a:gd name="connsiteX25" fmla="*/ 109230 w 218379"/>
                <a:gd name="connsiteY25" fmla="*/ 0 h 172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57">
                  <a:moveTo>
                    <a:pt x="109230" y="3881"/>
                  </a:moveTo>
                  <a:lnTo>
                    <a:pt x="214525" y="65926"/>
                  </a:lnTo>
                  <a:lnTo>
                    <a:pt x="214525" y="107236"/>
                  </a:lnTo>
                  <a:lnTo>
                    <a:pt x="197352" y="117204"/>
                  </a:lnTo>
                  <a:lnTo>
                    <a:pt x="109230" y="168350"/>
                  </a:lnTo>
                  <a:lnTo>
                    <a:pt x="21080" y="117204"/>
                  </a:lnTo>
                  <a:lnTo>
                    <a:pt x="3908" y="107236"/>
                  </a:lnTo>
                  <a:lnTo>
                    <a:pt x="3908" y="65926"/>
                  </a:lnTo>
                  <a:lnTo>
                    <a:pt x="109230" y="3881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576"/>
                  </a:lnTo>
                  <a:cubicBezTo>
                    <a:pt x="718" y="63268"/>
                    <a:pt x="0" y="64544"/>
                    <a:pt x="0" y="65926"/>
                  </a:cubicBezTo>
                  <a:lnTo>
                    <a:pt x="0" y="107236"/>
                  </a:lnTo>
                  <a:cubicBezTo>
                    <a:pt x="0" y="108618"/>
                    <a:pt x="744" y="109894"/>
                    <a:pt x="1941" y="110585"/>
                  </a:cubicBezTo>
                  <a:lnTo>
                    <a:pt x="19113" y="120554"/>
                  </a:lnTo>
                  <a:lnTo>
                    <a:pt x="107262" y="171726"/>
                  </a:lnTo>
                  <a:cubicBezTo>
                    <a:pt x="107874" y="172072"/>
                    <a:pt x="108538" y="172258"/>
                    <a:pt x="109203" y="172258"/>
                  </a:cubicBezTo>
                  <a:cubicBezTo>
                    <a:pt x="109868" y="172258"/>
                    <a:pt x="110559" y="172072"/>
                    <a:pt x="111144" y="171726"/>
                  </a:cubicBezTo>
                  <a:lnTo>
                    <a:pt x="199266" y="120554"/>
                  </a:lnTo>
                  <a:lnTo>
                    <a:pt x="216439" y="110585"/>
                  </a:lnTo>
                  <a:cubicBezTo>
                    <a:pt x="217635" y="109894"/>
                    <a:pt x="218379" y="108618"/>
                    <a:pt x="218379" y="107236"/>
                  </a:cubicBezTo>
                  <a:lnTo>
                    <a:pt x="218379" y="65926"/>
                  </a:lnTo>
                  <a:cubicBezTo>
                    <a:pt x="218379" y="64544"/>
                    <a:pt x="217662" y="63268"/>
                    <a:pt x="216465" y="62576"/>
                  </a:cubicBezTo>
                  <a:lnTo>
                    <a:pt x="111197" y="532"/>
                  </a:lnTo>
                  <a:cubicBezTo>
                    <a:pt x="110585" y="159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4" name="任意多边形: 形状 2793">
              <a:extLst>
                <a:ext uri="{FF2B5EF4-FFF2-40B4-BE49-F238E27FC236}">
                  <a16:creationId xmlns:a16="http://schemas.microsoft.com/office/drawing/2014/main" id="{BBD83E8E-FD70-8BA2-2C3C-2C79DA6738E9}"/>
                </a:ext>
              </a:extLst>
            </p:cNvPr>
            <p:cNvSpPr/>
            <p:nvPr/>
          </p:nvSpPr>
          <p:spPr>
            <a:xfrm>
              <a:off x="7396728" y="4372428"/>
              <a:ext cx="388856" cy="228189"/>
            </a:xfrm>
            <a:custGeom>
              <a:avLst/>
              <a:gdLst>
                <a:gd name="connsiteX0" fmla="*/ 0 w 210643"/>
                <a:gd name="connsiteY0" fmla="*/ 62045 h 123610"/>
                <a:gd name="connsiteX1" fmla="*/ 105322 w 210643"/>
                <a:gd name="connsiteY1" fmla="*/ 123611 h 123610"/>
                <a:gd name="connsiteX2" fmla="*/ 210644 w 210643"/>
                <a:gd name="connsiteY2" fmla="*/ 62045 h 123610"/>
                <a:gd name="connsiteX3" fmla="*/ 105348 w 210643"/>
                <a:gd name="connsiteY3" fmla="*/ 0 h 12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610">
                  <a:moveTo>
                    <a:pt x="0" y="62045"/>
                  </a:moveTo>
                  <a:lnTo>
                    <a:pt x="105322" y="123611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rgbClr val="FFFFFF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5" name="任意多边形: 形状 2794">
              <a:extLst>
                <a:ext uri="{FF2B5EF4-FFF2-40B4-BE49-F238E27FC236}">
                  <a16:creationId xmlns:a16="http://schemas.microsoft.com/office/drawing/2014/main" id="{47ECBBC0-1021-B727-0C96-C00237BBAF8F}"/>
                </a:ext>
              </a:extLst>
            </p:cNvPr>
            <p:cNvSpPr/>
            <p:nvPr/>
          </p:nvSpPr>
          <p:spPr>
            <a:xfrm>
              <a:off x="7424862" y="4502537"/>
              <a:ext cx="332537" cy="118937"/>
            </a:xfrm>
            <a:custGeom>
              <a:avLst/>
              <a:gdLst>
                <a:gd name="connsiteX0" fmla="*/ 90081 w 180135"/>
                <a:gd name="connsiteY0" fmla="*/ 55071 h 64428"/>
                <a:gd name="connsiteX1" fmla="*/ 89097 w 180135"/>
                <a:gd name="connsiteY1" fmla="*/ 54805 h 64428"/>
                <a:gd name="connsiteX2" fmla="*/ 975 w 180135"/>
                <a:gd name="connsiteY2" fmla="*/ 3633 h 64428"/>
                <a:gd name="connsiteX3" fmla="*/ 257 w 180135"/>
                <a:gd name="connsiteY3" fmla="*/ 975 h 64428"/>
                <a:gd name="connsiteX4" fmla="*/ 2915 w 180135"/>
                <a:gd name="connsiteY4" fmla="*/ 257 h 64428"/>
                <a:gd name="connsiteX5" fmla="*/ 90081 w 180135"/>
                <a:gd name="connsiteY5" fmla="*/ 50871 h 64428"/>
                <a:gd name="connsiteX6" fmla="*/ 177220 w 180135"/>
                <a:gd name="connsiteY6" fmla="*/ 284 h 64428"/>
                <a:gd name="connsiteX7" fmla="*/ 179878 w 180135"/>
                <a:gd name="connsiteY7" fmla="*/ 1001 h 64428"/>
                <a:gd name="connsiteX8" fmla="*/ 179161 w 180135"/>
                <a:gd name="connsiteY8" fmla="*/ 3660 h 64428"/>
                <a:gd name="connsiteX9" fmla="*/ 91065 w 180135"/>
                <a:gd name="connsiteY9" fmla="*/ 54805 h 64428"/>
                <a:gd name="connsiteX10" fmla="*/ 90081 w 180135"/>
                <a:gd name="connsiteY10" fmla="*/ 55071 h 64428"/>
                <a:gd name="connsiteX11" fmla="*/ 22082 w 180135"/>
                <a:gd name="connsiteY11" fmla="*/ 31997 h 64428"/>
                <a:gd name="connsiteX12" fmla="*/ 21045 w 180135"/>
                <a:gd name="connsiteY12" fmla="*/ 31705 h 64428"/>
                <a:gd name="connsiteX13" fmla="*/ 16366 w 180135"/>
                <a:gd name="connsiteY13" fmla="*/ 28781 h 64428"/>
                <a:gd name="connsiteX14" fmla="*/ 15755 w 180135"/>
                <a:gd name="connsiteY14" fmla="*/ 26096 h 64428"/>
                <a:gd name="connsiteX15" fmla="*/ 18440 w 180135"/>
                <a:gd name="connsiteY15" fmla="*/ 25484 h 64428"/>
                <a:gd name="connsiteX16" fmla="*/ 23118 w 180135"/>
                <a:gd name="connsiteY16" fmla="*/ 28408 h 64428"/>
                <a:gd name="connsiteX17" fmla="*/ 23730 w 180135"/>
                <a:gd name="connsiteY17" fmla="*/ 31093 h 64428"/>
                <a:gd name="connsiteX18" fmla="*/ 22082 w 180135"/>
                <a:gd name="connsiteY18" fmla="*/ 31997 h 64428"/>
                <a:gd name="connsiteX19" fmla="*/ 33539 w 180135"/>
                <a:gd name="connsiteY19" fmla="*/ 38483 h 64428"/>
                <a:gd name="connsiteX20" fmla="*/ 32502 w 180135"/>
                <a:gd name="connsiteY20" fmla="*/ 38191 h 64428"/>
                <a:gd name="connsiteX21" fmla="*/ 27824 w 180135"/>
                <a:gd name="connsiteY21" fmla="*/ 35267 h 64428"/>
                <a:gd name="connsiteX22" fmla="*/ 27212 w 180135"/>
                <a:gd name="connsiteY22" fmla="*/ 32582 h 64428"/>
                <a:gd name="connsiteX23" fmla="*/ 29897 w 180135"/>
                <a:gd name="connsiteY23" fmla="*/ 31971 h 64428"/>
                <a:gd name="connsiteX24" fmla="*/ 34576 w 180135"/>
                <a:gd name="connsiteY24" fmla="*/ 34895 h 64428"/>
                <a:gd name="connsiteX25" fmla="*/ 35187 w 180135"/>
                <a:gd name="connsiteY25" fmla="*/ 37580 h 64428"/>
                <a:gd name="connsiteX26" fmla="*/ 33539 w 180135"/>
                <a:gd name="connsiteY26" fmla="*/ 38483 h 64428"/>
                <a:gd name="connsiteX27" fmla="*/ 44996 w 180135"/>
                <a:gd name="connsiteY27" fmla="*/ 44970 h 64428"/>
                <a:gd name="connsiteX28" fmla="*/ 43960 w 180135"/>
                <a:gd name="connsiteY28" fmla="*/ 44677 h 64428"/>
                <a:gd name="connsiteX29" fmla="*/ 39281 w 180135"/>
                <a:gd name="connsiteY29" fmla="*/ 41753 h 64428"/>
                <a:gd name="connsiteX30" fmla="*/ 38669 w 180135"/>
                <a:gd name="connsiteY30" fmla="*/ 39068 h 64428"/>
                <a:gd name="connsiteX31" fmla="*/ 41354 w 180135"/>
                <a:gd name="connsiteY31" fmla="*/ 38457 h 64428"/>
                <a:gd name="connsiteX32" fmla="*/ 46033 w 180135"/>
                <a:gd name="connsiteY32" fmla="*/ 41381 h 64428"/>
                <a:gd name="connsiteX33" fmla="*/ 46644 w 180135"/>
                <a:gd name="connsiteY33" fmla="*/ 44066 h 64428"/>
                <a:gd name="connsiteX34" fmla="*/ 44996 w 180135"/>
                <a:gd name="connsiteY34" fmla="*/ 44970 h 64428"/>
                <a:gd name="connsiteX35" fmla="*/ 56480 w 180135"/>
                <a:gd name="connsiteY35" fmla="*/ 51456 h 64428"/>
                <a:gd name="connsiteX36" fmla="*/ 55443 w 180135"/>
                <a:gd name="connsiteY36" fmla="*/ 51164 h 64428"/>
                <a:gd name="connsiteX37" fmla="*/ 50765 w 180135"/>
                <a:gd name="connsiteY37" fmla="*/ 48239 h 64428"/>
                <a:gd name="connsiteX38" fmla="*/ 50153 w 180135"/>
                <a:gd name="connsiteY38" fmla="*/ 45554 h 64428"/>
                <a:gd name="connsiteX39" fmla="*/ 52838 w 180135"/>
                <a:gd name="connsiteY39" fmla="*/ 44943 h 64428"/>
                <a:gd name="connsiteX40" fmla="*/ 57517 w 180135"/>
                <a:gd name="connsiteY40" fmla="*/ 47867 h 64428"/>
                <a:gd name="connsiteX41" fmla="*/ 58128 w 180135"/>
                <a:gd name="connsiteY41" fmla="*/ 50552 h 64428"/>
                <a:gd name="connsiteX42" fmla="*/ 56480 w 180135"/>
                <a:gd name="connsiteY42" fmla="*/ 51456 h 64428"/>
                <a:gd name="connsiteX43" fmla="*/ 67937 w 180135"/>
                <a:gd name="connsiteY43" fmla="*/ 57942 h 64428"/>
                <a:gd name="connsiteX44" fmla="*/ 66901 w 180135"/>
                <a:gd name="connsiteY44" fmla="*/ 57650 h 64428"/>
                <a:gd name="connsiteX45" fmla="*/ 62222 w 180135"/>
                <a:gd name="connsiteY45" fmla="*/ 54726 h 64428"/>
                <a:gd name="connsiteX46" fmla="*/ 61611 w 180135"/>
                <a:gd name="connsiteY46" fmla="*/ 52041 h 64428"/>
                <a:gd name="connsiteX47" fmla="*/ 64296 w 180135"/>
                <a:gd name="connsiteY47" fmla="*/ 51429 h 64428"/>
                <a:gd name="connsiteX48" fmla="*/ 68974 w 180135"/>
                <a:gd name="connsiteY48" fmla="*/ 54353 h 64428"/>
                <a:gd name="connsiteX49" fmla="*/ 69586 w 180135"/>
                <a:gd name="connsiteY49" fmla="*/ 57038 h 64428"/>
                <a:gd name="connsiteX50" fmla="*/ 67937 w 180135"/>
                <a:gd name="connsiteY50" fmla="*/ 57942 h 64428"/>
                <a:gd name="connsiteX51" fmla="*/ 79395 w 180135"/>
                <a:gd name="connsiteY51" fmla="*/ 64428 h 64428"/>
                <a:gd name="connsiteX52" fmla="*/ 78358 w 180135"/>
                <a:gd name="connsiteY52" fmla="*/ 64136 h 64428"/>
                <a:gd name="connsiteX53" fmla="*/ 73679 w 180135"/>
                <a:gd name="connsiteY53" fmla="*/ 61212 h 64428"/>
                <a:gd name="connsiteX54" fmla="*/ 73068 w 180135"/>
                <a:gd name="connsiteY54" fmla="*/ 58527 h 64428"/>
                <a:gd name="connsiteX55" fmla="*/ 75753 w 180135"/>
                <a:gd name="connsiteY55" fmla="*/ 57916 h 64428"/>
                <a:gd name="connsiteX56" fmla="*/ 80431 w 180135"/>
                <a:gd name="connsiteY56" fmla="*/ 60840 h 64428"/>
                <a:gd name="connsiteX57" fmla="*/ 81043 w 180135"/>
                <a:gd name="connsiteY57" fmla="*/ 63525 h 64428"/>
                <a:gd name="connsiteX58" fmla="*/ 79395 w 180135"/>
                <a:gd name="connsiteY58" fmla="*/ 64428 h 64428"/>
                <a:gd name="connsiteX59" fmla="*/ 22082 w 180135"/>
                <a:gd name="connsiteY59" fmla="*/ 45475 h 64428"/>
                <a:gd name="connsiteX60" fmla="*/ 21045 w 180135"/>
                <a:gd name="connsiteY60" fmla="*/ 45182 h 64428"/>
                <a:gd name="connsiteX61" fmla="*/ 16366 w 180135"/>
                <a:gd name="connsiteY61" fmla="*/ 42258 h 64428"/>
                <a:gd name="connsiteX62" fmla="*/ 15755 w 180135"/>
                <a:gd name="connsiteY62" fmla="*/ 39573 h 64428"/>
                <a:gd name="connsiteX63" fmla="*/ 18440 w 180135"/>
                <a:gd name="connsiteY63" fmla="*/ 38962 h 64428"/>
                <a:gd name="connsiteX64" fmla="*/ 23118 w 180135"/>
                <a:gd name="connsiteY64" fmla="*/ 41886 h 64428"/>
                <a:gd name="connsiteX65" fmla="*/ 23730 w 180135"/>
                <a:gd name="connsiteY65" fmla="*/ 44571 h 64428"/>
                <a:gd name="connsiteX66" fmla="*/ 22082 w 180135"/>
                <a:gd name="connsiteY66" fmla="*/ 45475 h 64428"/>
                <a:gd name="connsiteX67" fmla="*/ 33539 w 180135"/>
                <a:gd name="connsiteY67" fmla="*/ 51988 h 64428"/>
                <a:gd name="connsiteX68" fmla="*/ 32502 w 180135"/>
                <a:gd name="connsiteY68" fmla="*/ 51695 h 64428"/>
                <a:gd name="connsiteX69" fmla="*/ 27824 w 180135"/>
                <a:gd name="connsiteY69" fmla="*/ 48771 h 64428"/>
                <a:gd name="connsiteX70" fmla="*/ 27212 w 180135"/>
                <a:gd name="connsiteY70" fmla="*/ 46086 h 64428"/>
                <a:gd name="connsiteX71" fmla="*/ 29897 w 180135"/>
                <a:gd name="connsiteY71" fmla="*/ 45475 h 64428"/>
                <a:gd name="connsiteX72" fmla="*/ 34576 w 180135"/>
                <a:gd name="connsiteY72" fmla="*/ 48399 h 64428"/>
                <a:gd name="connsiteX73" fmla="*/ 35187 w 180135"/>
                <a:gd name="connsiteY73" fmla="*/ 51084 h 64428"/>
                <a:gd name="connsiteX74" fmla="*/ 33539 w 180135"/>
                <a:gd name="connsiteY74" fmla="*/ 51988 h 64428"/>
                <a:gd name="connsiteX75" fmla="*/ 44996 w 180135"/>
                <a:gd name="connsiteY75" fmla="*/ 58474 h 64428"/>
                <a:gd name="connsiteX76" fmla="*/ 43960 w 180135"/>
                <a:gd name="connsiteY76" fmla="*/ 58181 h 64428"/>
                <a:gd name="connsiteX77" fmla="*/ 39281 w 180135"/>
                <a:gd name="connsiteY77" fmla="*/ 55257 h 64428"/>
                <a:gd name="connsiteX78" fmla="*/ 38669 w 180135"/>
                <a:gd name="connsiteY78" fmla="*/ 52572 h 64428"/>
                <a:gd name="connsiteX79" fmla="*/ 41354 w 180135"/>
                <a:gd name="connsiteY79" fmla="*/ 51961 h 64428"/>
                <a:gd name="connsiteX80" fmla="*/ 46033 w 180135"/>
                <a:gd name="connsiteY80" fmla="*/ 54885 h 64428"/>
                <a:gd name="connsiteX81" fmla="*/ 46644 w 180135"/>
                <a:gd name="connsiteY81" fmla="*/ 57570 h 64428"/>
                <a:gd name="connsiteX82" fmla="*/ 44996 w 180135"/>
                <a:gd name="connsiteY82" fmla="*/ 58474 h 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80135" h="64428">
                  <a:moveTo>
                    <a:pt x="90081" y="55071"/>
                  </a:moveTo>
                  <a:cubicBezTo>
                    <a:pt x="89735" y="55071"/>
                    <a:pt x="89416" y="54991"/>
                    <a:pt x="89097" y="54805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71"/>
                    <a:pt x="90081" y="55071"/>
                  </a:cubicBezTo>
                  <a:close/>
                  <a:moveTo>
                    <a:pt x="22082" y="31997"/>
                  </a:moveTo>
                  <a:cubicBezTo>
                    <a:pt x="21736" y="31997"/>
                    <a:pt x="21364" y="31891"/>
                    <a:pt x="21045" y="31705"/>
                  </a:cubicBezTo>
                  <a:lnTo>
                    <a:pt x="16366" y="28781"/>
                  </a:lnTo>
                  <a:cubicBezTo>
                    <a:pt x="15463" y="28222"/>
                    <a:pt x="15170" y="27026"/>
                    <a:pt x="15755" y="26096"/>
                  </a:cubicBezTo>
                  <a:cubicBezTo>
                    <a:pt x="16313" y="25192"/>
                    <a:pt x="17509" y="24899"/>
                    <a:pt x="18440" y="25484"/>
                  </a:cubicBezTo>
                  <a:lnTo>
                    <a:pt x="23118" y="28408"/>
                  </a:lnTo>
                  <a:cubicBezTo>
                    <a:pt x="24022" y="28967"/>
                    <a:pt x="24315" y="30163"/>
                    <a:pt x="23730" y="31093"/>
                  </a:cubicBezTo>
                  <a:cubicBezTo>
                    <a:pt x="23358" y="31652"/>
                    <a:pt x="22746" y="31997"/>
                    <a:pt x="22082" y="31997"/>
                  </a:cubicBezTo>
                  <a:close/>
                  <a:moveTo>
                    <a:pt x="33539" y="38483"/>
                  </a:moveTo>
                  <a:cubicBezTo>
                    <a:pt x="33193" y="38483"/>
                    <a:pt x="32821" y="38377"/>
                    <a:pt x="32502" y="38191"/>
                  </a:cubicBezTo>
                  <a:lnTo>
                    <a:pt x="27824" y="35267"/>
                  </a:lnTo>
                  <a:cubicBezTo>
                    <a:pt x="26920" y="34709"/>
                    <a:pt x="26627" y="33512"/>
                    <a:pt x="27212" y="32582"/>
                  </a:cubicBezTo>
                  <a:cubicBezTo>
                    <a:pt x="27770" y="31678"/>
                    <a:pt x="28967" y="31386"/>
                    <a:pt x="29897" y="31971"/>
                  </a:cubicBezTo>
                  <a:lnTo>
                    <a:pt x="34576" y="34895"/>
                  </a:lnTo>
                  <a:cubicBezTo>
                    <a:pt x="35480" y="35453"/>
                    <a:pt x="35772" y="36649"/>
                    <a:pt x="35187" y="37580"/>
                  </a:cubicBezTo>
                  <a:cubicBezTo>
                    <a:pt x="34842" y="38164"/>
                    <a:pt x="34204" y="38483"/>
                    <a:pt x="33539" y="38483"/>
                  </a:cubicBezTo>
                  <a:close/>
                  <a:moveTo>
                    <a:pt x="44996" y="44970"/>
                  </a:moveTo>
                  <a:cubicBezTo>
                    <a:pt x="44651" y="44970"/>
                    <a:pt x="44279" y="44863"/>
                    <a:pt x="43960" y="44677"/>
                  </a:cubicBezTo>
                  <a:lnTo>
                    <a:pt x="39281" y="41753"/>
                  </a:lnTo>
                  <a:cubicBezTo>
                    <a:pt x="38377" y="41195"/>
                    <a:pt x="38085" y="39999"/>
                    <a:pt x="38669" y="39068"/>
                  </a:cubicBezTo>
                  <a:cubicBezTo>
                    <a:pt x="39228" y="38164"/>
                    <a:pt x="40424" y="37872"/>
                    <a:pt x="41354" y="38457"/>
                  </a:cubicBezTo>
                  <a:lnTo>
                    <a:pt x="46033" y="41381"/>
                  </a:lnTo>
                  <a:cubicBezTo>
                    <a:pt x="46937" y="41939"/>
                    <a:pt x="47229" y="43135"/>
                    <a:pt x="46644" y="44066"/>
                  </a:cubicBezTo>
                  <a:cubicBezTo>
                    <a:pt x="46299" y="44651"/>
                    <a:pt x="45661" y="44970"/>
                    <a:pt x="44996" y="44970"/>
                  </a:cubicBezTo>
                  <a:close/>
                  <a:moveTo>
                    <a:pt x="56480" y="51456"/>
                  </a:moveTo>
                  <a:cubicBezTo>
                    <a:pt x="56135" y="51456"/>
                    <a:pt x="55762" y="51350"/>
                    <a:pt x="55443" y="51164"/>
                  </a:cubicBezTo>
                  <a:lnTo>
                    <a:pt x="50765" y="48239"/>
                  </a:lnTo>
                  <a:cubicBezTo>
                    <a:pt x="49861" y="47681"/>
                    <a:pt x="49569" y="46485"/>
                    <a:pt x="50153" y="45554"/>
                  </a:cubicBezTo>
                  <a:cubicBezTo>
                    <a:pt x="50712" y="44651"/>
                    <a:pt x="51908" y="44358"/>
                    <a:pt x="52838" y="44943"/>
                  </a:cubicBezTo>
                  <a:lnTo>
                    <a:pt x="57517" y="47867"/>
                  </a:lnTo>
                  <a:cubicBezTo>
                    <a:pt x="58421" y="48425"/>
                    <a:pt x="58713" y="49622"/>
                    <a:pt x="58128" y="50552"/>
                  </a:cubicBezTo>
                  <a:cubicBezTo>
                    <a:pt x="57756" y="51137"/>
                    <a:pt x="57118" y="51456"/>
                    <a:pt x="56480" y="51456"/>
                  </a:cubicBezTo>
                  <a:close/>
                  <a:moveTo>
                    <a:pt x="67937" y="57942"/>
                  </a:moveTo>
                  <a:cubicBezTo>
                    <a:pt x="67592" y="57942"/>
                    <a:pt x="67220" y="57836"/>
                    <a:pt x="66901" y="57650"/>
                  </a:cubicBezTo>
                  <a:lnTo>
                    <a:pt x="62222" y="54726"/>
                  </a:lnTo>
                  <a:cubicBezTo>
                    <a:pt x="61318" y="54167"/>
                    <a:pt x="61026" y="52971"/>
                    <a:pt x="61611" y="52041"/>
                  </a:cubicBezTo>
                  <a:cubicBezTo>
                    <a:pt x="62169" y="51137"/>
                    <a:pt x="63365" y="50845"/>
                    <a:pt x="64296" y="51429"/>
                  </a:cubicBezTo>
                  <a:lnTo>
                    <a:pt x="68974" y="54353"/>
                  </a:lnTo>
                  <a:cubicBezTo>
                    <a:pt x="69878" y="54912"/>
                    <a:pt x="70170" y="56108"/>
                    <a:pt x="69586" y="57038"/>
                  </a:cubicBezTo>
                  <a:cubicBezTo>
                    <a:pt x="69213" y="57623"/>
                    <a:pt x="68575" y="57942"/>
                    <a:pt x="67937" y="57942"/>
                  </a:cubicBezTo>
                  <a:close/>
                  <a:moveTo>
                    <a:pt x="79395" y="64428"/>
                  </a:moveTo>
                  <a:cubicBezTo>
                    <a:pt x="79049" y="64428"/>
                    <a:pt x="78677" y="64322"/>
                    <a:pt x="78358" y="64136"/>
                  </a:cubicBezTo>
                  <a:lnTo>
                    <a:pt x="73679" y="61212"/>
                  </a:lnTo>
                  <a:cubicBezTo>
                    <a:pt x="72775" y="60654"/>
                    <a:pt x="72483" y="59457"/>
                    <a:pt x="73068" y="58527"/>
                  </a:cubicBezTo>
                  <a:cubicBezTo>
                    <a:pt x="73626" y="57623"/>
                    <a:pt x="74849" y="57331"/>
                    <a:pt x="75753" y="57916"/>
                  </a:cubicBezTo>
                  <a:lnTo>
                    <a:pt x="80431" y="60840"/>
                  </a:lnTo>
                  <a:cubicBezTo>
                    <a:pt x="81335" y="61398"/>
                    <a:pt x="81628" y="62594"/>
                    <a:pt x="81043" y="63525"/>
                  </a:cubicBezTo>
                  <a:cubicBezTo>
                    <a:pt x="80671" y="64109"/>
                    <a:pt x="80033" y="64428"/>
                    <a:pt x="79395" y="64428"/>
                  </a:cubicBezTo>
                  <a:close/>
                  <a:moveTo>
                    <a:pt x="22082" y="45475"/>
                  </a:moveTo>
                  <a:cubicBezTo>
                    <a:pt x="21736" y="45475"/>
                    <a:pt x="21364" y="45368"/>
                    <a:pt x="21045" y="45182"/>
                  </a:cubicBezTo>
                  <a:lnTo>
                    <a:pt x="16366" y="42258"/>
                  </a:lnTo>
                  <a:cubicBezTo>
                    <a:pt x="15463" y="41700"/>
                    <a:pt x="15170" y="40504"/>
                    <a:pt x="15755" y="39573"/>
                  </a:cubicBezTo>
                  <a:cubicBezTo>
                    <a:pt x="16313" y="38669"/>
                    <a:pt x="17509" y="38377"/>
                    <a:pt x="18440" y="38962"/>
                  </a:cubicBezTo>
                  <a:lnTo>
                    <a:pt x="23118" y="41886"/>
                  </a:lnTo>
                  <a:cubicBezTo>
                    <a:pt x="24022" y="42444"/>
                    <a:pt x="24315" y="43641"/>
                    <a:pt x="23730" y="44571"/>
                  </a:cubicBezTo>
                  <a:cubicBezTo>
                    <a:pt x="23358" y="45156"/>
                    <a:pt x="22746" y="45475"/>
                    <a:pt x="22082" y="45475"/>
                  </a:cubicBezTo>
                  <a:close/>
                  <a:moveTo>
                    <a:pt x="33539" y="51988"/>
                  </a:moveTo>
                  <a:cubicBezTo>
                    <a:pt x="33193" y="51988"/>
                    <a:pt x="32821" y="51881"/>
                    <a:pt x="32502" y="51695"/>
                  </a:cubicBezTo>
                  <a:lnTo>
                    <a:pt x="27824" y="48771"/>
                  </a:lnTo>
                  <a:cubicBezTo>
                    <a:pt x="26920" y="48213"/>
                    <a:pt x="26627" y="47017"/>
                    <a:pt x="27212" y="46086"/>
                  </a:cubicBezTo>
                  <a:cubicBezTo>
                    <a:pt x="27770" y="45182"/>
                    <a:pt x="28967" y="44890"/>
                    <a:pt x="29897" y="45475"/>
                  </a:cubicBezTo>
                  <a:lnTo>
                    <a:pt x="34576" y="48399"/>
                  </a:lnTo>
                  <a:cubicBezTo>
                    <a:pt x="35480" y="48957"/>
                    <a:pt x="35772" y="50153"/>
                    <a:pt x="35187" y="51084"/>
                  </a:cubicBezTo>
                  <a:cubicBezTo>
                    <a:pt x="34842" y="51642"/>
                    <a:pt x="34204" y="51988"/>
                    <a:pt x="33539" y="51988"/>
                  </a:cubicBezTo>
                  <a:close/>
                  <a:moveTo>
                    <a:pt x="44996" y="58474"/>
                  </a:moveTo>
                  <a:cubicBezTo>
                    <a:pt x="44651" y="58474"/>
                    <a:pt x="44279" y="58367"/>
                    <a:pt x="43960" y="58181"/>
                  </a:cubicBezTo>
                  <a:lnTo>
                    <a:pt x="39281" y="55257"/>
                  </a:lnTo>
                  <a:cubicBezTo>
                    <a:pt x="38377" y="54699"/>
                    <a:pt x="38085" y="53503"/>
                    <a:pt x="38669" y="52572"/>
                  </a:cubicBezTo>
                  <a:cubicBezTo>
                    <a:pt x="39228" y="51669"/>
                    <a:pt x="40424" y="51376"/>
                    <a:pt x="41354" y="51961"/>
                  </a:cubicBezTo>
                  <a:lnTo>
                    <a:pt x="46033" y="54885"/>
                  </a:lnTo>
                  <a:cubicBezTo>
                    <a:pt x="46937" y="55443"/>
                    <a:pt x="47229" y="56640"/>
                    <a:pt x="46644" y="57570"/>
                  </a:cubicBezTo>
                  <a:cubicBezTo>
                    <a:pt x="46299" y="58155"/>
                    <a:pt x="45661" y="58474"/>
                    <a:pt x="44996" y="58474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6" name="任意多边形: 形状 2795">
              <a:extLst>
                <a:ext uri="{FF2B5EF4-FFF2-40B4-BE49-F238E27FC236}">
                  <a16:creationId xmlns:a16="http://schemas.microsoft.com/office/drawing/2014/main" id="{1B987EA1-568B-7BA5-D319-B844D07E25BC}"/>
                </a:ext>
              </a:extLst>
            </p:cNvPr>
            <p:cNvSpPr/>
            <p:nvPr/>
          </p:nvSpPr>
          <p:spPr>
            <a:xfrm>
              <a:off x="7393195" y="4290083"/>
              <a:ext cx="395973" cy="310781"/>
            </a:xfrm>
            <a:custGeom>
              <a:avLst/>
              <a:gdLst>
                <a:gd name="connsiteX0" fmla="*/ 107262 w 214498"/>
                <a:gd name="connsiteY0" fmla="*/ 168350 h 168350"/>
                <a:gd name="connsiteX1" fmla="*/ 106279 w 214498"/>
                <a:gd name="connsiteY1" fmla="*/ 168084 h 168350"/>
                <a:gd name="connsiteX2" fmla="*/ 957 w 214498"/>
                <a:gd name="connsiteY2" fmla="*/ 106970 h 168350"/>
                <a:gd name="connsiteX3" fmla="*/ 0 w 214498"/>
                <a:gd name="connsiteY3" fmla="*/ 105295 h 168350"/>
                <a:gd name="connsiteX4" fmla="*/ 0 w 214498"/>
                <a:gd name="connsiteY4" fmla="*/ 63985 h 168350"/>
                <a:gd name="connsiteX5" fmla="*/ 957 w 214498"/>
                <a:gd name="connsiteY5" fmla="*/ 62311 h 168350"/>
                <a:gd name="connsiteX6" fmla="*/ 106279 w 214498"/>
                <a:gd name="connsiteY6" fmla="*/ 266 h 168350"/>
                <a:gd name="connsiteX7" fmla="*/ 107262 w 214498"/>
                <a:gd name="connsiteY7" fmla="*/ 0 h 168350"/>
                <a:gd name="connsiteX8" fmla="*/ 108246 w 214498"/>
                <a:gd name="connsiteY8" fmla="*/ 266 h 168350"/>
                <a:gd name="connsiteX9" fmla="*/ 213541 w 214498"/>
                <a:gd name="connsiteY9" fmla="*/ 62311 h 168350"/>
                <a:gd name="connsiteX10" fmla="*/ 214498 w 214498"/>
                <a:gd name="connsiteY10" fmla="*/ 63985 h 168350"/>
                <a:gd name="connsiteX11" fmla="*/ 214498 w 214498"/>
                <a:gd name="connsiteY11" fmla="*/ 105295 h 168350"/>
                <a:gd name="connsiteX12" fmla="*/ 213541 w 214498"/>
                <a:gd name="connsiteY12" fmla="*/ 106970 h 168350"/>
                <a:gd name="connsiteX13" fmla="*/ 108219 w 214498"/>
                <a:gd name="connsiteY13" fmla="*/ 168111 h 168350"/>
                <a:gd name="connsiteX14" fmla="*/ 107262 w 214498"/>
                <a:gd name="connsiteY14" fmla="*/ 168350 h 1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50">
                  <a:moveTo>
                    <a:pt x="107262" y="168350"/>
                  </a:moveTo>
                  <a:cubicBezTo>
                    <a:pt x="106917" y="168350"/>
                    <a:pt x="106598" y="168270"/>
                    <a:pt x="106279" y="168084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50"/>
                    <a:pt x="107262" y="168350"/>
                  </a:cubicBezTo>
                  <a:close/>
                </a:path>
              </a:pathLst>
            </a:custGeom>
            <a:solidFill>
              <a:srgbClr val="FFC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7" name="任意多边形: 形状 2796">
              <a:extLst>
                <a:ext uri="{FF2B5EF4-FFF2-40B4-BE49-F238E27FC236}">
                  <a16:creationId xmlns:a16="http://schemas.microsoft.com/office/drawing/2014/main" id="{39CD8307-6146-4C7C-71CF-9EEF7DA6EAA7}"/>
                </a:ext>
              </a:extLst>
            </p:cNvPr>
            <p:cNvSpPr/>
            <p:nvPr/>
          </p:nvSpPr>
          <p:spPr>
            <a:xfrm>
              <a:off x="7389564" y="4286450"/>
              <a:ext cx="403137" cy="318044"/>
            </a:xfrm>
            <a:custGeom>
              <a:avLst/>
              <a:gdLst>
                <a:gd name="connsiteX0" fmla="*/ 109230 w 218379"/>
                <a:gd name="connsiteY0" fmla="*/ 3908 h 172284"/>
                <a:gd name="connsiteX1" fmla="*/ 214525 w 218379"/>
                <a:gd name="connsiteY1" fmla="*/ 65952 h 172284"/>
                <a:gd name="connsiteX2" fmla="*/ 214525 w 218379"/>
                <a:gd name="connsiteY2" fmla="*/ 107262 h 172284"/>
                <a:gd name="connsiteX3" fmla="*/ 197352 w 218379"/>
                <a:gd name="connsiteY3" fmla="*/ 117231 h 172284"/>
                <a:gd name="connsiteX4" fmla="*/ 109230 w 218379"/>
                <a:gd name="connsiteY4" fmla="*/ 168377 h 172284"/>
                <a:gd name="connsiteX5" fmla="*/ 21080 w 218379"/>
                <a:gd name="connsiteY5" fmla="*/ 117231 h 172284"/>
                <a:gd name="connsiteX6" fmla="*/ 3908 w 218379"/>
                <a:gd name="connsiteY6" fmla="*/ 107262 h 172284"/>
                <a:gd name="connsiteX7" fmla="*/ 3908 w 218379"/>
                <a:gd name="connsiteY7" fmla="*/ 65952 h 172284"/>
                <a:gd name="connsiteX8" fmla="*/ 109230 w 218379"/>
                <a:gd name="connsiteY8" fmla="*/ 3908 h 172284"/>
                <a:gd name="connsiteX9" fmla="*/ 109230 w 218379"/>
                <a:gd name="connsiteY9" fmla="*/ 0 h 172284"/>
                <a:gd name="connsiteX10" fmla="*/ 107262 w 218379"/>
                <a:gd name="connsiteY10" fmla="*/ 532 h 172284"/>
                <a:gd name="connsiteX11" fmla="*/ 1914 w 218379"/>
                <a:gd name="connsiteY11" fmla="*/ 62603 h 172284"/>
                <a:gd name="connsiteX12" fmla="*/ 0 w 218379"/>
                <a:gd name="connsiteY12" fmla="*/ 65952 h 172284"/>
                <a:gd name="connsiteX13" fmla="*/ 0 w 218379"/>
                <a:gd name="connsiteY13" fmla="*/ 107262 h 172284"/>
                <a:gd name="connsiteX14" fmla="*/ 1941 w 218379"/>
                <a:gd name="connsiteY14" fmla="*/ 110612 h 172284"/>
                <a:gd name="connsiteX15" fmla="*/ 19113 w 218379"/>
                <a:gd name="connsiteY15" fmla="*/ 120581 h 172284"/>
                <a:gd name="connsiteX16" fmla="*/ 107262 w 218379"/>
                <a:gd name="connsiteY16" fmla="*/ 171753 h 172284"/>
                <a:gd name="connsiteX17" fmla="*/ 109203 w 218379"/>
                <a:gd name="connsiteY17" fmla="*/ 172284 h 172284"/>
                <a:gd name="connsiteX18" fmla="*/ 111144 w 218379"/>
                <a:gd name="connsiteY18" fmla="*/ 171753 h 172284"/>
                <a:gd name="connsiteX19" fmla="*/ 199266 w 218379"/>
                <a:gd name="connsiteY19" fmla="*/ 120581 h 172284"/>
                <a:gd name="connsiteX20" fmla="*/ 216439 w 218379"/>
                <a:gd name="connsiteY20" fmla="*/ 110612 h 172284"/>
                <a:gd name="connsiteX21" fmla="*/ 218379 w 218379"/>
                <a:gd name="connsiteY21" fmla="*/ 107262 h 172284"/>
                <a:gd name="connsiteX22" fmla="*/ 218379 w 218379"/>
                <a:gd name="connsiteY22" fmla="*/ 65952 h 172284"/>
                <a:gd name="connsiteX23" fmla="*/ 216465 w 218379"/>
                <a:gd name="connsiteY23" fmla="*/ 62603 h 172284"/>
                <a:gd name="connsiteX24" fmla="*/ 111197 w 218379"/>
                <a:gd name="connsiteY24" fmla="*/ 558 h 172284"/>
                <a:gd name="connsiteX25" fmla="*/ 109230 w 218379"/>
                <a:gd name="connsiteY25" fmla="*/ 0 h 17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84">
                  <a:moveTo>
                    <a:pt x="109230" y="3908"/>
                  </a:moveTo>
                  <a:lnTo>
                    <a:pt x="214525" y="65952"/>
                  </a:lnTo>
                  <a:lnTo>
                    <a:pt x="214525" y="107262"/>
                  </a:lnTo>
                  <a:lnTo>
                    <a:pt x="197352" y="117231"/>
                  </a:lnTo>
                  <a:lnTo>
                    <a:pt x="109230" y="168377"/>
                  </a:lnTo>
                  <a:lnTo>
                    <a:pt x="21080" y="117231"/>
                  </a:lnTo>
                  <a:lnTo>
                    <a:pt x="3908" y="107262"/>
                  </a:lnTo>
                  <a:lnTo>
                    <a:pt x="3908" y="65952"/>
                  </a:lnTo>
                  <a:lnTo>
                    <a:pt x="109230" y="3908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603"/>
                  </a:lnTo>
                  <a:cubicBezTo>
                    <a:pt x="718" y="63294"/>
                    <a:pt x="0" y="64570"/>
                    <a:pt x="0" y="65952"/>
                  </a:cubicBezTo>
                  <a:lnTo>
                    <a:pt x="0" y="107262"/>
                  </a:lnTo>
                  <a:cubicBezTo>
                    <a:pt x="0" y="108645"/>
                    <a:pt x="744" y="109921"/>
                    <a:pt x="1941" y="110612"/>
                  </a:cubicBezTo>
                  <a:lnTo>
                    <a:pt x="19113" y="120581"/>
                  </a:lnTo>
                  <a:lnTo>
                    <a:pt x="107262" y="171753"/>
                  </a:lnTo>
                  <a:cubicBezTo>
                    <a:pt x="107874" y="172098"/>
                    <a:pt x="108538" y="172284"/>
                    <a:pt x="109203" y="172284"/>
                  </a:cubicBezTo>
                  <a:cubicBezTo>
                    <a:pt x="109868" y="172284"/>
                    <a:pt x="110559" y="172098"/>
                    <a:pt x="111144" y="171753"/>
                  </a:cubicBezTo>
                  <a:lnTo>
                    <a:pt x="199266" y="120581"/>
                  </a:lnTo>
                  <a:lnTo>
                    <a:pt x="216439" y="110612"/>
                  </a:lnTo>
                  <a:cubicBezTo>
                    <a:pt x="217635" y="109921"/>
                    <a:pt x="218379" y="108645"/>
                    <a:pt x="218379" y="107262"/>
                  </a:cubicBezTo>
                  <a:lnTo>
                    <a:pt x="218379" y="65952"/>
                  </a:lnTo>
                  <a:cubicBezTo>
                    <a:pt x="218379" y="64570"/>
                    <a:pt x="217662" y="63294"/>
                    <a:pt x="216465" y="62603"/>
                  </a:cubicBezTo>
                  <a:lnTo>
                    <a:pt x="111197" y="558"/>
                  </a:lnTo>
                  <a:cubicBezTo>
                    <a:pt x="110585" y="186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8" name="任意多边形: 形状 2797">
              <a:extLst>
                <a:ext uri="{FF2B5EF4-FFF2-40B4-BE49-F238E27FC236}">
                  <a16:creationId xmlns:a16="http://schemas.microsoft.com/office/drawing/2014/main" id="{97EFBC85-7171-91A5-C4A3-9B7A85737FA6}"/>
                </a:ext>
              </a:extLst>
            </p:cNvPr>
            <p:cNvSpPr/>
            <p:nvPr/>
          </p:nvSpPr>
          <p:spPr>
            <a:xfrm>
              <a:off x="7396728" y="4293664"/>
              <a:ext cx="388856" cy="228141"/>
            </a:xfrm>
            <a:custGeom>
              <a:avLst/>
              <a:gdLst>
                <a:gd name="connsiteX0" fmla="*/ 0 w 210643"/>
                <a:gd name="connsiteY0" fmla="*/ 62045 h 123584"/>
                <a:gd name="connsiteX1" fmla="*/ 105322 w 210643"/>
                <a:gd name="connsiteY1" fmla="*/ 123584 h 123584"/>
                <a:gd name="connsiteX2" fmla="*/ 210644 w 210643"/>
                <a:gd name="connsiteY2" fmla="*/ 62045 h 123584"/>
                <a:gd name="connsiteX3" fmla="*/ 105348 w 210643"/>
                <a:gd name="connsiteY3" fmla="*/ 0 h 12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584">
                  <a:moveTo>
                    <a:pt x="0" y="62045"/>
                  </a:moveTo>
                  <a:lnTo>
                    <a:pt x="105322" y="123584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9" name="任意多边形: 形状 2798">
              <a:extLst>
                <a:ext uri="{FF2B5EF4-FFF2-40B4-BE49-F238E27FC236}">
                  <a16:creationId xmlns:a16="http://schemas.microsoft.com/office/drawing/2014/main" id="{50794813-FE14-038B-039D-7C26F2ED535A}"/>
                </a:ext>
              </a:extLst>
            </p:cNvPr>
            <p:cNvSpPr/>
            <p:nvPr/>
          </p:nvSpPr>
          <p:spPr>
            <a:xfrm>
              <a:off x="7424862" y="4423773"/>
              <a:ext cx="332537" cy="101614"/>
            </a:xfrm>
            <a:custGeom>
              <a:avLst/>
              <a:gdLst>
                <a:gd name="connsiteX0" fmla="*/ 90081 w 180135"/>
                <a:gd name="connsiteY0" fmla="*/ 55045 h 55044"/>
                <a:gd name="connsiteX1" fmla="*/ 89097 w 180135"/>
                <a:gd name="connsiteY1" fmla="*/ 54779 h 55044"/>
                <a:gd name="connsiteX2" fmla="*/ 975 w 180135"/>
                <a:gd name="connsiteY2" fmla="*/ 3633 h 55044"/>
                <a:gd name="connsiteX3" fmla="*/ 257 w 180135"/>
                <a:gd name="connsiteY3" fmla="*/ 975 h 55044"/>
                <a:gd name="connsiteX4" fmla="*/ 2915 w 180135"/>
                <a:gd name="connsiteY4" fmla="*/ 257 h 55044"/>
                <a:gd name="connsiteX5" fmla="*/ 90081 w 180135"/>
                <a:gd name="connsiteY5" fmla="*/ 50871 h 55044"/>
                <a:gd name="connsiteX6" fmla="*/ 177220 w 180135"/>
                <a:gd name="connsiteY6" fmla="*/ 284 h 55044"/>
                <a:gd name="connsiteX7" fmla="*/ 179878 w 180135"/>
                <a:gd name="connsiteY7" fmla="*/ 1001 h 55044"/>
                <a:gd name="connsiteX8" fmla="*/ 179161 w 180135"/>
                <a:gd name="connsiteY8" fmla="*/ 3660 h 55044"/>
                <a:gd name="connsiteX9" fmla="*/ 91065 w 180135"/>
                <a:gd name="connsiteY9" fmla="*/ 54805 h 55044"/>
                <a:gd name="connsiteX10" fmla="*/ 90081 w 180135"/>
                <a:gd name="connsiteY10" fmla="*/ 55045 h 5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0135" h="55044">
                  <a:moveTo>
                    <a:pt x="90081" y="55045"/>
                  </a:moveTo>
                  <a:cubicBezTo>
                    <a:pt x="89735" y="55045"/>
                    <a:pt x="89416" y="54965"/>
                    <a:pt x="89097" y="54779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45"/>
                    <a:pt x="90081" y="55045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0" name="任意多边形: 形状 2799">
              <a:extLst>
                <a:ext uri="{FF2B5EF4-FFF2-40B4-BE49-F238E27FC236}">
                  <a16:creationId xmlns:a16="http://schemas.microsoft.com/office/drawing/2014/main" id="{5770DAC2-DAB2-88EB-A7EB-27B3527CFDA6}"/>
                </a:ext>
              </a:extLst>
            </p:cNvPr>
            <p:cNvSpPr/>
            <p:nvPr/>
          </p:nvSpPr>
          <p:spPr>
            <a:xfrm>
              <a:off x="7453387" y="4470211"/>
              <a:ext cx="121643" cy="72500"/>
            </a:xfrm>
            <a:custGeom>
              <a:avLst/>
              <a:gdLst>
                <a:gd name="connsiteX0" fmla="*/ 6630 w 65894"/>
                <a:gd name="connsiteY0" fmla="*/ 6816 h 39273"/>
                <a:gd name="connsiteX1" fmla="*/ 5593 w 65894"/>
                <a:gd name="connsiteY1" fmla="*/ 6524 h 39273"/>
                <a:gd name="connsiteX2" fmla="*/ 914 w 65894"/>
                <a:gd name="connsiteY2" fmla="*/ 3599 h 39273"/>
                <a:gd name="connsiteX3" fmla="*/ 303 w 65894"/>
                <a:gd name="connsiteY3" fmla="*/ 915 h 39273"/>
                <a:gd name="connsiteX4" fmla="*/ 2988 w 65894"/>
                <a:gd name="connsiteY4" fmla="*/ 303 h 39273"/>
                <a:gd name="connsiteX5" fmla="*/ 7667 w 65894"/>
                <a:gd name="connsiteY5" fmla="*/ 3227 h 39273"/>
                <a:gd name="connsiteX6" fmla="*/ 8278 w 65894"/>
                <a:gd name="connsiteY6" fmla="*/ 5912 h 39273"/>
                <a:gd name="connsiteX7" fmla="*/ 6630 w 65894"/>
                <a:gd name="connsiteY7" fmla="*/ 6816 h 39273"/>
                <a:gd name="connsiteX8" fmla="*/ 18087 w 65894"/>
                <a:gd name="connsiteY8" fmla="*/ 13302 h 39273"/>
                <a:gd name="connsiteX9" fmla="*/ 17050 w 65894"/>
                <a:gd name="connsiteY9" fmla="*/ 13010 h 39273"/>
                <a:gd name="connsiteX10" fmla="*/ 12372 w 65894"/>
                <a:gd name="connsiteY10" fmla="*/ 10086 h 39273"/>
                <a:gd name="connsiteX11" fmla="*/ 11760 w 65894"/>
                <a:gd name="connsiteY11" fmla="*/ 7401 h 39273"/>
                <a:gd name="connsiteX12" fmla="*/ 14445 w 65894"/>
                <a:gd name="connsiteY12" fmla="*/ 6789 h 39273"/>
                <a:gd name="connsiteX13" fmla="*/ 19124 w 65894"/>
                <a:gd name="connsiteY13" fmla="*/ 9713 h 39273"/>
                <a:gd name="connsiteX14" fmla="*/ 19735 w 65894"/>
                <a:gd name="connsiteY14" fmla="*/ 12398 h 39273"/>
                <a:gd name="connsiteX15" fmla="*/ 18087 w 65894"/>
                <a:gd name="connsiteY15" fmla="*/ 13302 h 39273"/>
                <a:gd name="connsiteX16" fmla="*/ 29544 w 65894"/>
                <a:gd name="connsiteY16" fmla="*/ 19815 h 39273"/>
                <a:gd name="connsiteX17" fmla="*/ 28508 w 65894"/>
                <a:gd name="connsiteY17" fmla="*/ 19523 h 39273"/>
                <a:gd name="connsiteX18" fmla="*/ 23829 w 65894"/>
                <a:gd name="connsiteY18" fmla="*/ 16598 h 39273"/>
                <a:gd name="connsiteX19" fmla="*/ 23218 w 65894"/>
                <a:gd name="connsiteY19" fmla="*/ 13914 h 39273"/>
                <a:gd name="connsiteX20" fmla="*/ 25903 w 65894"/>
                <a:gd name="connsiteY20" fmla="*/ 13302 h 39273"/>
                <a:gd name="connsiteX21" fmla="*/ 30581 w 65894"/>
                <a:gd name="connsiteY21" fmla="*/ 16226 h 39273"/>
                <a:gd name="connsiteX22" fmla="*/ 31193 w 65894"/>
                <a:gd name="connsiteY22" fmla="*/ 18911 h 39273"/>
                <a:gd name="connsiteX23" fmla="*/ 29544 w 65894"/>
                <a:gd name="connsiteY23" fmla="*/ 19815 h 39273"/>
                <a:gd name="connsiteX24" fmla="*/ 41028 w 65894"/>
                <a:gd name="connsiteY24" fmla="*/ 26301 h 39273"/>
                <a:gd name="connsiteX25" fmla="*/ 39992 w 65894"/>
                <a:gd name="connsiteY25" fmla="*/ 26009 h 39273"/>
                <a:gd name="connsiteX26" fmla="*/ 35313 w 65894"/>
                <a:gd name="connsiteY26" fmla="*/ 23085 h 39273"/>
                <a:gd name="connsiteX27" fmla="*/ 34702 w 65894"/>
                <a:gd name="connsiteY27" fmla="*/ 20400 h 39273"/>
                <a:gd name="connsiteX28" fmla="*/ 37386 w 65894"/>
                <a:gd name="connsiteY28" fmla="*/ 19788 h 39273"/>
                <a:gd name="connsiteX29" fmla="*/ 42065 w 65894"/>
                <a:gd name="connsiteY29" fmla="*/ 22713 h 39273"/>
                <a:gd name="connsiteX30" fmla="*/ 42676 w 65894"/>
                <a:gd name="connsiteY30" fmla="*/ 25397 h 39273"/>
                <a:gd name="connsiteX31" fmla="*/ 41028 w 65894"/>
                <a:gd name="connsiteY31" fmla="*/ 26301 h 39273"/>
                <a:gd name="connsiteX32" fmla="*/ 52486 w 65894"/>
                <a:gd name="connsiteY32" fmla="*/ 32788 h 39273"/>
                <a:gd name="connsiteX33" fmla="*/ 51449 w 65894"/>
                <a:gd name="connsiteY33" fmla="*/ 32495 h 39273"/>
                <a:gd name="connsiteX34" fmla="*/ 46770 w 65894"/>
                <a:gd name="connsiteY34" fmla="*/ 29571 h 39273"/>
                <a:gd name="connsiteX35" fmla="*/ 46159 w 65894"/>
                <a:gd name="connsiteY35" fmla="*/ 26886 h 39273"/>
                <a:gd name="connsiteX36" fmla="*/ 48844 w 65894"/>
                <a:gd name="connsiteY36" fmla="*/ 26275 h 39273"/>
                <a:gd name="connsiteX37" fmla="*/ 53522 w 65894"/>
                <a:gd name="connsiteY37" fmla="*/ 29199 h 39273"/>
                <a:gd name="connsiteX38" fmla="*/ 54134 w 65894"/>
                <a:gd name="connsiteY38" fmla="*/ 31884 h 39273"/>
                <a:gd name="connsiteX39" fmla="*/ 52486 w 65894"/>
                <a:gd name="connsiteY39" fmla="*/ 32788 h 39273"/>
                <a:gd name="connsiteX40" fmla="*/ 63943 w 65894"/>
                <a:gd name="connsiteY40" fmla="*/ 39274 h 39273"/>
                <a:gd name="connsiteX41" fmla="*/ 62906 w 65894"/>
                <a:gd name="connsiteY41" fmla="*/ 38981 h 39273"/>
                <a:gd name="connsiteX42" fmla="*/ 58227 w 65894"/>
                <a:gd name="connsiteY42" fmla="*/ 36057 h 39273"/>
                <a:gd name="connsiteX43" fmla="*/ 57616 w 65894"/>
                <a:gd name="connsiteY43" fmla="*/ 33372 h 39273"/>
                <a:gd name="connsiteX44" fmla="*/ 60301 w 65894"/>
                <a:gd name="connsiteY44" fmla="*/ 32761 h 39273"/>
                <a:gd name="connsiteX45" fmla="*/ 64980 w 65894"/>
                <a:gd name="connsiteY45" fmla="*/ 35685 h 39273"/>
                <a:gd name="connsiteX46" fmla="*/ 65591 w 65894"/>
                <a:gd name="connsiteY46" fmla="*/ 38370 h 39273"/>
                <a:gd name="connsiteX47" fmla="*/ 63943 w 65894"/>
                <a:gd name="connsiteY47" fmla="*/ 39274 h 39273"/>
                <a:gd name="connsiteX48" fmla="*/ 6630 w 65894"/>
                <a:gd name="connsiteY48" fmla="*/ 20320 h 39273"/>
                <a:gd name="connsiteX49" fmla="*/ 5593 w 65894"/>
                <a:gd name="connsiteY49" fmla="*/ 20028 h 39273"/>
                <a:gd name="connsiteX50" fmla="*/ 914 w 65894"/>
                <a:gd name="connsiteY50" fmla="*/ 17104 h 39273"/>
                <a:gd name="connsiteX51" fmla="*/ 303 w 65894"/>
                <a:gd name="connsiteY51" fmla="*/ 14419 h 39273"/>
                <a:gd name="connsiteX52" fmla="*/ 2988 w 65894"/>
                <a:gd name="connsiteY52" fmla="*/ 13807 h 39273"/>
                <a:gd name="connsiteX53" fmla="*/ 7667 w 65894"/>
                <a:gd name="connsiteY53" fmla="*/ 16731 h 39273"/>
                <a:gd name="connsiteX54" fmla="*/ 8278 w 65894"/>
                <a:gd name="connsiteY54" fmla="*/ 19416 h 39273"/>
                <a:gd name="connsiteX55" fmla="*/ 6630 w 65894"/>
                <a:gd name="connsiteY55" fmla="*/ 20320 h 39273"/>
                <a:gd name="connsiteX56" fmla="*/ 18087 w 65894"/>
                <a:gd name="connsiteY56" fmla="*/ 26806 h 39273"/>
                <a:gd name="connsiteX57" fmla="*/ 17050 w 65894"/>
                <a:gd name="connsiteY57" fmla="*/ 26514 h 39273"/>
                <a:gd name="connsiteX58" fmla="*/ 12372 w 65894"/>
                <a:gd name="connsiteY58" fmla="*/ 23590 h 39273"/>
                <a:gd name="connsiteX59" fmla="*/ 11760 w 65894"/>
                <a:gd name="connsiteY59" fmla="*/ 20905 h 39273"/>
                <a:gd name="connsiteX60" fmla="*/ 14445 w 65894"/>
                <a:gd name="connsiteY60" fmla="*/ 20294 h 39273"/>
                <a:gd name="connsiteX61" fmla="*/ 19124 w 65894"/>
                <a:gd name="connsiteY61" fmla="*/ 23218 h 39273"/>
                <a:gd name="connsiteX62" fmla="*/ 19735 w 65894"/>
                <a:gd name="connsiteY62" fmla="*/ 25903 h 39273"/>
                <a:gd name="connsiteX63" fmla="*/ 18087 w 65894"/>
                <a:gd name="connsiteY63" fmla="*/ 26806 h 39273"/>
                <a:gd name="connsiteX64" fmla="*/ 29544 w 65894"/>
                <a:gd name="connsiteY64" fmla="*/ 33293 h 39273"/>
                <a:gd name="connsiteX65" fmla="*/ 28508 w 65894"/>
                <a:gd name="connsiteY65" fmla="*/ 33000 h 39273"/>
                <a:gd name="connsiteX66" fmla="*/ 23829 w 65894"/>
                <a:gd name="connsiteY66" fmla="*/ 30076 h 39273"/>
                <a:gd name="connsiteX67" fmla="*/ 23218 w 65894"/>
                <a:gd name="connsiteY67" fmla="*/ 27391 h 39273"/>
                <a:gd name="connsiteX68" fmla="*/ 25903 w 65894"/>
                <a:gd name="connsiteY68" fmla="*/ 26780 h 39273"/>
                <a:gd name="connsiteX69" fmla="*/ 30581 w 65894"/>
                <a:gd name="connsiteY69" fmla="*/ 29704 h 39273"/>
                <a:gd name="connsiteX70" fmla="*/ 31193 w 65894"/>
                <a:gd name="connsiteY70" fmla="*/ 32389 h 39273"/>
                <a:gd name="connsiteX71" fmla="*/ 29544 w 65894"/>
                <a:gd name="connsiteY71" fmla="*/ 33293 h 3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5894" h="39273">
                  <a:moveTo>
                    <a:pt x="6630" y="6816"/>
                  </a:moveTo>
                  <a:cubicBezTo>
                    <a:pt x="6284" y="6816"/>
                    <a:pt x="5912" y="6710"/>
                    <a:pt x="5593" y="6524"/>
                  </a:cubicBezTo>
                  <a:lnTo>
                    <a:pt x="914" y="3599"/>
                  </a:lnTo>
                  <a:cubicBezTo>
                    <a:pt x="11" y="3041"/>
                    <a:pt x="-282" y="1845"/>
                    <a:pt x="303" y="915"/>
                  </a:cubicBezTo>
                  <a:cubicBezTo>
                    <a:pt x="861" y="11"/>
                    <a:pt x="2058" y="-282"/>
                    <a:pt x="2988" y="303"/>
                  </a:cubicBezTo>
                  <a:lnTo>
                    <a:pt x="7667" y="3227"/>
                  </a:lnTo>
                  <a:cubicBezTo>
                    <a:pt x="8570" y="3785"/>
                    <a:pt x="8863" y="4982"/>
                    <a:pt x="8278" y="5912"/>
                  </a:cubicBezTo>
                  <a:cubicBezTo>
                    <a:pt x="7906" y="6497"/>
                    <a:pt x="7294" y="6816"/>
                    <a:pt x="6630" y="6816"/>
                  </a:cubicBezTo>
                  <a:close/>
                  <a:moveTo>
                    <a:pt x="18087" y="13302"/>
                  </a:moveTo>
                  <a:cubicBezTo>
                    <a:pt x="17742" y="13302"/>
                    <a:pt x="17369" y="13196"/>
                    <a:pt x="17050" y="13010"/>
                  </a:cubicBezTo>
                  <a:lnTo>
                    <a:pt x="12372" y="10086"/>
                  </a:lnTo>
                  <a:cubicBezTo>
                    <a:pt x="11468" y="9527"/>
                    <a:pt x="11176" y="8331"/>
                    <a:pt x="11760" y="7401"/>
                  </a:cubicBezTo>
                  <a:cubicBezTo>
                    <a:pt x="12319" y="6497"/>
                    <a:pt x="13515" y="6205"/>
                    <a:pt x="14445" y="6789"/>
                  </a:cubicBezTo>
                  <a:lnTo>
                    <a:pt x="19124" y="9713"/>
                  </a:lnTo>
                  <a:cubicBezTo>
                    <a:pt x="20028" y="10272"/>
                    <a:pt x="20320" y="11468"/>
                    <a:pt x="19735" y="12398"/>
                  </a:cubicBezTo>
                  <a:cubicBezTo>
                    <a:pt x="19390" y="12983"/>
                    <a:pt x="18752" y="13302"/>
                    <a:pt x="18087" y="13302"/>
                  </a:cubicBezTo>
                  <a:close/>
                  <a:moveTo>
                    <a:pt x="29544" y="19815"/>
                  </a:moveTo>
                  <a:cubicBezTo>
                    <a:pt x="29199" y="19815"/>
                    <a:pt x="28827" y="19709"/>
                    <a:pt x="28508" y="19523"/>
                  </a:cubicBezTo>
                  <a:lnTo>
                    <a:pt x="23829" y="16598"/>
                  </a:lnTo>
                  <a:cubicBezTo>
                    <a:pt x="22925" y="16040"/>
                    <a:pt x="22633" y="14844"/>
                    <a:pt x="23218" y="13914"/>
                  </a:cubicBezTo>
                  <a:cubicBezTo>
                    <a:pt x="23776" y="13010"/>
                    <a:pt x="24972" y="12717"/>
                    <a:pt x="25903" y="13302"/>
                  </a:cubicBezTo>
                  <a:lnTo>
                    <a:pt x="30581" y="16226"/>
                  </a:lnTo>
                  <a:cubicBezTo>
                    <a:pt x="31485" y="16785"/>
                    <a:pt x="31777" y="17981"/>
                    <a:pt x="31193" y="18911"/>
                  </a:cubicBezTo>
                  <a:cubicBezTo>
                    <a:pt x="30847" y="19496"/>
                    <a:pt x="30209" y="19815"/>
                    <a:pt x="29544" y="19815"/>
                  </a:cubicBezTo>
                  <a:close/>
                  <a:moveTo>
                    <a:pt x="41028" y="26301"/>
                  </a:moveTo>
                  <a:cubicBezTo>
                    <a:pt x="40683" y="26301"/>
                    <a:pt x="40311" y="26195"/>
                    <a:pt x="39992" y="26009"/>
                  </a:cubicBezTo>
                  <a:lnTo>
                    <a:pt x="35313" y="23085"/>
                  </a:lnTo>
                  <a:cubicBezTo>
                    <a:pt x="34409" y="22526"/>
                    <a:pt x="34117" y="21330"/>
                    <a:pt x="34702" y="20400"/>
                  </a:cubicBezTo>
                  <a:cubicBezTo>
                    <a:pt x="35260" y="19496"/>
                    <a:pt x="36456" y="19204"/>
                    <a:pt x="37386" y="19788"/>
                  </a:cubicBezTo>
                  <a:lnTo>
                    <a:pt x="42065" y="22713"/>
                  </a:lnTo>
                  <a:cubicBezTo>
                    <a:pt x="42969" y="23271"/>
                    <a:pt x="43261" y="24467"/>
                    <a:pt x="42676" y="25397"/>
                  </a:cubicBezTo>
                  <a:cubicBezTo>
                    <a:pt x="42304" y="25982"/>
                    <a:pt x="41666" y="26301"/>
                    <a:pt x="41028" y="26301"/>
                  </a:cubicBezTo>
                  <a:close/>
                  <a:moveTo>
                    <a:pt x="52486" y="32788"/>
                  </a:moveTo>
                  <a:cubicBezTo>
                    <a:pt x="52140" y="32788"/>
                    <a:pt x="51768" y="32681"/>
                    <a:pt x="51449" y="32495"/>
                  </a:cubicBezTo>
                  <a:lnTo>
                    <a:pt x="46770" y="29571"/>
                  </a:lnTo>
                  <a:cubicBezTo>
                    <a:pt x="45866" y="29013"/>
                    <a:pt x="45574" y="27817"/>
                    <a:pt x="46159" y="26886"/>
                  </a:cubicBezTo>
                  <a:cubicBezTo>
                    <a:pt x="46717" y="25982"/>
                    <a:pt x="47913" y="25690"/>
                    <a:pt x="48844" y="26275"/>
                  </a:cubicBezTo>
                  <a:lnTo>
                    <a:pt x="53522" y="29199"/>
                  </a:lnTo>
                  <a:cubicBezTo>
                    <a:pt x="54426" y="29757"/>
                    <a:pt x="54719" y="30953"/>
                    <a:pt x="54134" y="31884"/>
                  </a:cubicBezTo>
                  <a:cubicBezTo>
                    <a:pt x="53762" y="32469"/>
                    <a:pt x="53124" y="32788"/>
                    <a:pt x="52486" y="32788"/>
                  </a:cubicBezTo>
                  <a:close/>
                  <a:moveTo>
                    <a:pt x="63943" y="39274"/>
                  </a:moveTo>
                  <a:cubicBezTo>
                    <a:pt x="63597" y="39274"/>
                    <a:pt x="63225" y="39167"/>
                    <a:pt x="62906" y="38981"/>
                  </a:cubicBezTo>
                  <a:lnTo>
                    <a:pt x="58227" y="36057"/>
                  </a:lnTo>
                  <a:cubicBezTo>
                    <a:pt x="57324" y="35499"/>
                    <a:pt x="57031" y="34303"/>
                    <a:pt x="57616" y="33372"/>
                  </a:cubicBezTo>
                  <a:cubicBezTo>
                    <a:pt x="58174" y="32469"/>
                    <a:pt x="59397" y="32176"/>
                    <a:pt x="60301" y="32761"/>
                  </a:cubicBezTo>
                  <a:lnTo>
                    <a:pt x="64980" y="35685"/>
                  </a:lnTo>
                  <a:cubicBezTo>
                    <a:pt x="65883" y="36243"/>
                    <a:pt x="66176" y="37440"/>
                    <a:pt x="65591" y="38370"/>
                  </a:cubicBezTo>
                  <a:cubicBezTo>
                    <a:pt x="65219" y="38955"/>
                    <a:pt x="64581" y="39274"/>
                    <a:pt x="63943" y="39274"/>
                  </a:cubicBezTo>
                  <a:close/>
                  <a:moveTo>
                    <a:pt x="6630" y="20320"/>
                  </a:moveTo>
                  <a:cubicBezTo>
                    <a:pt x="6284" y="20320"/>
                    <a:pt x="5912" y="20214"/>
                    <a:pt x="5593" y="20028"/>
                  </a:cubicBezTo>
                  <a:lnTo>
                    <a:pt x="914" y="17104"/>
                  </a:lnTo>
                  <a:cubicBezTo>
                    <a:pt x="11" y="16545"/>
                    <a:pt x="-282" y="15349"/>
                    <a:pt x="303" y="14419"/>
                  </a:cubicBezTo>
                  <a:cubicBezTo>
                    <a:pt x="861" y="13515"/>
                    <a:pt x="2058" y="13222"/>
                    <a:pt x="2988" y="13807"/>
                  </a:cubicBezTo>
                  <a:lnTo>
                    <a:pt x="7667" y="16731"/>
                  </a:lnTo>
                  <a:cubicBezTo>
                    <a:pt x="8570" y="17290"/>
                    <a:pt x="8863" y="18486"/>
                    <a:pt x="8278" y="19416"/>
                  </a:cubicBezTo>
                  <a:cubicBezTo>
                    <a:pt x="7906" y="20001"/>
                    <a:pt x="7294" y="20320"/>
                    <a:pt x="6630" y="20320"/>
                  </a:cubicBezTo>
                  <a:close/>
                  <a:moveTo>
                    <a:pt x="18087" y="26806"/>
                  </a:moveTo>
                  <a:cubicBezTo>
                    <a:pt x="17742" y="26806"/>
                    <a:pt x="17369" y="26700"/>
                    <a:pt x="17050" y="26514"/>
                  </a:cubicBezTo>
                  <a:lnTo>
                    <a:pt x="12372" y="23590"/>
                  </a:lnTo>
                  <a:cubicBezTo>
                    <a:pt x="11468" y="23032"/>
                    <a:pt x="11176" y="21835"/>
                    <a:pt x="11760" y="20905"/>
                  </a:cubicBezTo>
                  <a:cubicBezTo>
                    <a:pt x="12319" y="20001"/>
                    <a:pt x="13515" y="19709"/>
                    <a:pt x="14445" y="20294"/>
                  </a:cubicBezTo>
                  <a:lnTo>
                    <a:pt x="19124" y="23218"/>
                  </a:lnTo>
                  <a:cubicBezTo>
                    <a:pt x="20028" y="23776"/>
                    <a:pt x="20320" y="24972"/>
                    <a:pt x="19735" y="25903"/>
                  </a:cubicBezTo>
                  <a:cubicBezTo>
                    <a:pt x="19390" y="26487"/>
                    <a:pt x="18752" y="26806"/>
                    <a:pt x="18087" y="26806"/>
                  </a:cubicBezTo>
                  <a:close/>
                  <a:moveTo>
                    <a:pt x="29544" y="33293"/>
                  </a:moveTo>
                  <a:cubicBezTo>
                    <a:pt x="29199" y="33293"/>
                    <a:pt x="28827" y="33186"/>
                    <a:pt x="28508" y="33000"/>
                  </a:cubicBezTo>
                  <a:lnTo>
                    <a:pt x="23829" y="30076"/>
                  </a:lnTo>
                  <a:cubicBezTo>
                    <a:pt x="22925" y="29518"/>
                    <a:pt x="22633" y="28322"/>
                    <a:pt x="23218" y="27391"/>
                  </a:cubicBezTo>
                  <a:cubicBezTo>
                    <a:pt x="23776" y="26487"/>
                    <a:pt x="24972" y="26195"/>
                    <a:pt x="25903" y="26780"/>
                  </a:cubicBezTo>
                  <a:lnTo>
                    <a:pt x="30581" y="29704"/>
                  </a:lnTo>
                  <a:cubicBezTo>
                    <a:pt x="31485" y="30262"/>
                    <a:pt x="31777" y="31458"/>
                    <a:pt x="31193" y="32389"/>
                  </a:cubicBezTo>
                  <a:cubicBezTo>
                    <a:pt x="30847" y="32974"/>
                    <a:pt x="30209" y="33293"/>
                    <a:pt x="29544" y="33293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1" name="任意多边形: 形状 2800">
              <a:extLst>
                <a:ext uri="{FF2B5EF4-FFF2-40B4-BE49-F238E27FC236}">
                  <a16:creationId xmlns:a16="http://schemas.microsoft.com/office/drawing/2014/main" id="{075F85AA-11D6-56D5-F4B9-9BD01FE805D1}"/>
                </a:ext>
              </a:extLst>
            </p:cNvPr>
            <p:cNvSpPr/>
            <p:nvPr/>
          </p:nvSpPr>
          <p:spPr>
            <a:xfrm>
              <a:off x="7475392" y="4335082"/>
              <a:ext cx="232459" cy="138485"/>
            </a:xfrm>
            <a:custGeom>
              <a:avLst/>
              <a:gdLst>
                <a:gd name="connsiteX0" fmla="*/ 125924 w 125923"/>
                <a:gd name="connsiteY0" fmla="*/ 37509 h 75017"/>
                <a:gd name="connsiteX1" fmla="*/ 103700 w 125923"/>
                <a:gd name="connsiteY1" fmla="*/ 27699 h 75017"/>
                <a:gd name="connsiteX2" fmla="*/ 103727 w 125923"/>
                <a:gd name="connsiteY2" fmla="*/ 32777 h 75017"/>
                <a:gd name="connsiteX3" fmla="*/ 79244 w 125923"/>
                <a:gd name="connsiteY3" fmla="*/ 32777 h 75017"/>
                <a:gd name="connsiteX4" fmla="*/ 79324 w 125923"/>
                <a:gd name="connsiteY4" fmla="*/ 42214 h 75017"/>
                <a:gd name="connsiteX5" fmla="*/ 103753 w 125923"/>
                <a:gd name="connsiteY5" fmla="*/ 42214 h 75017"/>
                <a:gd name="connsiteX6" fmla="*/ 103780 w 125923"/>
                <a:gd name="connsiteY6" fmla="*/ 47291 h 75017"/>
                <a:gd name="connsiteX7" fmla="*/ 125924 w 125923"/>
                <a:gd name="connsiteY7" fmla="*/ 37509 h 75017"/>
                <a:gd name="connsiteX8" fmla="*/ 46627 w 125923"/>
                <a:gd name="connsiteY8" fmla="*/ 32777 h 75017"/>
                <a:gd name="connsiteX9" fmla="*/ 22170 w 125923"/>
                <a:gd name="connsiteY9" fmla="*/ 32750 h 75017"/>
                <a:gd name="connsiteX10" fmla="*/ 22117 w 125923"/>
                <a:gd name="connsiteY10" fmla="*/ 27699 h 75017"/>
                <a:gd name="connsiteX11" fmla="*/ 0 w 125923"/>
                <a:gd name="connsiteY11" fmla="*/ 37509 h 75017"/>
                <a:gd name="connsiteX12" fmla="*/ 22250 w 125923"/>
                <a:gd name="connsiteY12" fmla="*/ 47291 h 75017"/>
                <a:gd name="connsiteX13" fmla="*/ 22223 w 125923"/>
                <a:gd name="connsiteY13" fmla="*/ 42214 h 75017"/>
                <a:gd name="connsiteX14" fmla="*/ 46653 w 125923"/>
                <a:gd name="connsiteY14" fmla="*/ 42214 h 75017"/>
                <a:gd name="connsiteX15" fmla="*/ 46627 w 125923"/>
                <a:gd name="connsiteY15" fmla="*/ 32777 h 75017"/>
                <a:gd name="connsiteX16" fmla="*/ 71189 w 125923"/>
                <a:gd name="connsiteY16" fmla="*/ 47956 h 75017"/>
                <a:gd name="connsiteX17" fmla="*/ 54894 w 125923"/>
                <a:gd name="connsiteY17" fmla="*/ 47982 h 75017"/>
                <a:gd name="connsiteX18" fmla="*/ 54974 w 125923"/>
                <a:gd name="connsiteY18" fmla="*/ 62151 h 75017"/>
                <a:gd name="connsiteX19" fmla="*/ 46228 w 125923"/>
                <a:gd name="connsiteY19" fmla="*/ 62151 h 75017"/>
                <a:gd name="connsiteX20" fmla="*/ 63188 w 125923"/>
                <a:gd name="connsiteY20" fmla="*/ 75017 h 75017"/>
                <a:gd name="connsiteX21" fmla="*/ 80015 w 125923"/>
                <a:gd name="connsiteY21" fmla="*/ 62151 h 75017"/>
                <a:gd name="connsiteX22" fmla="*/ 71296 w 125923"/>
                <a:gd name="connsiteY22" fmla="*/ 62178 h 75017"/>
                <a:gd name="connsiteX23" fmla="*/ 71189 w 125923"/>
                <a:gd name="connsiteY23" fmla="*/ 47956 h 75017"/>
                <a:gd name="connsiteX24" fmla="*/ 62762 w 125923"/>
                <a:gd name="connsiteY24" fmla="*/ 0 h 75017"/>
                <a:gd name="connsiteX25" fmla="*/ 45909 w 125923"/>
                <a:gd name="connsiteY25" fmla="*/ 12840 h 75017"/>
                <a:gd name="connsiteX26" fmla="*/ 54655 w 125923"/>
                <a:gd name="connsiteY26" fmla="*/ 12866 h 75017"/>
                <a:gd name="connsiteX27" fmla="*/ 54734 w 125923"/>
                <a:gd name="connsiteY27" fmla="*/ 27035 h 75017"/>
                <a:gd name="connsiteX28" fmla="*/ 71056 w 125923"/>
                <a:gd name="connsiteY28" fmla="*/ 27035 h 75017"/>
                <a:gd name="connsiteX29" fmla="*/ 70977 w 125923"/>
                <a:gd name="connsiteY29" fmla="*/ 12866 h 75017"/>
                <a:gd name="connsiteX30" fmla="*/ 79722 w 125923"/>
                <a:gd name="connsiteY30" fmla="*/ 12866 h 75017"/>
                <a:gd name="connsiteX31" fmla="*/ 62762 w 125923"/>
                <a:gd name="connsiteY31" fmla="*/ 0 h 7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923" h="75017">
                  <a:moveTo>
                    <a:pt x="125924" y="37509"/>
                  </a:moveTo>
                  <a:lnTo>
                    <a:pt x="103700" y="27699"/>
                  </a:lnTo>
                  <a:lnTo>
                    <a:pt x="103727" y="32777"/>
                  </a:lnTo>
                  <a:lnTo>
                    <a:pt x="79244" y="32777"/>
                  </a:lnTo>
                  <a:lnTo>
                    <a:pt x="79324" y="42214"/>
                  </a:lnTo>
                  <a:lnTo>
                    <a:pt x="103753" y="42214"/>
                  </a:lnTo>
                  <a:lnTo>
                    <a:pt x="103780" y="47291"/>
                  </a:lnTo>
                  <a:lnTo>
                    <a:pt x="125924" y="37509"/>
                  </a:lnTo>
                  <a:moveTo>
                    <a:pt x="46627" y="32777"/>
                  </a:moveTo>
                  <a:lnTo>
                    <a:pt x="22170" y="32750"/>
                  </a:lnTo>
                  <a:lnTo>
                    <a:pt x="22117" y="27699"/>
                  </a:lnTo>
                  <a:lnTo>
                    <a:pt x="0" y="37509"/>
                  </a:lnTo>
                  <a:lnTo>
                    <a:pt x="22250" y="47291"/>
                  </a:lnTo>
                  <a:lnTo>
                    <a:pt x="22223" y="42214"/>
                  </a:lnTo>
                  <a:lnTo>
                    <a:pt x="46653" y="42214"/>
                  </a:lnTo>
                  <a:lnTo>
                    <a:pt x="46627" y="32777"/>
                  </a:lnTo>
                  <a:moveTo>
                    <a:pt x="71189" y="47956"/>
                  </a:moveTo>
                  <a:lnTo>
                    <a:pt x="54894" y="47982"/>
                  </a:lnTo>
                  <a:lnTo>
                    <a:pt x="54974" y="62151"/>
                  </a:lnTo>
                  <a:lnTo>
                    <a:pt x="46228" y="62151"/>
                  </a:lnTo>
                  <a:lnTo>
                    <a:pt x="63188" y="75017"/>
                  </a:lnTo>
                  <a:lnTo>
                    <a:pt x="80015" y="62151"/>
                  </a:lnTo>
                  <a:lnTo>
                    <a:pt x="71296" y="62178"/>
                  </a:lnTo>
                  <a:lnTo>
                    <a:pt x="71189" y="47956"/>
                  </a:lnTo>
                  <a:moveTo>
                    <a:pt x="62762" y="0"/>
                  </a:moveTo>
                  <a:lnTo>
                    <a:pt x="45909" y="12840"/>
                  </a:lnTo>
                  <a:lnTo>
                    <a:pt x="54655" y="12866"/>
                  </a:lnTo>
                  <a:lnTo>
                    <a:pt x="54734" y="27035"/>
                  </a:lnTo>
                  <a:lnTo>
                    <a:pt x="71056" y="27035"/>
                  </a:lnTo>
                  <a:lnTo>
                    <a:pt x="70977" y="12866"/>
                  </a:lnTo>
                  <a:lnTo>
                    <a:pt x="79722" y="12866"/>
                  </a:lnTo>
                  <a:lnTo>
                    <a:pt x="62762" y="0"/>
                  </a:lnTo>
                </a:path>
              </a:pathLst>
            </a:custGeom>
            <a:solidFill>
              <a:srgbClr val="FFC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802" name="文本框 2801">
            <a:extLst>
              <a:ext uri="{FF2B5EF4-FFF2-40B4-BE49-F238E27FC236}">
                <a16:creationId xmlns:a16="http://schemas.microsoft.com/office/drawing/2014/main" id="{EC4B09B3-4F8F-9298-5B37-C5B135AE6B1E}"/>
              </a:ext>
            </a:extLst>
          </p:cNvPr>
          <p:cNvSpPr txBox="1"/>
          <p:nvPr/>
        </p:nvSpPr>
        <p:spPr>
          <a:xfrm>
            <a:off x="3159948" y="2805511"/>
            <a:ext cx="12618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内网数据中心核心</a:t>
            </a:r>
          </a:p>
        </p:txBody>
      </p:sp>
      <p:sp>
        <p:nvSpPr>
          <p:cNvPr id="2803" name="文本框 2802">
            <a:extLst>
              <a:ext uri="{FF2B5EF4-FFF2-40B4-BE49-F238E27FC236}">
                <a16:creationId xmlns:a16="http://schemas.microsoft.com/office/drawing/2014/main" id="{DD66F38F-2A33-88F0-DCFD-218B6C94FC98}"/>
              </a:ext>
            </a:extLst>
          </p:cNvPr>
          <p:cNvSpPr txBox="1"/>
          <p:nvPr/>
        </p:nvSpPr>
        <p:spPr>
          <a:xfrm>
            <a:off x="3074853" y="3500434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数据中心防火墙</a:t>
            </a:r>
          </a:p>
        </p:txBody>
      </p:sp>
      <p:sp>
        <p:nvSpPr>
          <p:cNvPr id="2804" name="矩形: 圆角 2803">
            <a:extLst>
              <a:ext uri="{FF2B5EF4-FFF2-40B4-BE49-F238E27FC236}">
                <a16:creationId xmlns:a16="http://schemas.microsoft.com/office/drawing/2014/main" id="{9056E63F-FB5E-C1E0-50C3-D826C0189D98}"/>
              </a:ext>
            </a:extLst>
          </p:cNvPr>
          <p:cNvSpPr/>
          <p:nvPr/>
        </p:nvSpPr>
        <p:spPr>
          <a:xfrm>
            <a:off x="2265418" y="1865754"/>
            <a:ext cx="432997" cy="215075"/>
          </a:xfrm>
          <a:prstGeom prst="roundRec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05" name="矩形: 圆角 2804">
            <a:extLst>
              <a:ext uri="{FF2B5EF4-FFF2-40B4-BE49-F238E27FC236}">
                <a16:creationId xmlns:a16="http://schemas.microsoft.com/office/drawing/2014/main" id="{BE611A05-9627-DC48-4F07-DC31D5B749E9}"/>
              </a:ext>
            </a:extLst>
          </p:cNvPr>
          <p:cNvSpPr/>
          <p:nvPr/>
        </p:nvSpPr>
        <p:spPr>
          <a:xfrm>
            <a:off x="2782253" y="1876029"/>
            <a:ext cx="432997" cy="215075"/>
          </a:xfrm>
          <a:prstGeom prst="roundRec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06" name="矩形: 圆角 2805">
            <a:extLst>
              <a:ext uri="{FF2B5EF4-FFF2-40B4-BE49-F238E27FC236}">
                <a16:creationId xmlns:a16="http://schemas.microsoft.com/office/drawing/2014/main" id="{D9972515-51A1-01DB-1683-3AC5FA35A8F8}"/>
              </a:ext>
            </a:extLst>
          </p:cNvPr>
          <p:cNvSpPr/>
          <p:nvPr/>
        </p:nvSpPr>
        <p:spPr>
          <a:xfrm>
            <a:off x="3283603" y="1868222"/>
            <a:ext cx="432997" cy="215075"/>
          </a:xfrm>
          <a:prstGeom prst="roundRec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07" name="矩形: 圆角 2806">
            <a:extLst>
              <a:ext uri="{FF2B5EF4-FFF2-40B4-BE49-F238E27FC236}">
                <a16:creationId xmlns:a16="http://schemas.microsoft.com/office/drawing/2014/main" id="{DCF401FF-CA65-4F4C-2554-CA0D5BC788A0}"/>
              </a:ext>
            </a:extLst>
          </p:cNvPr>
          <p:cNvSpPr/>
          <p:nvPr/>
        </p:nvSpPr>
        <p:spPr>
          <a:xfrm>
            <a:off x="6425905" y="1931441"/>
            <a:ext cx="915293" cy="500222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零信任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/VPN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网关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08" name="组合 2807">
            <a:extLst>
              <a:ext uri="{FF2B5EF4-FFF2-40B4-BE49-F238E27FC236}">
                <a16:creationId xmlns:a16="http://schemas.microsoft.com/office/drawing/2014/main" id="{17CC7FD6-5EFC-3918-0F6D-12159A1A66AE}"/>
              </a:ext>
            </a:extLst>
          </p:cNvPr>
          <p:cNvGrpSpPr/>
          <p:nvPr/>
        </p:nvGrpSpPr>
        <p:grpSpPr>
          <a:xfrm>
            <a:off x="2318395" y="5906210"/>
            <a:ext cx="1514130" cy="637071"/>
            <a:chOff x="714745" y="5441797"/>
            <a:chExt cx="1514130" cy="637071"/>
          </a:xfrm>
        </p:grpSpPr>
        <p:sp>
          <p:nvSpPr>
            <p:cNvPr id="2809" name="矩形 2808">
              <a:extLst>
                <a:ext uri="{FF2B5EF4-FFF2-40B4-BE49-F238E27FC236}">
                  <a16:creationId xmlns:a16="http://schemas.microsoft.com/office/drawing/2014/main" id="{ED07C81C-5405-DE78-4F58-AEE8F15F1B27}"/>
                </a:ext>
              </a:extLst>
            </p:cNvPr>
            <p:cNvSpPr/>
            <p:nvPr/>
          </p:nvSpPr>
          <p:spPr>
            <a:xfrm>
              <a:off x="714745" y="5817258"/>
              <a:ext cx="1514130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50" dirty="0">
                  <a:latin typeface="微软雅黑" pitchFamily="34" charset="-122"/>
                  <a:ea typeface="微软雅黑" pitchFamily="34" charset="-122"/>
                  <a:cs typeface="微软雅黑 Light" charset="-122"/>
                </a:rPr>
                <a:t>内网电脑</a:t>
              </a:r>
            </a:p>
          </p:txBody>
        </p:sp>
        <p:sp>
          <p:nvSpPr>
            <p:cNvPr id="2810" name="任意多边形: 形状 2809">
              <a:extLst>
                <a:ext uri="{FF2B5EF4-FFF2-40B4-BE49-F238E27FC236}">
                  <a16:creationId xmlns:a16="http://schemas.microsoft.com/office/drawing/2014/main" id="{B5B9CBBA-53CA-1326-5AA4-218098992203}"/>
                </a:ext>
              </a:extLst>
            </p:cNvPr>
            <p:cNvSpPr/>
            <p:nvPr/>
          </p:nvSpPr>
          <p:spPr>
            <a:xfrm>
              <a:off x="1359392" y="5651083"/>
              <a:ext cx="61141" cy="24763"/>
            </a:xfrm>
            <a:custGeom>
              <a:avLst/>
              <a:gdLst>
                <a:gd name="connsiteX0" fmla="*/ 61142 w 61141"/>
                <a:gd name="connsiteY0" fmla="*/ 0 h 24763"/>
                <a:gd name="connsiteX1" fmla="*/ 0 w 61141"/>
                <a:gd name="connsiteY1" fmla="*/ 0 h 24763"/>
                <a:gd name="connsiteX2" fmla="*/ 0 w 61141"/>
                <a:gd name="connsiteY2" fmla="*/ 24764 h 24763"/>
                <a:gd name="connsiteX3" fmla="*/ 61142 w 61141"/>
                <a:gd name="connsiteY3" fmla="*/ 24764 h 24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41" h="24763">
                  <a:moveTo>
                    <a:pt x="61142" y="0"/>
                  </a:moveTo>
                  <a:lnTo>
                    <a:pt x="0" y="0"/>
                  </a:lnTo>
                  <a:lnTo>
                    <a:pt x="0" y="24764"/>
                  </a:lnTo>
                  <a:lnTo>
                    <a:pt x="61142" y="24764"/>
                  </a:lnTo>
                  <a:close/>
                </a:path>
              </a:pathLst>
            </a:custGeom>
            <a:solidFill>
              <a:srgbClr val="111D38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11" name="任意多边形: 形状 2810">
              <a:extLst>
                <a:ext uri="{FF2B5EF4-FFF2-40B4-BE49-F238E27FC236}">
                  <a16:creationId xmlns:a16="http://schemas.microsoft.com/office/drawing/2014/main" id="{E557249D-E848-6FF1-9DA9-7C2A723D4532}"/>
                </a:ext>
              </a:extLst>
            </p:cNvPr>
            <p:cNvSpPr/>
            <p:nvPr/>
          </p:nvSpPr>
          <p:spPr>
            <a:xfrm>
              <a:off x="1325004" y="5707237"/>
              <a:ext cx="129851" cy="6023"/>
            </a:xfrm>
            <a:custGeom>
              <a:avLst/>
              <a:gdLst>
                <a:gd name="connsiteX0" fmla="*/ 129852 w 129851"/>
                <a:gd name="connsiteY0" fmla="*/ 3012 h 6023"/>
                <a:gd name="connsiteX1" fmla="*/ 126864 w 129851"/>
                <a:gd name="connsiteY1" fmla="*/ 0 h 6023"/>
                <a:gd name="connsiteX2" fmla="*/ 2987 w 129851"/>
                <a:gd name="connsiteY2" fmla="*/ 0 h 6023"/>
                <a:gd name="connsiteX3" fmla="*/ 0 w 129851"/>
                <a:gd name="connsiteY3" fmla="*/ 3012 h 6023"/>
                <a:gd name="connsiteX4" fmla="*/ 2987 w 129851"/>
                <a:gd name="connsiteY4" fmla="*/ 6024 h 6023"/>
                <a:gd name="connsiteX5" fmla="*/ 126864 w 129851"/>
                <a:gd name="connsiteY5" fmla="*/ 6024 h 6023"/>
                <a:gd name="connsiteX6" fmla="*/ 129852 w 129851"/>
                <a:gd name="connsiteY6" fmla="*/ 3012 h 6023"/>
                <a:gd name="connsiteX7" fmla="*/ 129852 w 129851"/>
                <a:gd name="connsiteY7" fmla="*/ 3012 h 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851" h="6023">
                  <a:moveTo>
                    <a:pt x="129852" y="3012"/>
                  </a:moveTo>
                  <a:cubicBezTo>
                    <a:pt x="129852" y="1406"/>
                    <a:pt x="128458" y="0"/>
                    <a:pt x="126864" y="0"/>
                  </a:cubicBezTo>
                  <a:lnTo>
                    <a:pt x="2987" y="0"/>
                  </a:lnTo>
                  <a:cubicBezTo>
                    <a:pt x="1394" y="0"/>
                    <a:pt x="0" y="1406"/>
                    <a:pt x="0" y="3012"/>
                  </a:cubicBezTo>
                  <a:cubicBezTo>
                    <a:pt x="0" y="4618"/>
                    <a:pt x="1394" y="6024"/>
                    <a:pt x="2987" y="6024"/>
                  </a:cubicBezTo>
                  <a:lnTo>
                    <a:pt x="126864" y="6024"/>
                  </a:lnTo>
                  <a:cubicBezTo>
                    <a:pt x="128458" y="6024"/>
                    <a:pt x="129852" y="4618"/>
                    <a:pt x="129852" y="3012"/>
                  </a:cubicBezTo>
                  <a:lnTo>
                    <a:pt x="129852" y="3012"/>
                  </a:lnTo>
                  <a:close/>
                </a:path>
              </a:pathLst>
            </a:custGeom>
            <a:solidFill>
              <a:srgbClr val="111D38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12" name="任意多边形: 形状 2811">
              <a:extLst>
                <a:ext uri="{FF2B5EF4-FFF2-40B4-BE49-F238E27FC236}">
                  <a16:creationId xmlns:a16="http://schemas.microsoft.com/office/drawing/2014/main" id="{32A968F9-EA4A-6B8E-4A84-FDDED57A6BB7}"/>
                </a:ext>
              </a:extLst>
            </p:cNvPr>
            <p:cNvSpPr/>
            <p:nvPr/>
          </p:nvSpPr>
          <p:spPr>
            <a:xfrm>
              <a:off x="1325469" y="5675178"/>
              <a:ext cx="128988" cy="33330"/>
            </a:xfrm>
            <a:custGeom>
              <a:avLst/>
              <a:gdLst>
                <a:gd name="connsiteX0" fmla="*/ 128989 w 128988"/>
                <a:gd name="connsiteY0" fmla="*/ 33331 h 33330"/>
                <a:gd name="connsiteX1" fmla="*/ 0 w 128988"/>
                <a:gd name="connsiteY1" fmla="*/ 33331 h 33330"/>
                <a:gd name="connsiteX2" fmla="*/ 33127 w 128988"/>
                <a:gd name="connsiteY2" fmla="*/ 0 h 33330"/>
                <a:gd name="connsiteX3" fmla="*/ 95796 w 128988"/>
                <a:gd name="connsiteY3" fmla="*/ 0 h 3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988" h="33330">
                  <a:moveTo>
                    <a:pt x="128989" y="33331"/>
                  </a:moveTo>
                  <a:lnTo>
                    <a:pt x="0" y="33331"/>
                  </a:lnTo>
                  <a:lnTo>
                    <a:pt x="33127" y="0"/>
                  </a:lnTo>
                  <a:lnTo>
                    <a:pt x="95796" y="0"/>
                  </a:lnTo>
                  <a:close/>
                </a:path>
              </a:pathLst>
            </a:custGeom>
            <a:solidFill>
              <a:srgbClr val="2B354F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13" name="任意多边形: 形状 2812">
              <a:extLst>
                <a:ext uri="{FF2B5EF4-FFF2-40B4-BE49-F238E27FC236}">
                  <a16:creationId xmlns:a16="http://schemas.microsoft.com/office/drawing/2014/main" id="{ACA74163-D055-D864-AFE3-B1881102CBFA}"/>
                </a:ext>
              </a:extLst>
            </p:cNvPr>
            <p:cNvSpPr/>
            <p:nvPr/>
          </p:nvSpPr>
          <p:spPr>
            <a:xfrm>
              <a:off x="1235847" y="5458997"/>
              <a:ext cx="308231" cy="192688"/>
            </a:xfrm>
            <a:custGeom>
              <a:avLst/>
              <a:gdLst>
                <a:gd name="connsiteX0" fmla="*/ 308099 w 308231"/>
                <a:gd name="connsiteY0" fmla="*/ 3882 h 192688"/>
                <a:gd name="connsiteX1" fmla="*/ 304249 w 308231"/>
                <a:gd name="connsiteY1" fmla="*/ 0 h 192688"/>
                <a:gd name="connsiteX2" fmla="*/ 3850 w 308231"/>
                <a:gd name="connsiteY2" fmla="*/ 0 h 192688"/>
                <a:gd name="connsiteX3" fmla="*/ 0 w 308231"/>
                <a:gd name="connsiteY3" fmla="*/ 3882 h 192688"/>
                <a:gd name="connsiteX4" fmla="*/ 0 w 308231"/>
                <a:gd name="connsiteY4" fmla="*/ 188807 h 192688"/>
                <a:gd name="connsiteX5" fmla="*/ 3850 w 308231"/>
                <a:gd name="connsiteY5" fmla="*/ 192689 h 192688"/>
                <a:gd name="connsiteX6" fmla="*/ 304381 w 308231"/>
                <a:gd name="connsiteY6" fmla="*/ 192689 h 192688"/>
                <a:gd name="connsiteX7" fmla="*/ 308232 w 308231"/>
                <a:gd name="connsiteY7" fmla="*/ 188807 h 192688"/>
                <a:gd name="connsiteX8" fmla="*/ 308232 w 308231"/>
                <a:gd name="connsiteY8" fmla="*/ 3882 h 192688"/>
                <a:gd name="connsiteX9" fmla="*/ 308099 w 308231"/>
                <a:gd name="connsiteY9" fmla="*/ 3882 h 192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231" h="192688">
                  <a:moveTo>
                    <a:pt x="308099" y="3882"/>
                  </a:moveTo>
                  <a:cubicBezTo>
                    <a:pt x="308099" y="1740"/>
                    <a:pt x="306373" y="0"/>
                    <a:pt x="304249" y="0"/>
                  </a:cubicBezTo>
                  <a:lnTo>
                    <a:pt x="3850" y="0"/>
                  </a:lnTo>
                  <a:cubicBezTo>
                    <a:pt x="1726" y="0"/>
                    <a:pt x="0" y="1740"/>
                    <a:pt x="0" y="3882"/>
                  </a:cubicBezTo>
                  <a:lnTo>
                    <a:pt x="0" y="188807"/>
                  </a:lnTo>
                  <a:cubicBezTo>
                    <a:pt x="0" y="190948"/>
                    <a:pt x="1726" y="192689"/>
                    <a:pt x="3850" y="192689"/>
                  </a:cubicBezTo>
                  <a:lnTo>
                    <a:pt x="304381" y="192689"/>
                  </a:lnTo>
                  <a:cubicBezTo>
                    <a:pt x="306506" y="192689"/>
                    <a:pt x="308232" y="190948"/>
                    <a:pt x="308232" y="188807"/>
                  </a:cubicBezTo>
                  <a:lnTo>
                    <a:pt x="308232" y="3882"/>
                  </a:lnTo>
                  <a:lnTo>
                    <a:pt x="308099" y="3882"/>
                  </a:lnTo>
                  <a:close/>
                </a:path>
              </a:pathLst>
            </a:custGeom>
            <a:solidFill>
              <a:srgbClr val="B1B2FF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14" name="任意多边形: 形状 2813">
              <a:extLst>
                <a:ext uri="{FF2B5EF4-FFF2-40B4-BE49-F238E27FC236}">
                  <a16:creationId xmlns:a16="http://schemas.microsoft.com/office/drawing/2014/main" id="{B8989403-748D-DFAD-B290-9C8381081978}"/>
                </a:ext>
              </a:extLst>
            </p:cNvPr>
            <p:cNvSpPr/>
            <p:nvPr/>
          </p:nvSpPr>
          <p:spPr>
            <a:xfrm>
              <a:off x="1217193" y="5441797"/>
              <a:ext cx="345607" cy="209889"/>
            </a:xfrm>
            <a:custGeom>
              <a:avLst/>
              <a:gdLst>
                <a:gd name="connsiteX0" fmla="*/ 345475 w 345607"/>
                <a:gd name="connsiteY0" fmla="*/ 4217 h 209889"/>
                <a:gd name="connsiteX1" fmla="*/ 341624 w 345607"/>
                <a:gd name="connsiteY1" fmla="*/ 0 h 209889"/>
                <a:gd name="connsiteX2" fmla="*/ 3850 w 345607"/>
                <a:gd name="connsiteY2" fmla="*/ 0 h 209889"/>
                <a:gd name="connsiteX3" fmla="*/ 0 w 345607"/>
                <a:gd name="connsiteY3" fmla="*/ 4217 h 209889"/>
                <a:gd name="connsiteX4" fmla="*/ 0 w 345607"/>
                <a:gd name="connsiteY4" fmla="*/ 205673 h 209889"/>
                <a:gd name="connsiteX5" fmla="*/ 3850 w 345607"/>
                <a:gd name="connsiteY5" fmla="*/ 209889 h 209889"/>
                <a:gd name="connsiteX6" fmla="*/ 341757 w 345607"/>
                <a:gd name="connsiteY6" fmla="*/ 209889 h 209889"/>
                <a:gd name="connsiteX7" fmla="*/ 345607 w 345607"/>
                <a:gd name="connsiteY7" fmla="*/ 205673 h 209889"/>
                <a:gd name="connsiteX8" fmla="*/ 345607 w 345607"/>
                <a:gd name="connsiteY8" fmla="*/ 4217 h 209889"/>
                <a:gd name="connsiteX9" fmla="*/ 345475 w 345607"/>
                <a:gd name="connsiteY9" fmla="*/ 4217 h 209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5607" h="209889">
                  <a:moveTo>
                    <a:pt x="345475" y="4217"/>
                  </a:moveTo>
                  <a:cubicBezTo>
                    <a:pt x="345475" y="1874"/>
                    <a:pt x="343749" y="0"/>
                    <a:pt x="341624" y="0"/>
                  </a:cubicBezTo>
                  <a:lnTo>
                    <a:pt x="3850" y="0"/>
                  </a:lnTo>
                  <a:cubicBezTo>
                    <a:pt x="1726" y="0"/>
                    <a:pt x="0" y="1941"/>
                    <a:pt x="0" y="4217"/>
                  </a:cubicBezTo>
                  <a:lnTo>
                    <a:pt x="0" y="205673"/>
                  </a:lnTo>
                  <a:cubicBezTo>
                    <a:pt x="0" y="208015"/>
                    <a:pt x="1726" y="209889"/>
                    <a:pt x="3850" y="209889"/>
                  </a:cubicBezTo>
                  <a:lnTo>
                    <a:pt x="341757" y="209889"/>
                  </a:lnTo>
                  <a:cubicBezTo>
                    <a:pt x="343881" y="209889"/>
                    <a:pt x="345607" y="207948"/>
                    <a:pt x="345607" y="205673"/>
                  </a:cubicBezTo>
                  <a:lnTo>
                    <a:pt x="345607" y="4217"/>
                  </a:lnTo>
                  <a:lnTo>
                    <a:pt x="345475" y="4217"/>
                  </a:lnTo>
                  <a:close/>
                </a:path>
              </a:pathLst>
            </a:custGeom>
            <a:solidFill>
              <a:srgbClr val="111D38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15" name="任意多边形: 形状 2814">
              <a:extLst>
                <a:ext uri="{FF2B5EF4-FFF2-40B4-BE49-F238E27FC236}">
                  <a16:creationId xmlns:a16="http://schemas.microsoft.com/office/drawing/2014/main" id="{13E34CC9-704F-0478-F3F3-44757B6B5ED4}"/>
                </a:ext>
              </a:extLst>
            </p:cNvPr>
            <p:cNvSpPr/>
            <p:nvPr/>
          </p:nvSpPr>
          <p:spPr>
            <a:xfrm>
              <a:off x="1257091" y="5488915"/>
              <a:ext cx="263553" cy="121609"/>
            </a:xfrm>
            <a:custGeom>
              <a:avLst/>
              <a:gdLst>
                <a:gd name="connsiteX0" fmla="*/ 141469 w 263553"/>
                <a:gd name="connsiteY0" fmla="*/ 0 h 121609"/>
                <a:gd name="connsiteX1" fmla="*/ 263554 w 263553"/>
                <a:gd name="connsiteY1" fmla="*/ 0 h 121609"/>
                <a:gd name="connsiteX2" fmla="*/ 263554 w 263553"/>
                <a:gd name="connsiteY2" fmla="*/ 121610 h 121609"/>
                <a:gd name="connsiteX3" fmla="*/ 141469 w 263553"/>
                <a:gd name="connsiteY3" fmla="*/ 121610 h 121609"/>
                <a:gd name="connsiteX4" fmla="*/ 141469 w 263553"/>
                <a:gd name="connsiteY4" fmla="*/ 0 h 121609"/>
                <a:gd name="connsiteX5" fmla="*/ 0 w 263553"/>
                <a:gd name="connsiteY5" fmla="*/ 0 h 121609"/>
                <a:gd name="connsiteX6" fmla="*/ 122085 w 263553"/>
                <a:gd name="connsiteY6" fmla="*/ 0 h 121609"/>
                <a:gd name="connsiteX7" fmla="*/ 122085 w 263553"/>
                <a:gd name="connsiteY7" fmla="*/ 121610 h 121609"/>
                <a:gd name="connsiteX8" fmla="*/ 0 w 263553"/>
                <a:gd name="connsiteY8" fmla="*/ 121610 h 121609"/>
                <a:gd name="connsiteX9" fmla="*/ 0 w 263553"/>
                <a:gd name="connsiteY9" fmla="*/ 0 h 121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3553" h="121609">
                  <a:moveTo>
                    <a:pt x="141469" y="0"/>
                  </a:moveTo>
                  <a:lnTo>
                    <a:pt x="263554" y="0"/>
                  </a:lnTo>
                  <a:lnTo>
                    <a:pt x="263554" y="121610"/>
                  </a:lnTo>
                  <a:lnTo>
                    <a:pt x="141469" y="121610"/>
                  </a:lnTo>
                  <a:lnTo>
                    <a:pt x="141469" y="0"/>
                  </a:lnTo>
                  <a:close/>
                  <a:moveTo>
                    <a:pt x="0" y="0"/>
                  </a:moveTo>
                  <a:lnTo>
                    <a:pt x="122085" y="0"/>
                  </a:lnTo>
                  <a:lnTo>
                    <a:pt x="122085" y="121610"/>
                  </a:lnTo>
                  <a:lnTo>
                    <a:pt x="0" y="121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4358" cap="flat">
              <a:solidFill>
                <a:srgbClr val="D9D9D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16" name="任意多边形: 形状 2815">
              <a:extLst>
                <a:ext uri="{FF2B5EF4-FFF2-40B4-BE49-F238E27FC236}">
                  <a16:creationId xmlns:a16="http://schemas.microsoft.com/office/drawing/2014/main" id="{D8D2F654-D370-8CE9-0368-541AC3CBA2DC}"/>
                </a:ext>
              </a:extLst>
            </p:cNvPr>
            <p:cNvSpPr/>
            <p:nvPr/>
          </p:nvSpPr>
          <p:spPr>
            <a:xfrm>
              <a:off x="1237706" y="5457391"/>
              <a:ext cx="305244" cy="180172"/>
            </a:xfrm>
            <a:custGeom>
              <a:avLst/>
              <a:gdLst>
                <a:gd name="connsiteX0" fmla="*/ 0 w 305244"/>
                <a:gd name="connsiteY0" fmla="*/ 0 h 180172"/>
                <a:gd name="connsiteX1" fmla="*/ 0 w 305244"/>
                <a:gd name="connsiteY1" fmla="*/ 180173 h 180172"/>
                <a:gd name="connsiteX2" fmla="*/ 305245 w 305244"/>
                <a:gd name="connsiteY2" fmla="*/ 180173 h 180172"/>
                <a:gd name="connsiteX3" fmla="*/ 305245 w 305244"/>
                <a:gd name="connsiteY3" fmla="*/ 0 h 180172"/>
                <a:gd name="connsiteX4" fmla="*/ 0 w 305244"/>
                <a:gd name="connsiteY4" fmla="*/ 0 h 180172"/>
                <a:gd name="connsiteX5" fmla="*/ 160854 w 305244"/>
                <a:gd name="connsiteY5" fmla="*/ 31524 h 180172"/>
                <a:gd name="connsiteX6" fmla="*/ 282939 w 305244"/>
                <a:gd name="connsiteY6" fmla="*/ 31524 h 180172"/>
                <a:gd name="connsiteX7" fmla="*/ 282939 w 305244"/>
                <a:gd name="connsiteY7" fmla="*/ 153134 h 180172"/>
                <a:gd name="connsiteX8" fmla="*/ 160854 w 305244"/>
                <a:gd name="connsiteY8" fmla="*/ 153134 h 180172"/>
                <a:gd name="connsiteX9" fmla="*/ 160854 w 305244"/>
                <a:gd name="connsiteY9" fmla="*/ 31524 h 180172"/>
                <a:gd name="connsiteX10" fmla="*/ 19385 w 305244"/>
                <a:gd name="connsiteY10" fmla="*/ 31524 h 180172"/>
                <a:gd name="connsiteX11" fmla="*/ 141469 w 305244"/>
                <a:gd name="connsiteY11" fmla="*/ 31524 h 180172"/>
                <a:gd name="connsiteX12" fmla="*/ 141469 w 305244"/>
                <a:gd name="connsiteY12" fmla="*/ 153134 h 180172"/>
                <a:gd name="connsiteX13" fmla="*/ 19385 w 305244"/>
                <a:gd name="connsiteY13" fmla="*/ 153134 h 180172"/>
                <a:gd name="connsiteX14" fmla="*/ 19385 w 305244"/>
                <a:gd name="connsiteY14" fmla="*/ 31524 h 180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5244" h="180172">
                  <a:moveTo>
                    <a:pt x="0" y="0"/>
                  </a:moveTo>
                  <a:lnTo>
                    <a:pt x="0" y="180173"/>
                  </a:lnTo>
                  <a:lnTo>
                    <a:pt x="305245" y="180173"/>
                  </a:lnTo>
                  <a:lnTo>
                    <a:pt x="305245" y="0"/>
                  </a:lnTo>
                  <a:lnTo>
                    <a:pt x="0" y="0"/>
                  </a:lnTo>
                  <a:close/>
                  <a:moveTo>
                    <a:pt x="160854" y="31524"/>
                  </a:moveTo>
                  <a:lnTo>
                    <a:pt x="282939" y="31524"/>
                  </a:lnTo>
                  <a:lnTo>
                    <a:pt x="282939" y="153134"/>
                  </a:lnTo>
                  <a:lnTo>
                    <a:pt x="160854" y="153134"/>
                  </a:lnTo>
                  <a:lnTo>
                    <a:pt x="160854" y="31524"/>
                  </a:lnTo>
                  <a:close/>
                  <a:moveTo>
                    <a:pt x="19385" y="31524"/>
                  </a:moveTo>
                  <a:lnTo>
                    <a:pt x="141469" y="31524"/>
                  </a:lnTo>
                  <a:lnTo>
                    <a:pt x="141469" y="153134"/>
                  </a:lnTo>
                  <a:lnTo>
                    <a:pt x="19385" y="153134"/>
                  </a:lnTo>
                  <a:lnTo>
                    <a:pt x="19385" y="31524"/>
                  </a:lnTo>
                  <a:close/>
                </a:path>
              </a:pathLst>
            </a:custGeom>
            <a:solidFill>
              <a:srgbClr val="F2F2F2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17" name="任意多边形: 形状 2816">
              <a:extLst>
                <a:ext uri="{FF2B5EF4-FFF2-40B4-BE49-F238E27FC236}">
                  <a16:creationId xmlns:a16="http://schemas.microsoft.com/office/drawing/2014/main" id="{E50C3984-0EBC-0034-2100-D1C62C500C90}"/>
                </a:ext>
              </a:extLst>
            </p:cNvPr>
            <p:cNvSpPr/>
            <p:nvPr/>
          </p:nvSpPr>
          <p:spPr>
            <a:xfrm>
              <a:off x="1412037" y="5512942"/>
              <a:ext cx="89356" cy="70743"/>
            </a:xfrm>
            <a:custGeom>
              <a:avLst/>
              <a:gdLst>
                <a:gd name="connsiteX0" fmla="*/ 20779 w 89356"/>
                <a:gd name="connsiteY0" fmla="*/ 0 h 70743"/>
                <a:gd name="connsiteX1" fmla="*/ 23766 w 89356"/>
                <a:gd name="connsiteY1" fmla="*/ 0 h 70743"/>
                <a:gd name="connsiteX2" fmla="*/ 28214 w 89356"/>
                <a:gd name="connsiteY2" fmla="*/ 1472 h 70743"/>
                <a:gd name="connsiteX3" fmla="*/ 31202 w 89356"/>
                <a:gd name="connsiteY3" fmla="*/ 2945 h 70743"/>
                <a:gd name="connsiteX4" fmla="*/ 34189 w 89356"/>
                <a:gd name="connsiteY4" fmla="*/ 5957 h 70743"/>
                <a:gd name="connsiteX5" fmla="*/ 37176 w 89356"/>
                <a:gd name="connsiteY5" fmla="*/ 8968 h 70743"/>
                <a:gd name="connsiteX6" fmla="*/ 38637 w 89356"/>
                <a:gd name="connsiteY6" fmla="*/ 11980 h 70743"/>
                <a:gd name="connsiteX7" fmla="*/ 40097 w 89356"/>
                <a:gd name="connsiteY7" fmla="*/ 16465 h 70743"/>
                <a:gd name="connsiteX8" fmla="*/ 40097 w 89356"/>
                <a:gd name="connsiteY8" fmla="*/ 20949 h 70743"/>
                <a:gd name="connsiteX9" fmla="*/ 40097 w 89356"/>
                <a:gd name="connsiteY9" fmla="*/ 25433 h 70743"/>
                <a:gd name="connsiteX10" fmla="*/ 38637 w 89356"/>
                <a:gd name="connsiteY10" fmla="*/ 28445 h 70743"/>
                <a:gd name="connsiteX11" fmla="*/ 37176 w 89356"/>
                <a:gd name="connsiteY11" fmla="*/ 32929 h 70743"/>
                <a:gd name="connsiteX12" fmla="*/ 34189 w 89356"/>
                <a:gd name="connsiteY12" fmla="*/ 35941 h 70743"/>
                <a:gd name="connsiteX13" fmla="*/ 31202 w 89356"/>
                <a:gd name="connsiteY13" fmla="*/ 37413 h 70743"/>
                <a:gd name="connsiteX14" fmla="*/ 28214 w 89356"/>
                <a:gd name="connsiteY14" fmla="*/ 40425 h 70743"/>
                <a:gd name="connsiteX15" fmla="*/ 23766 w 89356"/>
                <a:gd name="connsiteY15" fmla="*/ 41898 h 70743"/>
                <a:gd name="connsiteX16" fmla="*/ 20779 w 89356"/>
                <a:gd name="connsiteY16" fmla="*/ 41898 h 70743"/>
                <a:gd name="connsiteX17" fmla="*/ 16331 w 89356"/>
                <a:gd name="connsiteY17" fmla="*/ 41898 h 70743"/>
                <a:gd name="connsiteX18" fmla="*/ 11883 w 89356"/>
                <a:gd name="connsiteY18" fmla="*/ 40425 h 70743"/>
                <a:gd name="connsiteX19" fmla="*/ 8896 w 89356"/>
                <a:gd name="connsiteY19" fmla="*/ 37413 h 70743"/>
                <a:gd name="connsiteX20" fmla="*/ 5908 w 89356"/>
                <a:gd name="connsiteY20" fmla="*/ 35941 h 70743"/>
                <a:gd name="connsiteX21" fmla="*/ 2921 w 89356"/>
                <a:gd name="connsiteY21" fmla="*/ 32929 h 70743"/>
                <a:gd name="connsiteX22" fmla="*/ 1460 w 89356"/>
                <a:gd name="connsiteY22" fmla="*/ 28445 h 70743"/>
                <a:gd name="connsiteX23" fmla="*/ 0 w 89356"/>
                <a:gd name="connsiteY23" fmla="*/ 25433 h 70743"/>
                <a:gd name="connsiteX24" fmla="*/ 0 w 89356"/>
                <a:gd name="connsiteY24" fmla="*/ 20949 h 70743"/>
                <a:gd name="connsiteX25" fmla="*/ 0 w 89356"/>
                <a:gd name="connsiteY25" fmla="*/ 16465 h 70743"/>
                <a:gd name="connsiteX26" fmla="*/ 1460 w 89356"/>
                <a:gd name="connsiteY26" fmla="*/ 11980 h 70743"/>
                <a:gd name="connsiteX27" fmla="*/ 2921 w 89356"/>
                <a:gd name="connsiteY27" fmla="*/ 8968 h 70743"/>
                <a:gd name="connsiteX28" fmla="*/ 5908 w 89356"/>
                <a:gd name="connsiteY28" fmla="*/ 5957 h 70743"/>
                <a:gd name="connsiteX29" fmla="*/ 8896 w 89356"/>
                <a:gd name="connsiteY29" fmla="*/ 2945 h 70743"/>
                <a:gd name="connsiteX30" fmla="*/ 11883 w 89356"/>
                <a:gd name="connsiteY30" fmla="*/ 1472 h 70743"/>
                <a:gd name="connsiteX31" fmla="*/ 16331 w 89356"/>
                <a:gd name="connsiteY31" fmla="*/ 0 h 70743"/>
                <a:gd name="connsiteX32" fmla="*/ 20779 w 89356"/>
                <a:gd name="connsiteY32" fmla="*/ 0 h 70743"/>
                <a:gd name="connsiteX33" fmla="*/ 20779 w 89356"/>
                <a:gd name="connsiteY33" fmla="*/ 0 h 70743"/>
                <a:gd name="connsiteX34" fmla="*/ 89290 w 89356"/>
                <a:gd name="connsiteY34" fmla="*/ 6024 h 70743"/>
                <a:gd name="connsiteX35" fmla="*/ 89290 w 89356"/>
                <a:gd name="connsiteY35" fmla="*/ 57090 h 70743"/>
                <a:gd name="connsiteX36" fmla="*/ 13344 w 89356"/>
                <a:gd name="connsiteY36" fmla="*/ 57090 h 70743"/>
                <a:gd name="connsiteX37" fmla="*/ 13344 w 89356"/>
                <a:gd name="connsiteY37" fmla="*/ 43571 h 70743"/>
                <a:gd name="connsiteX38" fmla="*/ 16331 w 89356"/>
                <a:gd name="connsiteY38" fmla="*/ 45043 h 70743"/>
                <a:gd name="connsiteX39" fmla="*/ 19318 w 89356"/>
                <a:gd name="connsiteY39" fmla="*/ 45043 h 70743"/>
                <a:gd name="connsiteX40" fmla="*/ 19318 w 89356"/>
                <a:gd name="connsiteY40" fmla="*/ 51067 h 70743"/>
                <a:gd name="connsiteX41" fmla="*/ 81854 w 89356"/>
                <a:gd name="connsiteY41" fmla="*/ 51067 h 70743"/>
                <a:gd name="connsiteX42" fmla="*/ 81854 w 89356"/>
                <a:gd name="connsiteY42" fmla="*/ 12047 h 70743"/>
                <a:gd name="connsiteX43" fmla="*/ 43151 w 89356"/>
                <a:gd name="connsiteY43" fmla="*/ 12047 h 70743"/>
                <a:gd name="connsiteX44" fmla="*/ 41691 w 89356"/>
                <a:gd name="connsiteY44" fmla="*/ 9035 h 70743"/>
                <a:gd name="connsiteX45" fmla="*/ 38703 w 89356"/>
                <a:gd name="connsiteY45" fmla="*/ 6024 h 70743"/>
                <a:gd name="connsiteX46" fmla="*/ 89356 w 89356"/>
                <a:gd name="connsiteY46" fmla="*/ 6024 h 70743"/>
                <a:gd name="connsiteX47" fmla="*/ 89356 w 89356"/>
                <a:gd name="connsiteY47" fmla="*/ 6024 h 70743"/>
                <a:gd name="connsiteX48" fmla="*/ 89356 w 89356"/>
                <a:gd name="connsiteY48" fmla="*/ 6024 h 70743"/>
                <a:gd name="connsiteX49" fmla="*/ 28214 w 89356"/>
                <a:gd name="connsiteY49" fmla="*/ 19543 h 70743"/>
                <a:gd name="connsiteX50" fmla="*/ 37176 w 89356"/>
                <a:gd name="connsiteY50" fmla="*/ 19543 h 70743"/>
                <a:gd name="connsiteX51" fmla="*/ 37176 w 89356"/>
                <a:gd name="connsiteY51" fmla="*/ 16531 h 70743"/>
                <a:gd name="connsiteX52" fmla="*/ 35716 w 89356"/>
                <a:gd name="connsiteY52" fmla="*/ 13520 h 70743"/>
                <a:gd name="connsiteX53" fmla="*/ 28281 w 89356"/>
                <a:gd name="connsiteY53" fmla="*/ 13520 h 70743"/>
                <a:gd name="connsiteX54" fmla="*/ 28281 w 89356"/>
                <a:gd name="connsiteY54" fmla="*/ 19543 h 70743"/>
                <a:gd name="connsiteX55" fmla="*/ 28281 w 89356"/>
                <a:gd name="connsiteY55" fmla="*/ 19543 h 70743"/>
                <a:gd name="connsiteX56" fmla="*/ 2921 w 89356"/>
                <a:gd name="connsiteY56" fmla="*/ 19543 h 70743"/>
                <a:gd name="connsiteX57" fmla="*/ 11883 w 89356"/>
                <a:gd name="connsiteY57" fmla="*/ 19543 h 70743"/>
                <a:gd name="connsiteX58" fmla="*/ 11883 w 89356"/>
                <a:gd name="connsiteY58" fmla="*/ 13520 h 70743"/>
                <a:gd name="connsiteX59" fmla="*/ 4448 w 89356"/>
                <a:gd name="connsiteY59" fmla="*/ 13520 h 70743"/>
                <a:gd name="connsiteX60" fmla="*/ 2921 w 89356"/>
                <a:gd name="connsiteY60" fmla="*/ 16531 h 70743"/>
                <a:gd name="connsiteX61" fmla="*/ 2921 w 89356"/>
                <a:gd name="connsiteY61" fmla="*/ 19543 h 70743"/>
                <a:gd name="connsiteX62" fmla="*/ 2921 w 89356"/>
                <a:gd name="connsiteY62" fmla="*/ 19543 h 70743"/>
                <a:gd name="connsiteX63" fmla="*/ 14804 w 89356"/>
                <a:gd name="connsiteY63" fmla="*/ 13520 h 70743"/>
                <a:gd name="connsiteX64" fmla="*/ 14804 w 89356"/>
                <a:gd name="connsiteY64" fmla="*/ 16531 h 70743"/>
                <a:gd name="connsiteX65" fmla="*/ 14804 w 89356"/>
                <a:gd name="connsiteY65" fmla="*/ 19543 h 70743"/>
                <a:gd name="connsiteX66" fmla="*/ 26687 w 89356"/>
                <a:gd name="connsiteY66" fmla="*/ 19543 h 70743"/>
                <a:gd name="connsiteX67" fmla="*/ 25227 w 89356"/>
                <a:gd name="connsiteY67" fmla="*/ 16531 h 70743"/>
                <a:gd name="connsiteX68" fmla="*/ 25227 w 89356"/>
                <a:gd name="connsiteY68" fmla="*/ 13520 h 70743"/>
                <a:gd name="connsiteX69" fmla="*/ 14804 w 89356"/>
                <a:gd name="connsiteY69" fmla="*/ 13520 h 70743"/>
                <a:gd name="connsiteX70" fmla="*/ 14804 w 89356"/>
                <a:gd name="connsiteY70" fmla="*/ 13520 h 70743"/>
                <a:gd name="connsiteX71" fmla="*/ 2921 w 89356"/>
                <a:gd name="connsiteY71" fmla="*/ 22555 h 70743"/>
                <a:gd name="connsiteX72" fmla="*/ 2921 w 89356"/>
                <a:gd name="connsiteY72" fmla="*/ 25567 h 70743"/>
                <a:gd name="connsiteX73" fmla="*/ 4448 w 89356"/>
                <a:gd name="connsiteY73" fmla="*/ 28579 h 70743"/>
                <a:gd name="connsiteX74" fmla="*/ 11883 w 89356"/>
                <a:gd name="connsiteY74" fmla="*/ 28579 h 70743"/>
                <a:gd name="connsiteX75" fmla="*/ 11883 w 89356"/>
                <a:gd name="connsiteY75" fmla="*/ 25567 h 70743"/>
                <a:gd name="connsiteX76" fmla="*/ 11883 w 89356"/>
                <a:gd name="connsiteY76" fmla="*/ 22555 h 70743"/>
                <a:gd name="connsiteX77" fmla="*/ 2921 w 89356"/>
                <a:gd name="connsiteY77" fmla="*/ 22555 h 70743"/>
                <a:gd name="connsiteX78" fmla="*/ 2921 w 89356"/>
                <a:gd name="connsiteY78" fmla="*/ 22555 h 70743"/>
                <a:gd name="connsiteX79" fmla="*/ 14804 w 89356"/>
                <a:gd name="connsiteY79" fmla="*/ 22555 h 70743"/>
                <a:gd name="connsiteX80" fmla="*/ 14804 w 89356"/>
                <a:gd name="connsiteY80" fmla="*/ 25567 h 70743"/>
                <a:gd name="connsiteX81" fmla="*/ 14804 w 89356"/>
                <a:gd name="connsiteY81" fmla="*/ 28579 h 70743"/>
                <a:gd name="connsiteX82" fmla="*/ 25227 w 89356"/>
                <a:gd name="connsiteY82" fmla="*/ 28579 h 70743"/>
                <a:gd name="connsiteX83" fmla="*/ 25227 w 89356"/>
                <a:gd name="connsiteY83" fmla="*/ 25567 h 70743"/>
                <a:gd name="connsiteX84" fmla="*/ 26687 w 89356"/>
                <a:gd name="connsiteY84" fmla="*/ 22555 h 70743"/>
                <a:gd name="connsiteX85" fmla="*/ 14804 w 89356"/>
                <a:gd name="connsiteY85" fmla="*/ 22555 h 70743"/>
                <a:gd name="connsiteX86" fmla="*/ 14804 w 89356"/>
                <a:gd name="connsiteY86" fmla="*/ 22555 h 70743"/>
                <a:gd name="connsiteX87" fmla="*/ 28214 w 89356"/>
                <a:gd name="connsiteY87" fmla="*/ 22555 h 70743"/>
                <a:gd name="connsiteX88" fmla="*/ 28214 w 89356"/>
                <a:gd name="connsiteY88" fmla="*/ 28579 h 70743"/>
                <a:gd name="connsiteX89" fmla="*/ 35649 w 89356"/>
                <a:gd name="connsiteY89" fmla="*/ 28579 h 70743"/>
                <a:gd name="connsiteX90" fmla="*/ 37110 w 89356"/>
                <a:gd name="connsiteY90" fmla="*/ 25567 h 70743"/>
                <a:gd name="connsiteX91" fmla="*/ 37110 w 89356"/>
                <a:gd name="connsiteY91" fmla="*/ 22555 h 70743"/>
                <a:gd name="connsiteX92" fmla="*/ 28148 w 89356"/>
                <a:gd name="connsiteY92" fmla="*/ 22555 h 70743"/>
                <a:gd name="connsiteX93" fmla="*/ 28148 w 89356"/>
                <a:gd name="connsiteY93" fmla="*/ 22555 h 70743"/>
                <a:gd name="connsiteX94" fmla="*/ 34189 w 89356"/>
                <a:gd name="connsiteY94" fmla="*/ 10575 h 70743"/>
                <a:gd name="connsiteX95" fmla="*/ 31202 w 89356"/>
                <a:gd name="connsiteY95" fmla="*/ 6091 h 70743"/>
                <a:gd name="connsiteX96" fmla="*/ 28214 w 89356"/>
                <a:gd name="connsiteY96" fmla="*/ 4618 h 70743"/>
                <a:gd name="connsiteX97" fmla="*/ 25227 w 89356"/>
                <a:gd name="connsiteY97" fmla="*/ 4618 h 70743"/>
                <a:gd name="connsiteX98" fmla="*/ 26687 w 89356"/>
                <a:gd name="connsiteY98" fmla="*/ 7630 h 70743"/>
                <a:gd name="connsiteX99" fmla="*/ 28148 w 89356"/>
                <a:gd name="connsiteY99" fmla="*/ 10642 h 70743"/>
                <a:gd name="connsiteX100" fmla="*/ 34123 w 89356"/>
                <a:gd name="connsiteY100" fmla="*/ 10642 h 70743"/>
                <a:gd name="connsiteX101" fmla="*/ 34123 w 89356"/>
                <a:gd name="connsiteY101" fmla="*/ 10642 h 70743"/>
                <a:gd name="connsiteX102" fmla="*/ 22306 w 89356"/>
                <a:gd name="connsiteY102" fmla="*/ 3079 h 70743"/>
                <a:gd name="connsiteX103" fmla="*/ 20845 w 89356"/>
                <a:gd name="connsiteY103" fmla="*/ 3079 h 70743"/>
                <a:gd name="connsiteX104" fmla="*/ 17858 w 89356"/>
                <a:gd name="connsiteY104" fmla="*/ 3079 h 70743"/>
                <a:gd name="connsiteX105" fmla="*/ 16331 w 89356"/>
                <a:gd name="connsiteY105" fmla="*/ 6091 h 70743"/>
                <a:gd name="connsiteX106" fmla="*/ 14871 w 89356"/>
                <a:gd name="connsiteY106" fmla="*/ 10575 h 70743"/>
                <a:gd name="connsiteX107" fmla="*/ 25293 w 89356"/>
                <a:gd name="connsiteY107" fmla="*/ 10575 h 70743"/>
                <a:gd name="connsiteX108" fmla="*/ 23833 w 89356"/>
                <a:gd name="connsiteY108" fmla="*/ 6091 h 70743"/>
                <a:gd name="connsiteX109" fmla="*/ 22306 w 89356"/>
                <a:gd name="connsiteY109" fmla="*/ 3079 h 70743"/>
                <a:gd name="connsiteX110" fmla="*/ 22306 w 89356"/>
                <a:gd name="connsiteY110" fmla="*/ 3079 h 70743"/>
                <a:gd name="connsiteX111" fmla="*/ 22306 w 89356"/>
                <a:gd name="connsiteY111" fmla="*/ 3079 h 70743"/>
                <a:gd name="connsiteX112" fmla="*/ 14871 w 89356"/>
                <a:gd name="connsiteY112" fmla="*/ 4618 h 70743"/>
                <a:gd name="connsiteX113" fmla="*/ 11883 w 89356"/>
                <a:gd name="connsiteY113" fmla="*/ 4618 h 70743"/>
                <a:gd name="connsiteX114" fmla="*/ 8896 w 89356"/>
                <a:gd name="connsiteY114" fmla="*/ 6091 h 70743"/>
                <a:gd name="connsiteX115" fmla="*/ 5908 w 89356"/>
                <a:gd name="connsiteY115" fmla="*/ 10575 h 70743"/>
                <a:gd name="connsiteX116" fmla="*/ 11883 w 89356"/>
                <a:gd name="connsiteY116" fmla="*/ 10575 h 70743"/>
                <a:gd name="connsiteX117" fmla="*/ 13344 w 89356"/>
                <a:gd name="connsiteY117" fmla="*/ 7563 h 70743"/>
                <a:gd name="connsiteX118" fmla="*/ 14804 w 89356"/>
                <a:gd name="connsiteY118" fmla="*/ 4551 h 70743"/>
                <a:gd name="connsiteX119" fmla="*/ 14804 w 89356"/>
                <a:gd name="connsiteY119" fmla="*/ 4551 h 70743"/>
                <a:gd name="connsiteX120" fmla="*/ 5908 w 89356"/>
                <a:gd name="connsiteY120" fmla="*/ 31657 h 70743"/>
                <a:gd name="connsiteX121" fmla="*/ 8896 w 89356"/>
                <a:gd name="connsiteY121" fmla="*/ 34669 h 70743"/>
                <a:gd name="connsiteX122" fmla="*/ 11883 w 89356"/>
                <a:gd name="connsiteY122" fmla="*/ 36142 h 70743"/>
                <a:gd name="connsiteX123" fmla="*/ 14871 w 89356"/>
                <a:gd name="connsiteY123" fmla="*/ 37614 h 70743"/>
                <a:gd name="connsiteX124" fmla="*/ 13410 w 89356"/>
                <a:gd name="connsiteY124" fmla="*/ 34602 h 70743"/>
                <a:gd name="connsiteX125" fmla="*/ 11950 w 89356"/>
                <a:gd name="connsiteY125" fmla="*/ 31590 h 70743"/>
                <a:gd name="connsiteX126" fmla="*/ 5975 w 89356"/>
                <a:gd name="connsiteY126" fmla="*/ 31590 h 70743"/>
                <a:gd name="connsiteX127" fmla="*/ 5975 w 89356"/>
                <a:gd name="connsiteY127" fmla="*/ 31590 h 70743"/>
                <a:gd name="connsiteX128" fmla="*/ 17792 w 89356"/>
                <a:gd name="connsiteY128" fmla="*/ 39153 h 70743"/>
                <a:gd name="connsiteX129" fmla="*/ 20779 w 89356"/>
                <a:gd name="connsiteY129" fmla="*/ 39153 h 70743"/>
                <a:gd name="connsiteX130" fmla="*/ 22239 w 89356"/>
                <a:gd name="connsiteY130" fmla="*/ 39153 h 70743"/>
                <a:gd name="connsiteX131" fmla="*/ 23766 w 89356"/>
                <a:gd name="connsiteY131" fmla="*/ 34669 h 70743"/>
                <a:gd name="connsiteX132" fmla="*/ 25227 w 89356"/>
                <a:gd name="connsiteY132" fmla="*/ 31657 h 70743"/>
                <a:gd name="connsiteX133" fmla="*/ 14804 w 89356"/>
                <a:gd name="connsiteY133" fmla="*/ 31657 h 70743"/>
                <a:gd name="connsiteX134" fmla="*/ 16265 w 89356"/>
                <a:gd name="connsiteY134" fmla="*/ 34669 h 70743"/>
                <a:gd name="connsiteX135" fmla="*/ 17792 w 89356"/>
                <a:gd name="connsiteY135" fmla="*/ 39153 h 70743"/>
                <a:gd name="connsiteX136" fmla="*/ 17792 w 89356"/>
                <a:gd name="connsiteY136" fmla="*/ 39153 h 70743"/>
                <a:gd name="connsiteX137" fmla="*/ 17792 w 89356"/>
                <a:gd name="connsiteY137" fmla="*/ 39153 h 70743"/>
                <a:gd name="connsiteX138" fmla="*/ 25227 w 89356"/>
                <a:gd name="connsiteY138" fmla="*/ 37681 h 70743"/>
                <a:gd name="connsiteX139" fmla="*/ 31202 w 89356"/>
                <a:gd name="connsiteY139" fmla="*/ 34669 h 70743"/>
                <a:gd name="connsiteX140" fmla="*/ 32662 w 89356"/>
                <a:gd name="connsiteY140" fmla="*/ 33130 h 70743"/>
                <a:gd name="connsiteX141" fmla="*/ 34123 w 89356"/>
                <a:gd name="connsiteY141" fmla="*/ 31657 h 70743"/>
                <a:gd name="connsiteX142" fmla="*/ 28148 w 89356"/>
                <a:gd name="connsiteY142" fmla="*/ 31657 h 70743"/>
                <a:gd name="connsiteX143" fmla="*/ 26687 w 89356"/>
                <a:gd name="connsiteY143" fmla="*/ 34669 h 70743"/>
                <a:gd name="connsiteX144" fmla="*/ 25227 w 89356"/>
                <a:gd name="connsiteY144" fmla="*/ 37681 h 70743"/>
                <a:gd name="connsiteX145" fmla="*/ 25227 w 89356"/>
                <a:gd name="connsiteY145" fmla="*/ 37681 h 70743"/>
                <a:gd name="connsiteX146" fmla="*/ 32662 w 89356"/>
                <a:gd name="connsiteY146" fmla="*/ 61709 h 70743"/>
                <a:gd name="connsiteX147" fmla="*/ 26687 w 89356"/>
                <a:gd name="connsiteY147" fmla="*/ 70744 h 70743"/>
                <a:gd name="connsiteX148" fmla="*/ 74353 w 89356"/>
                <a:gd name="connsiteY148" fmla="*/ 70744 h 70743"/>
                <a:gd name="connsiteX149" fmla="*/ 68378 w 89356"/>
                <a:gd name="connsiteY149" fmla="*/ 61709 h 70743"/>
                <a:gd name="connsiteX150" fmla="*/ 32662 w 89356"/>
                <a:gd name="connsiteY150" fmla="*/ 61709 h 70743"/>
                <a:gd name="connsiteX151" fmla="*/ 32662 w 89356"/>
                <a:gd name="connsiteY151" fmla="*/ 61709 h 70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89356" h="70743">
                  <a:moveTo>
                    <a:pt x="20779" y="0"/>
                  </a:moveTo>
                  <a:lnTo>
                    <a:pt x="23766" y="0"/>
                  </a:lnTo>
                  <a:lnTo>
                    <a:pt x="28214" y="1472"/>
                  </a:lnTo>
                  <a:lnTo>
                    <a:pt x="31202" y="2945"/>
                  </a:lnTo>
                  <a:lnTo>
                    <a:pt x="34189" y="5957"/>
                  </a:lnTo>
                  <a:lnTo>
                    <a:pt x="37176" y="8968"/>
                  </a:lnTo>
                  <a:lnTo>
                    <a:pt x="38637" y="11980"/>
                  </a:lnTo>
                  <a:lnTo>
                    <a:pt x="40097" y="16465"/>
                  </a:lnTo>
                  <a:lnTo>
                    <a:pt x="40097" y="20949"/>
                  </a:lnTo>
                  <a:lnTo>
                    <a:pt x="40097" y="25433"/>
                  </a:lnTo>
                  <a:lnTo>
                    <a:pt x="38637" y="28445"/>
                  </a:lnTo>
                  <a:lnTo>
                    <a:pt x="37176" y="32929"/>
                  </a:lnTo>
                  <a:lnTo>
                    <a:pt x="34189" y="35941"/>
                  </a:lnTo>
                  <a:lnTo>
                    <a:pt x="31202" y="37413"/>
                  </a:lnTo>
                  <a:lnTo>
                    <a:pt x="28214" y="40425"/>
                  </a:lnTo>
                  <a:lnTo>
                    <a:pt x="23766" y="41898"/>
                  </a:lnTo>
                  <a:lnTo>
                    <a:pt x="20779" y="41898"/>
                  </a:lnTo>
                  <a:lnTo>
                    <a:pt x="16331" y="41898"/>
                  </a:lnTo>
                  <a:lnTo>
                    <a:pt x="11883" y="40425"/>
                  </a:lnTo>
                  <a:lnTo>
                    <a:pt x="8896" y="37413"/>
                  </a:lnTo>
                  <a:lnTo>
                    <a:pt x="5908" y="35941"/>
                  </a:lnTo>
                  <a:lnTo>
                    <a:pt x="2921" y="32929"/>
                  </a:lnTo>
                  <a:lnTo>
                    <a:pt x="1460" y="28445"/>
                  </a:lnTo>
                  <a:lnTo>
                    <a:pt x="0" y="25433"/>
                  </a:lnTo>
                  <a:lnTo>
                    <a:pt x="0" y="20949"/>
                  </a:lnTo>
                  <a:lnTo>
                    <a:pt x="0" y="16465"/>
                  </a:lnTo>
                  <a:lnTo>
                    <a:pt x="1460" y="11980"/>
                  </a:lnTo>
                  <a:lnTo>
                    <a:pt x="2921" y="8968"/>
                  </a:lnTo>
                  <a:lnTo>
                    <a:pt x="5908" y="5957"/>
                  </a:lnTo>
                  <a:lnTo>
                    <a:pt x="8896" y="2945"/>
                  </a:lnTo>
                  <a:lnTo>
                    <a:pt x="11883" y="1472"/>
                  </a:lnTo>
                  <a:lnTo>
                    <a:pt x="16331" y="0"/>
                  </a:lnTo>
                  <a:lnTo>
                    <a:pt x="20779" y="0"/>
                  </a:lnTo>
                  <a:lnTo>
                    <a:pt x="20779" y="0"/>
                  </a:lnTo>
                  <a:close/>
                  <a:moveTo>
                    <a:pt x="89290" y="6024"/>
                  </a:moveTo>
                  <a:lnTo>
                    <a:pt x="89290" y="57090"/>
                  </a:lnTo>
                  <a:lnTo>
                    <a:pt x="13344" y="57090"/>
                  </a:lnTo>
                  <a:lnTo>
                    <a:pt x="13344" y="43571"/>
                  </a:lnTo>
                  <a:lnTo>
                    <a:pt x="16331" y="45043"/>
                  </a:lnTo>
                  <a:lnTo>
                    <a:pt x="19318" y="45043"/>
                  </a:lnTo>
                  <a:lnTo>
                    <a:pt x="19318" y="51067"/>
                  </a:lnTo>
                  <a:lnTo>
                    <a:pt x="81854" y="51067"/>
                  </a:lnTo>
                  <a:lnTo>
                    <a:pt x="81854" y="12047"/>
                  </a:lnTo>
                  <a:lnTo>
                    <a:pt x="43151" y="12047"/>
                  </a:lnTo>
                  <a:lnTo>
                    <a:pt x="41691" y="9035"/>
                  </a:lnTo>
                  <a:lnTo>
                    <a:pt x="38703" y="6024"/>
                  </a:lnTo>
                  <a:lnTo>
                    <a:pt x="89356" y="6024"/>
                  </a:lnTo>
                  <a:lnTo>
                    <a:pt x="89356" y="6024"/>
                  </a:lnTo>
                  <a:lnTo>
                    <a:pt x="89356" y="6024"/>
                  </a:lnTo>
                  <a:close/>
                  <a:moveTo>
                    <a:pt x="28214" y="19543"/>
                  </a:moveTo>
                  <a:lnTo>
                    <a:pt x="37176" y="19543"/>
                  </a:lnTo>
                  <a:lnTo>
                    <a:pt x="37176" y="16531"/>
                  </a:lnTo>
                  <a:lnTo>
                    <a:pt x="35716" y="13520"/>
                  </a:lnTo>
                  <a:lnTo>
                    <a:pt x="28281" y="13520"/>
                  </a:lnTo>
                  <a:lnTo>
                    <a:pt x="28281" y="19543"/>
                  </a:lnTo>
                  <a:lnTo>
                    <a:pt x="28281" y="19543"/>
                  </a:lnTo>
                  <a:close/>
                  <a:moveTo>
                    <a:pt x="2921" y="19543"/>
                  </a:moveTo>
                  <a:lnTo>
                    <a:pt x="11883" y="19543"/>
                  </a:lnTo>
                  <a:lnTo>
                    <a:pt x="11883" y="13520"/>
                  </a:lnTo>
                  <a:lnTo>
                    <a:pt x="4448" y="13520"/>
                  </a:lnTo>
                  <a:lnTo>
                    <a:pt x="2921" y="16531"/>
                  </a:lnTo>
                  <a:lnTo>
                    <a:pt x="2921" y="19543"/>
                  </a:lnTo>
                  <a:lnTo>
                    <a:pt x="2921" y="19543"/>
                  </a:lnTo>
                  <a:close/>
                  <a:moveTo>
                    <a:pt x="14804" y="13520"/>
                  </a:moveTo>
                  <a:lnTo>
                    <a:pt x="14804" y="16531"/>
                  </a:lnTo>
                  <a:lnTo>
                    <a:pt x="14804" y="19543"/>
                  </a:lnTo>
                  <a:lnTo>
                    <a:pt x="26687" y="19543"/>
                  </a:lnTo>
                  <a:lnTo>
                    <a:pt x="25227" y="16531"/>
                  </a:lnTo>
                  <a:lnTo>
                    <a:pt x="25227" y="13520"/>
                  </a:lnTo>
                  <a:lnTo>
                    <a:pt x="14804" y="13520"/>
                  </a:lnTo>
                  <a:lnTo>
                    <a:pt x="14804" y="13520"/>
                  </a:lnTo>
                  <a:close/>
                  <a:moveTo>
                    <a:pt x="2921" y="22555"/>
                  </a:moveTo>
                  <a:lnTo>
                    <a:pt x="2921" y="25567"/>
                  </a:lnTo>
                  <a:lnTo>
                    <a:pt x="4448" y="28579"/>
                  </a:lnTo>
                  <a:lnTo>
                    <a:pt x="11883" y="28579"/>
                  </a:lnTo>
                  <a:lnTo>
                    <a:pt x="11883" y="25567"/>
                  </a:lnTo>
                  <a:lnTo>
                    <a:pt x="11883" y="22555"/>
                  </a:lnTo>
                  <a:lnTo>
                    <a:pt x="2921" y="22555"/>
                  </a:lnTo>
                  <a:lnTo>
                    <a:pt x="2921" y="22555"/>
                  </a:lnTo>
                  <a:close/>
                  <a:moveTo>
                    <a:pt x="14804" y="22555"/>
                  </a:moveTo>
                  <a:lnTo>
                    <a:pt x="14804" y="25567"/>
                  </a:lnTo>
                  <a:lnTo>
                    <a:pt x="14804" y="28579"/>
                  </a:lnTo>
                  <a:lnTo>
                    <a:pt x="25227" y="28579"/>
                  </a:lnTo>
                  <a:lnTo>
                    <a:pt x="25227" y="25567"/>
                  </a:lnTo>
                  <a:lnTo>
                    <a:pt x="26687" y="22555"/>
                  </a:lnTo>
                  <a:lnTo>
                    <a:pt x="14804" y="22555"/>
                  </a:lnTo>
                  <a:lnTo>
                    <a:pt x="14804" y="22555"/>
                  </a:lnTo>
                  <a:close/>
                  <a:moveTo>
                    <a:pt x="28214" y="22555"/>
                  </a:moveTo>
                  <a:lnTo>
                    <a:pt x="28214" y="28579"/>
                  </a:lnTo>
                  <a:lnTo>
                    <a:pt x="35649" y="28579"/>
                  </a:lnTo>
                  <a:lnTo>
                    <a:pt x="37110" y="25567"/>
                  </a:lnTo>
                  <a:lnTo>
                    <a:pt x="37110" y="22555"/>
                  </a:lnTo>
                  <a:lnTo>
                    <a:pt x="28148" y="22555"/>
                  </a:lnTo>
                  <a:lnTo>
                    <a:pt x="28148" y="22555"/>
                  </a:lnTo>
                  <a:close/>
                  <a:moveTo>
                    <a:pt x="34189" y="10575"/>
                  </a:moveTo>
                  <a:lnTo>
                    <a:pt x="31202" y="6091"/>
                  </a:lnTo>
                  <a:lnTo>
                    <a:pt x="28214" y="4618"/>
                  </a:lnTo>
                  <a:lnTo>
                    <a:pt x="25227" y="4618"/>
                  </a:lnTo>
                  <a:lnTo>
                    <a:pt x="26687" y="7630"/>
                  </a:lnTo>
                  <a:lnTo>
                    <a:pt x="28148" y="10642"/>
                  </a:lnTo>
                  <a:lnTo>
                    <a:pt x="34123" y="10642"/>
                  </a:lnTo>
                  <a:lnTo>
                    <a:pt x="34123" y="10642"/>
                  </a:lnTo>
                  <a:close/>
                  <a:moveTo>
                    <a:pt x="22306" y="3079"/>
                  </a:moveTo>
                  <a:lnTo>
                    <a:pt x="20845" y="3079"/>
                  </a:lnTo>
                  <a:lnTo>
                    <a:pt x="17858" y="3079"/>
                  </a:lnTo>
                  <a:lnTo>
                    <a:pt x="16331" y="6091"/>
                  </a:lnTo>
                  <a:lnTo>
                    <a:pt x="14871" y="10575"/>
                  </a:lnTo>
                  <a:lnTo>
                    <a:pt x="25293" y="10575"/>
                  </a:lnTo>
                  <a:lnTo>
                    <a:pt x="23833" y="6091"/>
                  </a:lnTo>
                  <a:lnTo>
                    <a:pt x="22306" y="3079"/>
                  </a:lnTo>
                  <a:lnTo>
                    <a:pt x="22306" y="3079"/>
                  </a:lnTo>
                  <a:lnTo>
                    <a:pt x="22306" y="3079"/>
                  </a:lnTo>
                  <a:close/>
                  <a:moveTo>
                    <a:pt x="14871" y="4618"/>
                  </a:moveTo>
                  <a:lnTo>
                    <a:pt x="11883" y="4618"/>
                  </a:lnTo>
                  <a:lnTo>
                    <a:pt x="8896" y="6091"/>
                  </a:lnTo>
                  <a:lnTo>
                    <a:pt x="5908" y="10575"/>
                  </a:lnTo>
                  <a:lnTo>
                    <a:pt x="11883" y="10575"/>
                  </a:lnTo>
                  <a:lnTo>
                    <a:pt x="13344" y="7563"/>
                  </a:lnTo>
                  <a:lnTo>
                    <a:pt x="14804" y="4551"/>
                  </a:lnTo>
                  <a:lnTo>
                    <a:pt x="14804" y="4551"/>
                  </a:lnTo>
                  <a:close/>
                  <a:moveTo>
                    <a:pt x="5908" y="31657"/>
                  </a:moveTo>
                  <a:lnTo>
                    <a:pt x="8896" y="34669"/>
                  </a:lnTo>
                  <a:lnTo>
                    <a:pt x="11883" y="36142"/>
                  </a:lnTo>
                  <a:lnTo>
                    <a:pt x="14871" y="37614"/>
                  </a:lnTo>
                  <a:lnTo>
                    <a:pt x="13410" y="34602"/>
                  </a:lnTo>
                  <a:lnTo>
                    <a:pt x="11950" y="31590"/>
                  </a:lnTo>
                  <a:lnTo>
                    <a:pt x="5975" y="31590"/>
                  </a:lnTo>
                  <a:lnTo>
                    <a:pt x="5975" y="31590"/>
                  </a:lnTo>
                  <a:close/>
                  <a:moveTo>
                    <a:pt x="17792" y="39153"/>
                  </a:moveTo>
                  <a:lnTo>
                    <a:pt x="20779" y="39153"/>
                  </a:lnTo>
                  <a:lnTo>
                    <a:pt x="22239" y="39153"/>
                  </a:lnTo>
                  <a:lnTo>
                    <a:pt x="23766" y="34669"/>
                  </a:lnTo>
                  <a:lnTo>
                    <a:pt x="25227" y="31657"/>
                  </a:lnTo>
                  <a:lnTo>
                    <a:pt x="14804" y="31657"/>
                  </a:lnTo>
                  <a:lnTo>
                    <a:pt x="16265" y="34669"/>
                  </a:lnTo>
                  <a:lnTo>
                    <a:pt x="17792" y="39153"/>
                  </a:lnTo>
                  <a:lnTo>
                    <a:pt x="17792" y="39153"/>
                  </a:lnTo>
                  <a:lnTo>
                    <a:pt x="17792" y="39153"/>
                  </a:lnTo>
                  <a:close/>
                  <a:moveTo>
                    <a:pt x="25227" y="37681"/>
                  </a:moveTo>
                  <a:lnTo>
                    <a:pt x="31202" y="34669"/>
                  </a:lnTo>
                  <a:lnTo>
                    <a:pt x="32662" y="33130"/>
                  </a:lnTo>
                  <a:lnTo>
                    <a:pt x="34123" y="31657"/>
                  </a:lnTo>
                  <a:lnTo>
                    <a:pt x="28148" y="31657"/>
                  </a:lnTo>
                  <a:lnTo>
                    <a:pt x="26687" y="34669"/>
                  </a:lnTo>
                  <a:lnTo>
                    <a:pt x="25227" y="37681"/>
                  </a:lnTo>
                  <a:lnTo>
                    <a:pt x="25227" y="37681"/>
                  </a:lnTo>
                  <a:close/>
                  <a:moveTo>
                    <a:pt x="32662" y="61709"/>
                  </a:moveTo>
                  <a:lnTo>
                    <a:pt x="26687" y="70744"/>
                  </a:lnTo>
                  <a:lnTo>
                    <a:pt x="74353" y="70744"/>
                  </a:lnTo>
                  <a:lnTo>
                    <a:pt x="68378" y="61709"/>
                  </a:lnTo>
                  <a:lnTo>
                    <a:pt x="32662" y="61709"/>
                  </a:lnTo>
                  <a:lnTo>
                    <a:pt x="32662" y="61709"/>
                  </a:lnTo>
                  <a:close/>
                </a:path>
              </a:pathLst>
            </a:custGeom>
            <a:solidFill>
              <a:srgbClr val="F6641B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18" name="任意多边形: 形状 2817">
              <a:extLst>
                <a:ext uri="{FF2B5EF4-FFF2-40B4-BE49-F238E27FC236}">
                  <a16:creationId xmlns:a16="http://schemas.microsoft.com/office/drawing/2014/main" id="{1FA7EE14-3BED-FAA5-51BB-891DBC243DE8}"/>
                </a:ext>
              </a:extLst>
            </p:cNvPr>
            <p:cNvSpPr/>
            <p:nvPr/>
          </p:nvSpPr>
          <p:spPr>
            <a:xfrm>
              <a:off x="1273489" y="5511470"/>
              <a:ext cx="83381" cy="70543"/>
            </a:xfrm>
            <a:custGeom>
              <a:avLst/>
              <a:gdLst>
                <a:gd name="connsiteX0" fmla="*/ 43151 w 83381"/>
                <a:gd name="connsiteY0" fmla="*/ 19476 h 70543"/>
                <a:gd name="connsiteX1" fmla="*/ 38703 w 83381"/>
                <a:gd name="connsiteY1" fmla="*/ 19476 h 70543"/>
                <a:gd name="connsiteX2" fmla="*/ 38703 w 83381"/>
                <a:gd name="connsiteY2" fmla="*/ 16465 h 70543"/>
                <a:gd name="connsiteX3" fmla="*/ 40230 w 83381"/>
                <a:gd name="connsiteY3" fmla="*/ 14992 h 70543"/>
                <a:gd name="connsiteX4" fmla="*/ 40230 w 83381"/>
                <a:gd name="connsiteY4" fmla="*/ 14992 h 70543"/>
                <a:gd name="connsiteX5" fmla="*/ 43218 w 83381"/>
                <a:gd name="connsiteY5" fmla="*/ 14992 h 70543"/>
                <a:gd name="connsiteX6" fmla="*/ 43218 w 83381"/>
                <a:gd name="connsiteY6" fmla="*/ 14992 h 70543"/>
                <a:gd name="connsiteX7" fmla="*/ 43218 w 83381"/>
                <a:gd name="connsiteY7" fmla="*/ 16465 h 70543"/>
                <a:gd name="connsiteX8" fmla="*/ 43218 w 83381"/>
                <a:gd name="connsiteY8" fmla="*/ 19476 h 70543"/>
                <a:gd name="connsiteX9" fmla="*/ 43218 w 83381"/>
                <a:gd name="connsiteY9" fmla="*/ 19476 h 70543"/>
                <a:gd name="connsiteX10" fmla="*/ 43218 w 83381"/>
                <a:gd name="connsiteY10" fmla="*/ 19476 h 70543"/>
                <a:gd name="connsiteX11" fmla="*/ 83381 w 83381"/>
                <a:gd name="connsiteY11" fmla="*/ 70543 h 70543"/>
                <a:gd name="connsiteX12" fmla="*/ 0 w 83381"/>
                <a:gd name="connsiteY12" fmla="*/ 70543 h 70543"/>
                <a:gd name="connsiteX13" fmla="*/ 4448 w 83381"/>
                <a:gd name="connsiteY13" fmla="*/ 45043 h 70543"/>
                <a:gd name="connsiteX14" fmla="*/ 77407 w 83381"/>
                <a:gd name="connsiteY14" fmla="*/ 45043 h 70543"/>
                <a:gd name="connsiteX15" fmla="*/ 83381 w 83381"/>
                <a:gd name="connsiteY15" fmla="*/ 70543 h 70543"/>
                <a:gd name="connsiteX16" fmla="*/ 83381 w 83381"/>
                <a:gd name="connsiteY16" fmla="*/ 70543 h 70543"/>
                <a:gd name="connsiteX17" fmla="*/ 83381 w 83381"/>
                <a:gd name="connsiteY17" fmla="*/ 70543 h 70543"/>
                <a:gd name="connsiteX18" fmla="*/ 43151 w 83381"/>
                <a:gd name="connsiteY18" fmla="*/ 27039 h 70543"/>
                <a:gd name="connsiteX19" fmla="*/ 40164 w 83381"/>
                <a:gd name="connsiteY19" fmla="*/ 27039 h 70543"/>
                <a:gd name="connsiteX20" fmla="*/ 40164 w 83381"/>
                <a:gd name="connsiteY20" fmla="*/ 25567 h 70543"/>
                <a:gd name="connsiteX21" fmla="*/ 40164 w 83381"/>
                <a:gd name="connsiteY21" fmla="*/ 24094 h 70543"/>
                <a:gd name="connsiteX22" fmla="*/ 40164 w 83381"/>
                <a:gd name="connsiteY22" fmla="*/ 24094 h 70543"/>
                <a:gd name="connsiteX23" fmla="*/ 41624 w 83381"/>
                <a:gd name="connsiteY23" fmla="*/ 22555 h 70543"/>
                <a:gd name="connsiteX24" fmla="*/ 41624 w 83381"/>
                <a:gd name="connsiteY24" fmla="*/ 24094 h 70543"/>
                <a:gd name="connsiteX25" fmla="*/ 43085 w 83381"/>
                <a:gd name="connsiteY25" fmla="*/ 24094 h 70543"/>
                <a:gd name="connsiteX26" fmla="*/ 41624 w 83381"/>
                <a:gd name="connsiteY26" fmla="*/ 25567 h 70543"/>
                <a:gd name="connsiteX27" fmla="*/ 43085 w 83381"/>
                <a:gd name="connsiteY27" fmla="*/ 27039 h 70543"/>
                <a:gd name="connsiteX28" fmla="*/ 43085 w 83381"/>
                <a:gd name="connsiteY28" fmla="*/ 27039 h 70543"/>
                <a:gd name="connsiteX29" fmla="*/ 43085 w 83381"/>
                <a:gd name="connsiteY29" fmla="*/ 27039 h 70543"/>
                <a:gd name="connsiteX30" fmla="*/ 46139 w 83381"/>
                <a:gd name="connsiteY30" fmla="*/ 19543 h 70543"/>
                <a:gd name="connsiteX31" fmla="*/ 46139 w 83381"/>
                <a:gd name="connsiteY31" fmla="*/ 19543 h 70543"/>
                <a:gd name="connsiteX32" fmla="*/ 46139 w 83381"/>
                <a:gd name="connsiteY32" fmla="*/ 16531 h 70543"/>
                <a:gd name="connsiteX33" fmla="*/ 46139 w 83381"/>
                <a:gd name="connsiteY33" fmla="*/ 15059 h 70543"/>
                <a:gd name="connsiteX34" fmla="*/ 44612 w 83381"/>
                <a:gd name="connsiteY34" fmla="*/ 13587 h 70543"/>
                <a:gd name="connsiteX35" fmla="*/ 44612 w 83381"/>
                <a:gd name="connsiteY35" fmla="*/ 13587 h 70543"/>
                <a:gd name="connsiteX36" fmla="*/ 43151 w 83381"/>
                <a:gd name="connsiteY36" fmla="*/ 12114 h 70543"/>
                <a:gd name="connsiteX37" fmla="*/ 40164 w 83381"/>
                <a:gd name="connsiteY37" fmla="*/ 12114 h 70543"/>
                <a:gd name="connsiteX38" fmla="*/ 38637 w 83381"/>
                <a:gd name="connsiteY38" fmla="*/ 13587 h 70543"/>
                <a:gd name="connsiteX39" fmla="*/ 38637 w 83381"/>
                <a:gd name="connsiteY39" fmla="*/ 13587 h 70543"/>
                <a:gd name="connsiteX40" fmla="*/ 37176 w 83381"/>
                <a:gd name="connsiteY40" fmla="*/ 15059 h 70543"/>
                <a:gd name="connsiteX41" fmla="*/ 37176 w 83381"/>
                <a:gd name="connsiteY41" fmla="*/ 16531 h 70543"/>
                <a:gd name="connsiteX42" fmla="*/ 37176 w 83381"/>
                <a:gd name="connsiteY42" fmla="*/ 19543 h 70543"/>
                <a:gd name="connsiteX43" fmla="*/ 37176 w 83381"/>
                <a:gd name="connsiteY43" fmla="*/ 19543 h 70543"/>
                <a:gd name="connsiteX44" fmla="*/ 35716 w 83381"/>
                <a:gd name="connsiteY44" fmla="*/ 19543 h 70543"/>
                <a:gd name="connsiteX45" fmla="*/ 35716 w 83381"/>
                <a:gd name="connsiteY45" fmla="*/ 21016 h 70543"/>
                <a:gd name="connsiteX46" fmla="*/ 35716 w 83381"/>
                <a:gd name="connsiteY46" fmla="*/ 28512 h 70543"/>
                <a:gd name="connsiteX47" fmla="*/ 35716 w 83381"/>
                <a:gd name="connsiteY47" fmla="*/ 30051 h 70543"/>
                <a:gd name="connsiteX48" fmla="*/ 37176 w 83381"/>
                <a:gd name="connsiteY48" fmla="*/ 30051 h 70543"/>
                <a:gd name="connsiteX49" fmla="*/ 46139 w 83381"/>
                <a:gd name="connsiteY49" fmla="*/ 30051 h 70543"/>
                <a:gd name="connsiteX50" fmla="*/ 47599 w 83381"/>
                <a:gd name="connsiteY50" fmla="*/ 30051 h 70543"/>
                <a:gd name="connsiteX51" fmla="*/ 47599 w 83381"/>
                <a:gd name="connsiteY51" fmla="*/ 28512 h 70543"/>
                <a:gd name="connsiteX52" fmla="*/ 47599 w 83381"/>
                <a:gd name="connsiteY52" fmla="*/ 21016 h 70543"/>
                <a:gd name="connsiteX53" fmla="*/ 47599 w 83381"/>
                <a:gd name="connsiteY53" fmla="*/ 19543 h 70543"/>
                <a:gd name="connsiteX54" fmla="*/ 46139 w 83381"/>
                <a:gd name="connsiteY54" fmla="*/ 19543 h 70543"/>
                <a:gd name="connsiteX55" fmla="*/ 46139 w 83381"/>
                <a:gd name="connsiteY55" fmla="*/ 19543 h 70543"/>
                <a:gd name="connsiteX56" fmla="*/ 8896 w 83381"/>
                <a:gd name="connsiteY56" fmla="*/ 48055 h 70543"/>
                <a:gd name="connsiteX57" fmla="*/ 7369 w 83381"/>
                <a:gd name="connsiteY57" fmla="*/ 60035 h 70543"/>
                <a:gd name="connsiteX58" fmla="*/ 75880 w 83381"/>
                <a:gd name="connsiteY58" fmla="*/ 60035 h 70543"/>
                <a:gd name="connsiteX59" fmla="*/ 72892 w 83381"/>
                <a:gd name="connsiteY59" fmla="*/ 48055 h 70543"/>
                <a:gd name="connsiteX60" fmla="*/ 8896 w 83381"/>
                <a:gd name="connsiteY60" fmla="*/ 48055 h 70543"/>
                <a:gd name="connsiteX61" fmla="*/ 8896 w 83381"/>
                <a:gd name="connsiteY61" fmla="*/ 48055 h 70543"/>
                <a:gd name="connsiteX62" fmla="*/ 8896 w 83381"/>
                <a:gd name="connsiteY62" fmla="*/ 48055 h 70543"/>
                <a:gd name="connsiteX63" fmla="*/ 34189 w 83381"/>
                <a:gd name="connsiteY63" fmla="*/ 61575 h 70543"/>
                <a:gd name="connsiteX64" fmla="*/ 32662 w 83381"/>
                <a:gd name="connsiteY64" fmla="*/ 67598 h 70543"/>
                <a:gd name="connsiteX65" fmla="*/ 50520 w 83381"/>
                <a:gd name="connsiteY65" fmla="*/ 67598 h 70543"/>
                <a:gd name="connsiteX66" fmla="*/ 47533 w 83381"/>
                <a:gd name="connsiteY66" fmla="*/ 61575 h 70543"/>
                <a:gd name="connsiteX67" fmla="*/ 34123 w 83381"/>
                <a:gd name="connsiteY67" fmla="*/ 61575 h 70543"/>
                <a:gd name="connsiteX68" fmla="*/ 34123 w 83381"/>
                <a:gd name="connsiteY68" fmla="*/ 61575 h 70543"/>
                <a:gd name="connsiteX69" fmla="*/ 71432 w 83381"/>
                <a:gd name="connsiteY69" fmla="*/ 37547 h 70543"/>
                <a:gd name="connsiteX70" fmla="*/ 11883 w 83381"/>
                <a:gd name="connsiteY70" fmla="*/ 37547 h 70543"/>
                <a:gd name="connsiteX71" fmla="*/ 11883 w 83381"/>
                <a:gd name="connsiteY71" fmla="*/ 33063 h 70543"/>
                <a:gd name="connsiteX72" fmla="*/ 11883 w 83381"/>
                <a:gd name="connsiteY72" fmla="*/ 6024 h 70543"/>
                <a:gd name="connsiteX73" fmla="*/ 71432 w 83381"/>
                <a:gd name="connsiteY73" fmla="*/ 6024 h 70543"/>
                <a:gd name="connsiteX74" fmla="*/ 71432 w 83381"/>
                <a:gd name="connsiteY74" fmla="*/ 33063 h 70543"/>
                <a:gd name="connsiteX75" fmla="*/ 71432 w 83381"/>
                <a:gd name="connsiteY75" fmla="*/ 37547 h 70543"/>
                <a:gd name="connsiteX76" fmla="*/ 71432 w 83381"/>
                <a:gd name="connsiteY76" fmla="*/ 37547 h 70543"/>
                <a:gd name="connsiteX77" fmla="*/ 71432 w 83381"/>
                <a:gd name="connsiteY77" fmla="*/ 37547 h 70543"/>
                <a:gd name="connsiteX78" fmla="*/ 4448 w 83381"/>
                <a:gd name="connsiteY78" fmla="*/ 31524 h 70543"/>
                <a:gd name="connsiteX79" fmla="*/ 4448 w 83381"/>
                <a:gd name="connsiteY79" fmla="*/ 42031 h 70543"/>
                <a:gd name="connsiteX80" fmla="*/ 77407 w 83381"/>
                <a:gd name="connsiteY80" fmla="*/ 42031 h 70543"/>
                <a:gd name="connsiteX81" fmla="*/ 77407 w 83381"/>
                <a:gd name="connsiteY81" fmla="*/ 0 h 70543"/>
                <a:gd name="connsiteX82" fmla="*/ 4448 w 83381"/>
                <a:gd name="connsiteY82" fmla="*/ 0 h 70543"/>
                <a:gd name="connsiteX83" fmla="*/ 4448 w 83381"/>
                <a:gd name="connsiteY83" fmla="*/ 31524 h 70543"/>
                <a:gd name="connsiteX84" fmla="*/ 4448 w 83381"/>
                <a:gd name="connsiteY84" fmla="*/ 31524 h 7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83381" h="70543">
                  <a:moveTo>
                    <a:pt x="43151" y="19476"/>
                  </a:moveTo>
                  <a:lnTo>
                    <a:pt x="38703" y="19476"/>
                  </a:lnTo>
                  <a:lnTo>
                    <a:pt x="38703" y="16465"/>
                  </a:lnTo>
                  <a:lnTo>
                    <a:pt x="40230" y="14992"/>
                  </a:lnTo>
                  <a:lnTo>
                    <a:pt x="40230" y="14992"/>
                  </a:lnTo>
                  <a:lnTo>
                    <a:pt x="43218" y="14992"/>
                  </a:lnTo>
                  <a:lnTo>
                    <a:pt x="43218" y="14992"/>
                  </a:lnTo>
                  <a:lnTo>
                    <a:pt x="43218" y="16465"/>
                  </a:lnTo>
                  <a:lnTo>
                    <a:pt x="43218" y="19476"/>
                  </a:lnTo>
                  <a:lnTo>
                    <a:pt x="43218" y="19476"/>
                  </a:lnTo>
                  <a:lnTo>
                    <a:pt x="43218" y="19476"/>
                  </a:lnTo>
                  <a:close/>
                  <a:moveTo>
                    <a:pt x="83381" y="70543"/>
                  </a:moveTo>
                  <a:lnTo>
                    <a:pt x="0" y="70543"/>
                  </a:lnTo>
                  <a:lnTo>
                    <a:pt x="4448" y="45043"/>
                  </a:lnTo>
                  <a:lnTo>
                    <a:pt x="77407" y="45043"/>
                  </a:lnTo>
                  <a:lnTo>
                    <a:pt x="83381" y="70543"/>
                  </a:lnTo>
                  <a:lnTo>
                    <a:pt x="83381" y="70543"/>
                  </a:lnTo>
                  <a:lnTo>
                    <a:pt x="83381" y="70543"/>
                  </a:lnTo>
                  <a:close/>
                  <a:moveTo>
                    <a:pt x="43151" y="27039"/>
                  </a:moveTo>
                  <a:lnTo>
                    <a:pt x="40164" y="27039"/>
                  </a:lnTo>
                  <a:lnTo>
                    <a:pt x="40164" y="25567"/>
                  </a:lnTo>
                  <a:lnTo>
                    <a:pt x="40164" y="24094"/>
                  </a:lnTo>
                  <a:lnTo>
                    <a:pt x="40164" y="24094"/>
                  </a:lnTo>
                  <a:lnTo>
                    <a:pt x="41624" y="22555"/>
                  </a:lnTo>
                  <a:lnTo>
                    <a:pt x="41624" y="24094"/>
                  </a:lnTo>
                  <a:lnTo>
                    <a:pt x="43085" y="24094"/>
                  </a:lnTo>
                  <a:lnTo>
                    <a:pt x="41624" y="25567"/>
                  </a:lnTo>
                  <a:lnTo>
                    <a:pt x="43085" y="27039"/>
                  </a:lnTo>
                  <a:lnTo>
                    <a:pt x="43085" y="27039"/>
                  </a:lnTo>
                  <a:lnTo>
                    <a:pt x="43085" y="27039"/>
                  </a:lnTo>
                  <a:close/>
                  <a:moveTo>
                    <a:pt x="46139" y="19543"/>
                  </a:moveTo>
                  <a:lnTo>
                    <a:pt x="46139" y="19543"/>
                  </a:lnTo>
                  <a:lnTo>
                    <a:pt x="46139" y="16531"/>
                  </a:lnTo>
                  <a:lnTo>
                    <a:pt x="46139" y="15059"/>
                  </a:lnTo>
                  <a:lnTo>
                    <a:pt x="44612" y="13587"/>
                  </a:lnTo>
                  <a:lnTo>
                    <a:pt x="44612" y="13587"/>
                  </a:lnTo>
                  <a:lnTo>
                    <a:pt x="43151" y="12114"/>
                  </a:lnTo>
                  <a:lnTo>
                    <a:pt x="40164" y="12114"/>
                  </a:lnTo>
                  <a:lnTo>
                    <a:pt x="38637" y="13587"/>
                  </a:lnTo>
                  <a:lnTo>
                    <a:pt x="38637" y="13587"/>
                  </a:lnTo>
                  <a:lnTo>
                    <a:pt x="37176" y="15059"/>
                  </a:lnTo>
                  <a:lnTo>
                    <a:pt x="37176" y="16531"/>
                  </a:lnTo>
                  <a:lnTo>
                    <a:pt x="37176" y="19543"/>
                  </a:lnTo>
                  <a:lnTo>
                    <a:pt x="37176" y="19543"/>
                  </a:lnTo>
                  <a:lnTo>
                    <a:pt x="35716" y="19543"/>
                  </a:lnTo>
                  <a:lnTo>
                    <a:pt x="35716" y="21016"/>
                  </a:lnTo>
                  <a:lnTo>
                    <a:pt x="35716" y="28512"/>
                  </a:lnTo>
                  <a:lnTo>
                    <a:pt x="35716" y="30051"/>
                  </a:lnTo>
                  <a:lnTo>
                    <a:pt x="37176" y="30051"/>
                  </a:lnTo>
                  <a:lnTo>
                    <a:pt x="46139" y="30051"/>
                  </a:lnTo>
                  <a:lnTo>
                    <a:pt x="47599" y="30051"/>
                  </a:lnTo>
                  <a:lnTo>
                    <a:pt x="47599" y="28512"/>
                  </a:lnTo>
                  <a:lnTo>
                    <a:pt x="47599" y="21016"/>
                  </a:lnTo>
                  <a:lnTo>
                    <a:pt x="47599" y="19543"/>
                  </a:lnTo>
                  <a:lnTo>
                    <a:pt x="46139" y="19543"/>
                  </a:lnTo>
                  <a:lnTo>
                    <a:pt x="46139" y="19543"/>
                  </a:lnTo>
                  <a:close/>
                  <a:moveTo>
                    <a:pt x="8896" y="48055"/>
                  </a:moveTo>
                  <a:lnTo>
                    <a:pt x="7369" y="60035"/>
                  </a:lnTo>
                  <a:lnTo>
                    <a:pt x="75880" y="60035"/>
                  </a:lnTo>
                  <a:lnTo>
                    <a:pt x="72892" y="48055"/>
                  </a:lnTo>
                  <a:lnTo>
                    <a:pt x="8896" y="48055"/>
                  </a:lnTo>
                  <a:lnTo>
                    <a:pt x="8896" y="48055"/>
                  </a:lnTo>
                  <a:lnTo>
                    <a:pt x="8896" y="48055"/>
                  </a:lnTo>
                  <a:close/>
                  <a:moveTo>
                    <a:pt x="34189" y="61575"/>
                  </a:moveTo>
                  <a:lnTo>
                    <a:pt x="32662" y="67598"/>
                  </a:lnTo>
                  <a:lnTo>
                    <a:pt x="50520" y="67598"/>
                  </a:lnTo>
                  <a:lnTo>
                    <a:pt x="47533" y="61575"/>
                  </a:lnTo>
                  <a:lnTo>
                    <a:pt x="34123" y="61575"/>
                  </a:lnTo>
                  <a:lnTo>
                    <a:pt x="34123" y="61575"/>
                  </a:lnTo>
                  <a:close/>
                  <a:moveTo>
                    <a:pt x="71432" y="37547"/>
                  </a:moveTo>
                  <a:lnTo>
                    <a:pt x="11883" y="37547"/>
                  </a:lnTo>
                  <a:lnTo>
                    <a:pt x="11883" y="33063"/>
                  </a:lnTo>
                  <a:lnTo>
                    <a:pt x="11883" y="6024"/>
                  </a:lnTo>
                  <a:lnTo>
                    <a:pt x="71432" y="6024"/>
                  </a:lnTo>
                  <a:lnTo>
                    <a:pt x="71432" y="33063"/>
                  </a:lnTo>
                  <a:lnTo>
                    <a:pt x="71432" y="37547"/>
                  </a:lnTo>
                  <a:lnTo>
                    <a:pt x="71432" y="37547"/>
                  </a:lnTo>
                  <a:lnTo>
                    <a:pt x="71432" y="37547"/>
                  </a:lnTo>
                  <a:close/>
                  <a:moveTo>
                    <a:pt x="4448" y="31524"/>
                  </a:moveTo>
                  <a:lnTo>
                    <a:pt x="4448" y="42031"/>
                  </a:lnTo>
                  <a:lnTo>
                    <a:pt x="77407" y="42031"/>
                  </a:lnTo>
                  <a:lnTo>
                    <a:pt x="77407" y="0"/>
                  </a:lnTo>
                  <a:lnTo>
                    <a:pt x="4448" y="0"/>
                  </a:lnTo>
                  <a:lnTo>
                    <a:pt x="4448" y="31524"/>
                  </a:lnTo>
                  <a:lnTo>
                    <a:pt x="4448" y="31524"/>
                  </a:lnTo>
                  <a:close/>
                </a:path>
              </a:pathLst>
            </a:custGeom>
            <a:solidFill>
              <a:srgbClr val="F6641B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19" name="任意多边形: 形状 2818">
              <a:extLst>
                <a:ext uri="{FF2B5EF4-FFF2-40B4-BE49-F238E27FC236}">
                  <a16:creationId xmlns:a16="http://schemas.microsoft.com/office/drawing/2014/main" id="{81F11F41-4E06-EFA7-D13F-A5BAAE32352E}"/>
                </a:ext>
              </a:extLst>
            </p:cNvPr>
            <p:cNvSpPr/>
            <p:nvPr/>
          </p:nvSpPr>
          <p:spPr>
            <a:xfrm>
              <a:off x="1237706" y="5457123"/>
              <a:ext cx="65324" cy="32393"/>
            </a:xfrm>
            <a:custGeom>
              <a:avLst/>
              <a:gdLst>
                <a:gd name="connsiteX0" fmla="*/ 0 w 65324"/>
                <a:gd name="connsiteY0" fmla="*/ 0 h 32393"/>
                <a:gd name="connsiteX1" fmla="*/ 65324 w 65324"/>
                <a:gd name="connsiteY1" fmla="*/ 0 h 32393"/>
                <a:gd name="connsiteX2" fmla="*/ 65324 w 65324"/>
                <a:gd name="connsiteY2" fmla="*/ 32394 h 32393"/>
                <a:gd name="connsiteX3" fmla="*/ 0 w 65324"/>
                <a:gd name="connsiteY3" fmla="*/ 32394 h 32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324" h="32393">
                  <a:moveTo>
                    <a:pt x="0" y="0"/>
                  </a:moveTo>
                  <a:lnTo>
                    <a:pt x="65324" y="0"/>
                  </a:lnTo>
                  <a:lnTo>
                    <a:pt x="65324" y="32394"/>
                  </a:lnTo>
                  <a:lnTo>
                    <a:pt x="0" y="32394"/>
                  </a:lnTo>
                  <a:close/>
                </a:path>
              </a:pathLst>
            </a:custGeom>
            <a:solidFill>
              <a:srgbClr val="2A3E80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820" name="组合 2819">
              <a:extLst>
                <a:ext uri="{FF2B5EF4-FFF2-40B4-BE49-F238E27FC236}">
                  <a16:creationId xmlns:a16="http://schemas.microsoft.com/office/drawing/2014/main" id="{36AA918F-8A0D-758A-E794-7CA77392BB03}"/>
                </a:ext>
              </a:extLst>
            </p:cNvPr>
            <p:cNvGrpSpPr/>
            <p:nvPr/>
          </p:nvGrpSpPr>
          <p:grpSpPr>
            <a:xfrm>
              <a:off x="1580592" y="5458270"/>
              <a:ext cx="211234" cy="314825"/>
              <a:chOff x="2374168" y="5081167"/>
              <a:chExt cx="145452" cy="216783"/>
            </a:xfrm>
          </p:grpSpPr>
          <p:sp>
            <p:nvSpPr>
              <p:cNvPr id="2821" name="任意多边形: 形状 2820">
                <a:extLst>
                  <a:ext uri="{FF2B5EF4-FFF2-40B4-BE49-F238E27FC236}">
                    <a16:creationId xmlns:a16="http://schemas.microsoft.com/office/drawing/2014/main" id="{4C047654-FBC6-A604-0614-AC5E28BE1F6D}"/>
                  </a:ext>
                </a:extLst>
              </p:cNvPr>
              <p:cNvSpPr/>
              <p:nvPr/>
            </p:nvSpPr>
            <p:spPr>
              <a:xfrm>
                <a:off x="2374168" y="5081167"/>
                <a:ext cx="63930" cy="216716"/>
              </a:xfrm>
              <a:custGeom>
                <a:avLst/>
                <a:gdLst>
                  <a:gd name="connsiteX0" fmla="*/ 0 w 63930"/>
                  <a:gd name="connsiteY0" fmla="*/ 5555 h 216716"/>
                  <a:gd name="connsiteX1" fmla="*/ 1195 w 63930"/>
                  <a:gd name="connsiteY1" fmla="*/ 200051 h 216716"/>
                  <a:gd name="connsiteX2" fmla="*/ 63930 w 63930"/>
                  <a:gd name="connsiteY2" fmla="*/ 216716 h 216716"/>
                  <a:gd name="connsiteX3" fmla="*/ 63930 w 63930"/>
                  <a:gd name="connsiteY3" fmla="*/ 0 h 216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930" h="216716">
                    <a:moveTo>
                      <a:pt x="0" y="5555"/>
                    </a:moveTo>
                    <a:lnTo>
                      <a:pt x="1195" y="200051"/>
                    </a:lnTo>
                    <a:lnTo>
                      <a:pt x="63930" y="216716"/>
                    </a:lnTo>
                    <a:lnTo>
                      <a:pt x="63930" y="0"/>
                    </a:lnTo>
                    <a:close/>
                  </a:path>
                </a:pathLst>
              </a:custGeom>
              <a:solidFill>
                <a:srgbClr val="2B354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22" name="任意多边形: 形状 2821">
                <a:extLst>
                  <a:ext uri="{FF2B5EF4-FFF2-40B4-BE49-F238E27FC236}">
                    <a16:creationId xmlns:a16="http://schemas.microsoft.com/office/drawing/2014/main" id="{4DAD78AD-9FD2-4F7D-0ACE-48CFA0DF0F4E}"/>
                  </a:ext>
                </a:extLst>
              </p:cNvPr>
              <p:cNvSpPr/>
              <p:nvPr/>
            </p:nvSpPr>
            <p:spPr>
              <a:xfrm>
                <a:off x="2438098" y="5081167"/>
                <a:ext cx="81522" cy="216783"/>
              </a:xfrm>
              <a:custGeom>
                <a:avLst/>
                <a:gdLst>
                  <a:gd name="connsiteX0" fmla="*/ 66 w 81522"/>
                  <a:gd name="connsiteY0" fmla="*/ 0 h 216783"/>
                  <a:gd name="connsiteX1" fmla="*/ 81523 w 81522"/>
                  <a:gd name="connsiteY1" fmla="*/ 13453 h 216783"/>
                  <a:gd name="connsiteX2" fmla="*/ 81523 w 81522"/>
                  <a:gd name="connsiteY2" fmla="*/ 164712 h 216783"/>
                  <a:gd name="connsiteX3" fmla="*/ 0 w 81522"/>
                  <a:gd name="connsiteY3" fmla="*/ 216783 h 216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522" h="216783">
                    <a:moveTo>
                      <a:pt x="66" y="0"/>
                    </a:moveTo>
                    <a:lnTo>
                      <a:pt x="81523" y="13453"/>
                    </a:lnTo>
                    <a:lnTo>
                      <a:pt x="81523" y="164712"/>
                    </a:lnTo>
                    <a:lnTo>
                      <a:pt x="0" y="216783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23" name="任意多边形: 形状 2822">
                <a:extLst>
                  <a:ext uri="{FF2B5EF4-FFF2-40B4-BE49-F238E27FC236}">
                    <a16:creationId xmlns:a16="http://schemas.microsoft.com/office/drawing/2014/main" id="{3D5BE838-0AC4-CCD8-00DE-4B47A09335B5}"/>
                  </a:ext>
                </a:extLst>
              </p:cNvPr>
              <p:cNvSpPr/>
              <p:nvPr/>
            </p:nvSpPr>
            <p:spPr>
              <a:xfrm>
                <a:off x="2380475" y="5089132"/>
                <a:ext cx="51383" cy="195968"/>
              </a:xfrm>
              <a:custGeom>
                <a:avLst/>
                <a:gdLst>
                  <a:gd name="connsiteX0" fmla="*/ 0 w 51383"/>
                  <a:gd name="connsiteY0" fmla="*/ 5154 h 195968"/>
                  <a:gd name="connsiteX1" fmla="*/ 929 w 51383"/>
                  <a:gd name="connsiteY1" fmla="*/ 184122 h 195968"/>
                  <a:gd name="connsiteX2" fmla="*/ 51383 w 51383"/>
                  <a:gd name="connsiteY2" fmla="*/ 195968 h 195968"/>
                  <a:gd name="connsiteX3" fmla="*/ 51383 w 51383"/>
                  <a:gd name="connsiteY3" fmla="*/ 0 h 19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383" h="195968">
                    <a:moveTo>
                      <a:pt x="0" y="5154"/>
                    </a:moveTo>
                    <a:lnTo>
                      <a:pt x="929" y="184122"/>
                    </a:lnTo>
                    <a:lnTo>
                      <a:pt x="51383" y="195968"/>
                    </a:lnTo>
                    <a:lnTo>
                      <a:pt x="51383" y="0"/>
                    </a:lnTo>
                    <a:close/>
                  </a:path>
                </a:pathLst>
              </a:custGeom>
              <a:solidFill>
                <a:srgbClr val="F6641B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24" name="任意多边形: 形状 2823">
                <a:extLst>
                  <a:ext uri="{FF2B5EF4-FFF2-40B4-BE49-F238E27FC236}">
                    <a16:creationId xmlns:a16="http://schemas.microsoft.com/office/drawing/2014/main" id="{6865AEA3-9F8B-DED1-B58B-D7418C9A3097}"/>
                  </a:ext>
                </a:extLst>
              </p:cNvPr>
              <p:cNvSpPr/>
              <p:nvPr/>
            </p:nvSpPr>
            <p:spPr>
              <a:xfrm rot="5118392">
                <a:off x="2415031" y="5184979"/>
                <a:ext cx="13084" cy="13191"/>
              </a:xfrm>
              <a:custGeom>
                <a:avLst/>
                <a:gdLst>
                  <a:gd name="connsiteX0" fmla="*/ 13147 w 13084"/>
                  <a:gd name="connsiteY0" fmla="*/ 6630 h 13191"/>
                  <a:gd name="connsiteX1" fmla="*/ 6604 w 13084"/>
                  <a:gd name="connsiteY1" fmla="*/ 13226 h 13191"/>
                  <a:gd name="connsiteX2" fmla="*/ 62 w 13084"/>
                  <a:gd name="connsiteY2" fmla="*/ 6630 h 13191"/>
                  <a:gd name="connsiteX3" fmla="*/ 6604 w 13084"/>
                  <a:gd name="connsiteY3" fmla="*/ 34 h 13191"/>
                  <a:gd name="connsiteX4" fmla="*/ 13147 w 13084"/>
                  <a:gd name="connsiteY4" fmla="*/ 6630 h 13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84" h="13191">
                    <a:moveTo>
                      <a:pt x="13147" y="6630"/>
                    </a:moveTo>
                    <a:cubicBezTo>
                      <a:pt x="13147" y="10272"/>
                      <a:pt x="10218" y="13226"/>
                      <a:pt x="6604" y="13226"/>
                    </a:cubicBezTo>
                    <a:cubicBezTo>
                      <a:pt x="2991" y="13226"/>
                      <a:pt x="62" y="10272"/>
                      <a:pt x="62" y="6630"/>
                    </a:cubicBezTo>
                    <a:cubicBezTo>
                      <a:pt x="62" y="2987"/>
                      <a:pt x="2991" y="34"/>
                      <a:pt x="6604" y="34"/>
                    </a:cubicBezTo>
                    <a:cubicBezTo>
                      <a:pt x="10218" y="34"/>
                      <a:pt x="13147" y="2987"/>
                      <a:pt x="13147" y="6630"/>
                    </a:cubicBezTo>
                    <a:close/>
                  </a:path>
                </a:pathLst>
              </a:custGeom>
              <a:solidFill>
                <a:srgbClr val="DCDDDD"/>
              </a:solidFill>
              <a:ln w="22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25" name="任意多边形: 形状 2824">
                <a:extLst>
                  <a:ext uri="{FF2B5EF4-FFF2-40B4-BE49-F238E27FC236}">
                    <a16:creationId xmlns:a16="http://schemas.microsoft.com/office/drawing/2014/main" id="{59DD2F1B-49D6-9188-946C-F4397D7059C4}"/>
                  </a:ext>
                </a:extLst>
              </p:cNvPr>
              <p:cNvSpPr/>
              <p:nvPr/>
            </p:nvSpPr>
            <p:spPr>
              <a:xfrm>
                <a:off x="2418647" y="5200836"/>
                <a:ext cx="5841" cy="5889"/>
              </a:xfrm>
              <a:custGeom>
                <a:avLst/>
                <a:gdLst>
                  <a:gd name="connsiteX0" fmla="*/ 5842 w 5841"/>
                  <a:gd name="connsiteY0" fmla="*/ 2945 h 5889"/>
                  <a:gd name="connsiteX1" fmla="*/ 2921 w 5841"/>
                  <a:gd name="connsiteY1" fmla="*/ 5890 h 5889"/>
                  <a:gd name="connsiteX2" fmla="*/ 0 w 5841"/>
                  <a:gd name="connsiteY2" fmla="*/ 2945 h 5889"/>
                  <a:gd name="connsiteX3" fmla="*/ 2921 w 5841"/>
                  <a:gd name="connsiteY3" fmla="*/ 0 h 5889"/>
                  <a:gd name="connsiteX4" fmla="*/ 5842 w 5841"/>
                  <a:gd name="connsiteY4" fmla="*/ 2945 h 5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41" h="5889">
                    <a:moveTo>
                      <a:pt x="5842" y="2945"/>
                    </a:moveTo>
                    <a:cubicBezTo>
                      <a:pt x="5842" y="4571"/>
                      <a:pt x="4534" y="5890"/>
                      <a:pt x="2921" y="5890"/>
                    </a:cubicBezTo>
                    <a:cubicBezTo>
                      <a:pt x="1308" y="5890"/>
                      <a:pt x="0" y="4571"/>
                      <a:pt x="0" y="2945"/>
                    </a:cubicBezTo>
                    <a:cubicBezTo>
                      <a:pt x="0" y="1318"/>
                      <a:pt x="1308" y="0"/>
                      <a:pt x="2921" y="0"/>
                    </a:cubicBezTo>
                    <a:cubicBezTo>
                      <a:pt x="4534" y="0"/>
                      <a:pt x="5842" y="1318"/>
                      <a:pt x="5842" y="2945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26" name="任意多边形: 形状 2825">
                <a:extLst>
                  <a:ext uri="{FF2B5EF4-FFF2-40B4-BE49-F238E27FC236}">
                    <a16:creationId xmlns:a16="http://schemas.microsoft.com/office/drawing/2014/main" id="{27CF99E3-220A-70E0-6BC9-189EF51ED2F7}"/>
                  </a:ext>
                </a:extLst>
              </p:cNvPr>
              <p:cNvSpPr/>
              <p:nvPr/>
            </p:nvSpPr>
            <p:spPr>
              <a:xfrm>
                <a:off x="2418647" y="5210072"/>
                <a:ext cx="5841" cy="5889"/>
              </a:xfrm>
              <a:custGeom>
                <a:avLst/>
                <a:gdLst>
                  <a:gd name="connsiteX0" fmla="*/ 5842 w 5841"/>
                  <a:gd name="connsiteY0" fmla="*/ 2945 h 5889"/>
                  <a:gd name="connsiteX1" fmla="*/ 2921 w 5841"/>
                  <a:gd name="connsiteY1" fmla="*/ 5890 h 5889"/>
                  <a:gd name="connsiteX2" fmla="*/ 0 w 5841"/>
                  <a:gd name="connsiteY2" fmla="*/ 2945 h 5889"/>
                  <a:gd name="connsiteX3" fmla="*/ 2921 w 5841"/>
                  <a:gd name="connsiteY3" fmla="*/ 0 h 5889"/>
                  <a:gd name="connsiteX4" fmla="*/ 5842 w 5841"/>
                  <a:gd name="connsiteY4" fmla="*/ 2945 h 5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41" h="5889">
                    <a:moveTo>
                      <a:pt x="5842" y="2945"/>
                    </a:moveTo>
                    <a:cubicBezTo>
                      <a:pt x="5842" y="4571"/>
                      <a:pt x="4534" y="5890"/>
                      <a:pt x="2921" y="5890"/>
                    </a:cubicBezTo>
                    <a:cubicBezTo>
                      <a:pt x="1308" y="5890"/>
                      <a:pt x="0" y="4571"/>
                      <a:pt x="0" y="2945"/>
                    </a:cubicBezTo>
                    <a:cubicBezTo>
                      <a:pt x="0" y="1318"/>
                      <a:pt x="1308" y="0"/>
                      <a:pt x="2921" y="0"/>
                    </a:cubicBezTo>
                    <a:cubicBezTo>
                      <a:pt x="4534" y="0"/>
                      <a:pt x="5842" y="1318"/>
                      <a:pt x="5842" y="2945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27" name="任意多边形: 形状 2826">
                <a:extLst>
                  <a:ext uri="{FF2B5EF4-FFF2-40B4-BE49-F238E27FC236}">
                    <a16:creationId xmlns:a16="http://schemas.microsoft.com/office/drawing/2014/main" id="{D6982ADF-B1D5-9DDA-1F6E-510AC68A01E8}"/>
                  </a:ext>
                </a:extLst>
              </p:cNvPr>
              <p:cNvSpPr/>
              <p:nvPr/>
            </p:nvSpPr>
            <p:spPr>
              <a:xfrm>
                <a:off x="2421037" y="5188387"/>
                <a:ext cx="1062" cy="3881"/>
              </a:xfrm>
              <a:custGeom>
                <a:avLst/>
                <a:gdLst>
                  <a:gd name="connsiteX0" fmla="*/ 531 w 1062"/>
                  <a:gd name="connsiteY0" fmla="*/ 3882 h 3881"/>
                  <a:gd name="connsiteX1" fmla="*/ 0 w 1062"/>
                  <a:gd name="connsiteY1" fmla="*/ 3346 h 3881"/>
                  <a:gd name="connsiteX2" fmla="*/ 0 w 1062"/>
                  <a:gd name="connsiteY2" fmla="*/ 535 h 3881"/>
                  <a:gd name="connsiteX3" fmla="*/ 531 w 1062"/>
                  <a:gd name="connsiteY3" fmla="*/ 0 h 3881"/>
                  <a:gd name="connsiteX4" fmla="*/ 1062 w 1062"/>
                  <a:gd name="connsiteY4" fmla="*/ 535 h 3881"/>
                  <a:gd name="connsiteX5" fmla="*/ 1062 w 1062"/>
                  <a:gd name="connsiteY5" fmla="*/ 3346 h 3881"/>
                  <a:gd name="connsiteX6" fmla="*/ 531 w 1062"/>
                  <a:gd name="connsiteY6" fmla="*/ 3882 h 3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62" h="3881">
                    <a:moveTo>
                      <a:pt x="531" y="3882"/>
                    </a:moveTo>
                    <a:cubicBezTo>
                      <a:pt x="266" y="3882"/>
                      <a:pt x="0" y="3681"/>
                      <a:pt x="0" y="3346"/>
                    </a:cubicBezTo>
                    <a:lnTo>
                      <a:pt x="0" y="535"/>
                    </a:lnTo>
                    <a:cubicBezTo>
                      <a:pt x="0" y="268"/>
                      <a:pt x="199" y="0"/>
                      <a:pt x="531" y="0"/>
                    </a:cubicBezTo>
                    <a:cubicBezTo>
                      <a:pt x="797" y="0"/>
                      <a:pt x="1062" y="201"/>
                      <a:pt x="1062" y="535"/>
                    </a:cubicBezTo>
                    <a:lnTo>
                      <a:pt x="1062" y="3346"/>
                    </a:lnTo>
                    <a:cubicBezTo>
                      <a:pt x="1062" y="3614"/>
                      <a:pt x="863" y="3882"/>
                      <a:pt x="531" y="3882"/>
                    </a:cubicBezTo>
                    <a:close/>
                  </a:path>
                </a:pathLst>
              </a:custGeom>
              <a:solidFill>
                <a:srgbClr val="2A3E7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28" name="任意多边形: 形状 2827">
                <a:extLst>
                  <a:ext uri="{FF2B5EF4-FFF2-40B4-BE49-F238E27FC236}">
                    <a16:creationId xmlns:a16="http://schemas.microsoft.com/office/drawing/2014/main" id="{967CD40C-8547-BA95-F1D6-7227C31E03E8}"/>
                  </a:ext>
                </a:extLst>
              </p:cNvPr>
              <p:cNvSpPr/>
              <p:nvPr/>
            </p:nvSpPr>
            <p:spPr>
              <a:xfrm>
                <a:off x="2418514" y="5189136"/>
                <a:ext cx="6107" cy="5609"/>
              </a:xfrm>
              <a:custGeom>
                <a:avLst/>
                <a:gdLst>
                  <a:gd name="connsiteX0" fmla="*/ 3054 w 6107"/>
                  <a:gd name="connsiteY0" fmla="*/ 5609 h 5609"/>
                  <a:gd name="connsiteX1" fmla="*/ 0 w 6107"/>
                  <a:gd name="connsiteY1" fmla="*/ 2531 h 5609"/>
                  <a:gd name="connsiteX2" fmla="*/ 1129 w 6107"/>
                  <a:gd name="connsiteY2" fmla="*/ 121 h 5609"/>
                  <a:gd name="connsiteX3" fmla="*/ 1859 w 6107"/>
                  <a:gd name="connsiteY3" fmla="*/ 188 h 5609"/>
                  <a:gd name="connsiteX4" fmla="*/ 1792 w 6107"/>
                  <a:gd name="connsiteY4" fmla="*/ 924 h 5609"/>
                  <a:gd name="connsiteX5" fmla="*/ 1062 w 6107"/>
                  <a:gd name="connsiteY5" fmla="*/ 2464 h 5609"/>
                  <a:gd name="connsiteX6" fmla="*/ 3054 w 6107"/>
                  <a:gd name="connsiteY6" fmla="*/ 4472 h 5609"/>
                  <a:gd name="connsiteX7" fmla="*/ 5045 w 6107"/>
                  <a:gd name="connsiteY7" fmla="*/ 2464 h 5609"/>
                  <a:gd name="connsiteX8" fmla="*/ 4315 w 6107"/>
                  <a:gd name="connsiteY8" fmla="*/ 924 h 5609"/>
                  <a:gd name="connsiteX9" fmla="*/ 4249 w 6107"/>
                  <a:gd name="connsiteY9" fmla="*/ 188 h 5609"/>
                  <a:gd name="connsiteX10" fmla="*/ 4979 w 6107"/>
                  <a:gd name="connsiteY10" fmla="*/ 121 h 5609"/>
                  <a:gd name="connsiteX11" fmla="*/ 6108 w 6107"/>
                  <a:gd name="connsiteY11" fmla="*/ 2531 h 5609"/>
                  <a:gd name="connsiteX12" fmla="*/ 3054 w 6107"/>
                  <a:gd name="connsiteY12" fmla="*/ 5609 h 5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107" h="5609">
                    <a:moveTo>
                      <a:pt x="3054" y="5609"/>
                    </a:moveTo>
                    <a:cubicBezTo>
                      <a:pt x="1394" y="5609"/>
                      <a:pt x="0" y="4204"/>
                      <a:pt x="0" y="2531"/>
                    </a:cubicBezTo>
                    <a:cubicBezTo>
                      <a:pt x="0" y="1594"/>
                      <a:pt x="398" y="724"/>
                      <a:pt x="1129" y="121"/>
                    </a:cubicBezTo>
                    <a:cubicBezTo>
                      <a:pt x="1328" y="-80"/>
                      <a:pt x="1660" y="-13"/>
                      <a:pt x="1859" y="188"/>
                    </a:cubicBezTo>
                    <a:cubicBezTo>
                      <a:pt x="2058" y="389"/>
                      <a:pt x="1992" y="724"/>
                      <a:pt x="1792" y="924"/>
                    </a:cubicBezTo>
                    <a:cubicBezTo>
                      <a:pt x="1328" y="1326"/>
                      <a:pt x="1062" y="1861"/>
                      <a:pt x="1062" y="2464"/>
                    </a:cubicBezTo>
                    <a:cubicBezTo>
                      <a:pt x="1062" y="3602"/>
                      <a:pt x="1925" y="4472"/>
                      <a:pt x="3054" y="4472"/>
                    </a:cubicBezTo>
                    <a:cubicBezTo>
                      <a:pt x="4182" y="4472"/>
                      <a:pt x="5045" y="3602"/>
                      <a:pt x="5045" y="2464"/>
                    </a:cubicBezTo>
                    <a:cubicBezTo>
                      <a:pt x="5045" y="1861"/>
                      <a:pt x="4780" y="1259"/>
                      <a:pt x="4315" y="924"/>
                    </a:cubicBezTo>
                    <a:cubicBezTo>
                      <a:pt x="4116" y="724"/>
                      <a:pt x="4050" y="389"/>
                      <a:pt x="4249" y="188"/>
                    </a:cubicBezTo>
                    <a:cubicBezTo>
                      <a:pt x="4448" y="-13"/>
                      <a:pt x="4780" y="-80"/>
                      <a:pt x="4979" y="121"/>
                    </a:cubicBezTo>
                    <a:cubicBezTo>
                      <a:pt x="5709" y="724"/>
                      <a:pt x="6108" y="1594"/>
                      <a:pt x="6108" y="2531"/>
                    </a:cubicBezTo>
                    <a:cubicBezTo>
                      <a:pt x="6108" y="4204"/>
                      <a:pt x="4713" y="5609"/>
                      <a:pt x="3054" y="5609"/>
                    </a:cubicBezTo>
                    <a:close/>
                  </a:path>
                </a:pathLst>
              </a:custGeom>
              <a:solidFill>
                <a:srgbClr val="2A3E7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29" name="任意多边形: 形状 2828">
                <a:extLst>
                  <a:ext uri="{FF2B5EF4-FFF2-40B4-BE49-F238E27FC236}">
                    <a16:creationId xmlns:a16="http://schemas.microsoft.com/office/drawing/2014/main" id="{6BCABE44-B97B-3959-9C39-940DCAB83838}"/>
                  </a:ext>
                </a:extLst>
              </p:cNvPr>
              <p:cNvSpPr/>
              <p:nvPr/>
            </p:nvSpPr>
            <p:spPr>
              <a:xfrm>
                <a:off x="2386781" y="5117777"/>
                <a:ext cx="7036" cy="3881"/>
              </a:xfrm>
              <a:custGeom>
                <a:avLst/>
                <a:gdLst>
                  <a:gd name="connsiteX0" fmla="*/ 0 w 7036"/>
                  <a:gd name="connsiteY0" fmla="*/ 402 h 3881"/>
                  <a:gd name="connsiteX1" fmla="*/ 7037 w 7036"/>
                  <a:gd name="connsiteY1" fmla="*/ 0 h 3881"/>
                  <a:gd name="connsiteX2" fmla="*/ 7037 w 7036"/>
                  <a:gd name="connsiteY2" fmla="*/ 3480 h 3881"/>
                  <a:gd name="connsiteX3" fmla="*/ 0 w 7036"/>
                  <a:gd name="connsiteY3" fmla="*/ 3882 h 3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36" h="3881">
                    <a:moveTo>
                      <a:pt x="0" y="402"/>
                    </a:moveTo>
                    <a:lnTo>
                      <a:pt x="7037" y="0"/>
                    </a:lnTo>
                    <a:lnTo>
                      <a:pt x="7037" y="3480"/>
                    </a:lnTo>
                    <a:lnTo>
                      <a:pt x="0" y="3882"/>
                    </a:lnTo>
                    <a:close/>
                  </a:path>
                </a:pathLst>
              </a:custGeom>
              <a:solidFill>
                <a:srgbClr val="FEFEF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0" name="任意多边形: 形状 2829">
                <a:extLst>
                  <a:ext uri="{FF2B5EF4-FFF2-40B4-BE49-F238E27FC236}">
                    <a16:creationId xmlns:a16="http://schemas.microsoft.com/office/drawing/2014/main" id="{E46CA0DC-4817-2571-A380-DAF7BD2A8264}"/>
                  </a:ext>
                </a:extLst>
              </p:cNvPr>
              <p:cNvSpPr/>
              <p:nvPr/>
            </p:nvSpPr>
            <p:spPr>
              <a:xfrm>
                <a:off x="2387445" y="5118580"/>
                <a:ext cx="5642" cy="2275"/>
              </a:xfrm>
              <a:custGeom>
                <a:avLst/>
                <a:gdLst>
                  <a:gd name="connsiteX0" fmla="*/ 0 w 5642"/>
                  <a:gd name="connsiteY0" fmla="*/ 268 h 2275"/>
                  <a:gd name="connsiteX1" fmla="*/ 5643 w 5642"/>
                  <a:gd name="connsiteY1" fmla="*/ 0 h 2275"/>
                  <a:gd name="connsiteX2" fmla="*/ 5643 w 5642"/>
                  <a:gd name="connsiteY2" fmla="*/ 2008 h 2275"/>
                  <a:gd name="connsiteX3" fmla="*/ 0 w 5642"/>
                  <a:gd name="connsiteY3" fmla="*/ 2276 h 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42" h="2275">
                    <a:moveTo>
                      <a:pt x="0" y="268"/>
                    </a:moveTo>
                    <a:lnTo>
                      <a:pt x="5643" y="0"/>
                    </a:lnTo>
                    <a:lnTo>
                      <a:pt x="5643" y="2008"/>
                    </a:lnTo>
                    <a:lnTo>
                      <a:pt x="0" y="2276"/>
                    </a:lnTo>
                    <a:close/>
                  </a:path>
                </a:pathLst>
              </a:custGeom>
              <a:solidFill>
                <a:srgbClr val="D8D7D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1" name="任意多边形: 形状 2830">
                <a:extLst>
                  <a:ext uri="{FF2B5EF4-FFF2-40B4-BE49-F238E27FC236}">
                    <a16:creationId xmlns:a16="http://schemas.microsoft.com/office/drawing/2014/main" id="{550000C5-0296-F4A5-77B3-80DD80987DEF}"/>
                  </a:ext>
                </a:extLst>
              </p:cNvPr>
              <p:cNvSpPr/>
              <p:nvPr/>
            </p:nvSpPr>
            <p:spPr>
              <a:xfrm>
                <a:off x="2388109" y="5118580"/>
                <a:ext cx="4978" cy="1606"/>
              </a:xfrm>
              <a:custGeom>
                <a:avLst/>
                <a:gdLst>
                  <a:gd name="connsiteX0" fmla="*/ 0 w 4978"/>
                  <a:gd name="connsiteY0" fmla="*/ 268 h 1606"/>
                  <a:gd name="connsiteX1" fmla="*/ 4979 w 4978"/>
                  <a:gd name="connsiteY1" fmla="*/ 0 h 1606"/>
                  <a:gd name="connsiteX2" fmla="*/ 4979 w 4978"/>
                  <a:gd name="connsiteY2" fmla="*/ 1339 h 1606"/>
                  <a:gd name="connsiteX3" fmla="*/ 0 w 4978"/>
                  <a:gd name="connsiteY3" fmla="*/ 1606 h 1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78" h="1606">
                    <a:moveTo>
                      <a:pt x="0" y="268"/>
                    </a:moveTo>
                    <a:lnTo>
                      <a:pt x="4979" y="0"/>
                    </a:lnTo>
                    <a:lnTo>
                      <a:pt x="4979" y="1339"/>
                    </a:lnTo>
                    <a:lnTo>
                      <a:pt x="0" y="1606"/>
                    </a:lnTo>
                    <a:close/>
                  </a:path>
                </a:pathLst>
              </a:custGeom>
              <a:solidFill>
                <a:srgbClr val="8B8B8C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2" name="任意多边形: 形状 2831">
                <a:extLst>
                  <a:ext uri="{FF2B5EF4-FFF2-40B4-BE49-F238E27FC236}">
                    <a16:creationId xmlns:a16="http://schemas.microsoft.com/office/drawing/2014/main" id="{F38F544C-F5DC-7015-1F8E-DFA6175CF92F}"/>
                  </a:ext>
                </a:extLst>
              </p:cNvPr>
              <p:cNvSpPr/>
              <p:nvPr/>
            </p:nvSpPr>
            <p:spPr>
              <a:xfrm>
                <a:off x="2394681" y="5117376"/>
                <a:ext cx="7036" cy="3814"/>
              </a:xfrm>
              <a:custGeom>
                <a:avLst/>
                <a:gdLst>
                  <a:gd name="connsiteX0" fmla="*/ 0 w 7036"/>
                  <a:gd name="connsiteY0" fmla="*/ 402 h 3814"/>
                  <a:gd name="connsiteX1" fmla="*/ 7037 w 7036"/>
                  <a:gd name="connsiteY1" fmla="*/ 0 h 3814"/>
                  <a:gd name="connsiteX2" fmla="*/ 7037 w 7036"/>
                  <a:gd name="connsiteY2" fmla="*/ 3480 h 3814"/>
                  <a:gd name="connsiteX3" fmla="*/ 0 w 7036"/>
                  <a:gd name="connsiteY3" fmla="*/ 3815 h 3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36" h="3814">
                    <a:moveTo>
                      <a:pt x="0" y="402"/>
                    </a:moveTo>
                    <a:lnTo>
                      <a:pt x="7037" y="0"/>
                    </a:lnTo>
                    <a:lnTo>
                      <a:pt x="7037" y="3480"/>
                    </a:lnTo>
                    <a:lnTo>
                      <a:pt x="0" y="3815"/>
                    </a:lnTo>
                    <a:close/>
                  </a:path>
                </a:pathLst>
              </a:custGeom>
              <a:solidFill>
                <a:srgbClr val="FEFEF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3" name="任意多边形: 形状 2832">
                <a:extLst>
                  <a:ext uri="{FF2B5EF4-FFF2-40B4-BE49-F238E27FC236}">
                    <a16:creationId xmlns:a16="http://schemas.microsoft.com/office/drawing/2014/main" id="{D4C97732-2FD1-ACA2-5C5D-E68E397F327E}"/>
                  </a:ext>
                </a:extLst>
              </p:cNvPr>
              <p:cNvSpPr/>
              <p:nvPr/>
            </p:nvSpPr>
            <p:spPr>
              <a:xfrm>
                <a:off x="2395345" y="5118179"/>
                <a:ext cx="5642" cy="2275"/>
              </a:xfrm>
              <a:custGeom>
                <a:avLst/>
                <a:gdLst>
                  <a:gd name="connsiteX0" fmla="*/ 0 w 5642"/>
                  <a:gd name="connsiteY0" fmla="*/ 268 h 2275"/>
                  <a:gd name="connsiteX1" fmla="*/ 5643 w 5642"/>
                  <a:gd name="connsiteY1" fmla="*/ 0 h 2275"/>
                  <a:gd name="connsiteX2" fmla="*/ 5643 w 5642"/>
                  <a:gd name="connsiteY2" fmla="*/ 2008 h 2275"/>
                  <a:gd name="connsiteX3" fmla="*/ 0 w 5642"/>
                  <a:gd name="connsiteY3" fmla="*/ 2276 h 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42" h="2275">
                    <a:moveTo>
                      <a:pt x="0" y="268"/>
                    </a:moveTo>
                    <a:lnTo>
                      <a:pt x="5643" y="0"/>
                    </a:lnTo>
                    <a:lnTo>
                      <a:pt x="5643" y="2008"/>
                    </a:lnTo>
                    <a:lnTo>
                      <a:pt x="0" y="2276"/>
                    </a:lnTo>
                    <a:close/>
                  </a:path>
                </a:pathLst>
              </a:custGeom>
              <a:solidFill>
                <a:srgbClr val="D8D7D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4" name="任意多边形: 形状 2833">
                <a:extLst>
                  <a:ext uri="{FF2B5EF4-FFF2-40B4-BE49-F238E27FC236}">
                    <a16:creationId xmlns:a16="http://schemas.microsoft.com/office/drawing/2014/main" id="{4E784439-DD1A-75AF-7D7C-71EE15C7D276}"/>
                  </a:ext>
                </a:extLst>
              </p:cNvPr>
              <p:cNvSpPr/>
              <p:nvPr/>
            </p:nvSpPr>
            <p:spPr>
              <a:xfrm>
                <a:off x="2396075" y="5118179"/>
                <a:ext cx="4912" cy="1539"/>
              </a:xfrm>
              <a:custGeom>
                <a:avLst/>
                <a:gdLst>
                  <a:gd name="connsiteX0" fmla="*/ 0 w 4912"/>
                  <a:gd name="connsiteY0" fmla="*/ 201 h 1539"/>
                  <a:gd name="connsiteX1" fmla="*/ 4913 w 4912"/>
                  <a:gd name="connsiteY1" fmla="*/ 0 h 1539"/>
                  <a:gd name="connsiteX2" fmla="*/ 4913 w 4912"/>
                  <a:gd name="connsiteY2" fmla="*/ 1339 h 1539"/>
                  <a:gd name="connsiteX3" fmla="*/ 0 w 4912"/>
                  <a:gd name="connsiteY3" fmla="*/ 1539 h 1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12" h="1539">
                    <a:moveTo>
                      <a:pt x="0" y="201"/>
                    </a:moveTo>
                    <a:lnTo>
                      <a:pt x="4913" y="0"/>
                    </a:lnTo>
                    <a:lnTo>
                      <a:pt x="4913" y="1339"/>
                    </a:lnTo>
                    <a:lnTo>
                      <a:pt x="0" y="1539"/>
                    </a:lnTo>
                    <a:close/>
                  </a:path>
                </a:pathLst>
              </a:custGeom>
              <a:solidFill>
                <a:srgbClr val="8B8B8C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5" name="任意多边形: 形状 2834">
                <a:extLst>
                  <a:ext uri="{FF2B5EF4-FFF2-40B4-BE49-F238E27FC236}">
                    <a16:creationId xmlns:a16="http://schemas.microsoft.com/office/drawing/2014/main" id="{88B89394-7D80-AF2B-B603-B93C5B22A503}"/>
                  </a:ext>
                </a:extLst>
              </p:cNvPr>
              <p:cNvSpPr/>
              <p:nvPr/>
            </p:nvSpPr>
            <p:spPr>
              <a:xfrm rot="21140287">
                <a:off x="2404777" y="5118188"/>
                <a:ext cx="1847" cy="1845"/>
              </a:xfrm>
              <a:custGeom>
                <a:avLst/>
                <a:gdLst>
                  <a:gd name="connsiteX0" fmla="*/ 1907 w 1847"/>
                  <a:gd name="connsiteY0" fmla="*/ 946 h 1845"/>
                  <a:gd name="connsiteX1" fmla="*/ 983 w 1847"/>
                  <a:gd name="connsiteY1" fmla="*/ 1868 h 1845"/>
                  <a:gd name="connsiteX2" fmla="*/ 59 w 1847"/>
                  <a:gd name="connsiteY2" fmla="*/ 946 h 1845"/>
                  <a:gd name="connsiteX3" fmla="*/ 983 w 1847"/>
                  <a:gd name="connsiteY3" fmla="*/ 23 h 1845"/>
                  <a:gd name="connsiteX4" fmla="*/ 1907 w 1847"/>
                  <a:gd name="connsiteY4" fmla="*/ 946 h 1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7" h="1845">
                    <a:moveTo>
                      <a:pt x="1907" y="946"/>
                    </a:moveTo>
                    <a:cubicBezTo>
                      <a:pt x="1907" y="1455"/>
                      <a:pt x="1493" y="1868"/>
                      <a:pt x="983" y="1868"/>
                    </a:cubicBezTo>
                    <a:cubicBezTo>
                      <a:pt x="473" y="1868"/>
                      <a:pt x="59" y="1455"/>
                      <a:pt x="59" y="946"/>
                    </a:cubicBezTo>
                    <a:cubicBezTo>
                      <a:pt x="59" y="436"/>
                      <a:pt x="473" y="23"/>
                      <a:pt x="983" y="23"/>
                    </a:cubicBezTo>
                    <a:cubicBezTo>
                      <a:pt x="1493" y="23"/>
                      <a:pt x="1907" y="436"/>
                      <a:pt x="1907" y="946"/>
                    </a:cubicBezTo>
                    <a:close/>
                  </a:path>
                </a:pathLst>
              </a:custGeom>
              <a:solidFill>
                <a:srgbClr val="A1A1A1"/>
              </a:solidFill>
              <a:ln w="2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6" name="任意多边形: 形状 2835">
                <a:extLst>
                  <a:ext uri="{FF2B5EF4-FFF2-40B4-BE49-F238E27FC236}">
                    <a16:creationId xmlns:a16="http://schemas.microsoft.com/office/drawing/2014/main" id="{8ABA8B8C-15E5-CE68-3744-6E6B71DEF58A}"/>
                  </a:ext>
                </a:extLst>
              </p:cNvPr>
              <p:cNvSpPr/>
              <p:nvPr/>
            </p:nvSpPr>
            <p:spPr>
              <a:xfrm rot="21140287">
                <a:off x="2409511" y="5118080"/>
                <a:ext cx="1847" cy="1845"/>
              </a:xfrm>
              <a:custGeom>
                <a:avLst/>
                <a:gdLst>
                  <a:gd name="connsiteX0" fmla="*/ 1907 w 1847"/>
                  <a:gd name="connsiteY0" fmla="*/ 946 h 1845"/>
                  <a:gd name="connsiteX1" fmla="*/ 984 w 1847"/>
                  <a:gd name="connsiteY1" fmla="*/ 1868 h 1845"/>
                  <a:gd name="connsiteX2" fmla="*/ 60 w 1847"/>
                  <a:gd name="connsiteY2" fmla="*/ 946 h 1845"/>
                  <a:gd name="connsiteX3" fmla="*/ 984 w 1847"/>
                  <a:gd name="connsiteY3" fmla="*/ 23 h 1845"/>
                  <a:gd name="connsiteX4" fmla="*/ 1907 w 1847"/>
                  <a:gd name="connsiteY4" fmla="*/ 946 h 1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7" h="1845">
                    <a:moveTo>
                      <a:pt x="1907" y="946"/>
                    </a:moveTo>
                    <a:cubicBezTo>
                      <a:pt x="1907" y="1455"/>
                      <a:pt x="1494" y="1868"/>
                      <a:pt x="984" y="1868"/>
                    </a:cubicBezTo>
                    <a:cubicBezTo>
                      <a:pt x="474" y="1868"/>
                      <a:pt x="60" y="1455"/>
                      <a:pt x="60" y="946"/>
                    </a:cubicBezTo>
                    <a:cubicBezTo>
                      <a:pt x="60" y="436"/>
                      <a:pt x="474" y="23"/>
                      <a:pt x="984" y="23"/>
                    </a:cubicBezTo>
                    <a:cubicBezTo>
                      <a:pt x="1494" y="23"/>
                      <a:pt x="1907" y="436"/>
                      <a:pt x="1907" y="946"/>
                    </a:cubicBezTo>
                    <a:close/>
                  </a:path>
                </a:pathLst>
              </a:custGeom>
              <a:solidFill>
                <a:srgbClr val="A1A1A1"/>
              </a:solidFill>
              <a:ln w="2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7" name="任意多边形: 形状 2836">
                <a:extLst>
                  <a:ext uri="{FF2B5EF4-FFF2-40B4-BE49-F238E27FC236}">
                    <a16:creationId xmlns:a16="http://schemas.microsoft.com/office/drawing/2014/main" id="{14C6F787-258F-7D82-FBB6-21CE2FED0B15}"/>
                  </a:ext>
                </a:extLst>
              </p:cNvPr>
              <p:cNvSpPr/>
              <p:nvPr/>
            </p:nvSpPr>
            <p:spPr>
              <a:xfrm>
                <a:off x="2418248" y="5113761"/>
                <a:ext cx="7568" cy="7629"/>
              </a:xfrm>
              <a:custGeom>
                <a:avLst/>
                <a:gdLst>
                  <a:gd name="connsiteX0" fmla="*/ 7568 w 7568"/>
                  <a:gd name="connsiteY0" fmla="*/ 3815 h 7629"/>
                  <a:gd name="connsiteX1" fmla="*/ 3784 w 7568"/>
                  <a:gd name="connsiteY1" fmla="*/ 7630 h 7629"/>
                  <a:gd name="connsiteX2" fmla="*/ 0 w 7568"/>
                  <a:gd name="connsiteY2" fmla="*/ 3815 h 7629"/>
                  <a:gd name="connsiteX3" fmla="*/ 3784 w 7568"/>
                  <a:gd name="connsiteY3" fmla="*/ 0 h 7629"/>
                  <a:gd name="connsiteX4" fmla="*/ 7568 w 7568"/>
                  <a:gd name="connsiteY4" fmla="*/ 3815 h 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68" h="7629">
                    <a:moveTo>
                      <a:pt x="7568" y="3815"/>
                    </a:moveTo>
                    <a:cubicBezTo>
                      <a:pt x="7568" y="5922"/>
                      <a:pt x="5874" y="7630"/>
                      <a:pt x="3784" y="7630"/>
                    </a:cubicBezTo>
                    <a:cubicBezTo>
                      <a:pt x="1694" y="7630"/>
                      <a:pt x="0" y="5922"/>
                      <a:pt x="0" y="3815"/>
                    </a:cubicBezTo>
                    <a:cubicBezTo>
                      <a:pt x="0" y="1708"/>
                      <a:pt x="1694" y="0"/>
                      <a:pt x="3784" y="0"/>
                    </a:cubicBezTo>
                    <a:cubicBezTo>
                      <a:pt x="5874" y="0"/>
                      <a:pt x="7568" y="1708"/>
                      <a:pt x="7568" y="3815"/>
                    </a:cubicBezTo>
                    <a:close/>
                  </a:path>
                </a:pathLst>
              </a:custGeom>
              <a:noFill/>
              <a:ln w="1246" cap="flat">
                <a:solidFill>
                  <a:srgbClr val="332C2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8" name="任意多边形: 形状 2837">
                <a:extLst>
                  <a:ext uri="{FF2B5EF4-FFF2-40B4-BE49-F238E27FC236}">
                    <a16:creationId xmlns:a16="http://schemas.microsoft.com/office/drawing/2014/main" id="{4B38F5C4-BA66-CC4C-E16A-B77D6BEFA852}"/>
                  </a:ext>
                </a:extLst>
              </p:cNvPr>
              <p:cNvSpPr/>
              <p:nvPr/>
            </p:nvSpPr>
            <p:spPr>
              <a:xfrm>
                <a:off x="2418448" y="5114029"/>
                <a:ext cx="7169" cy="7094"/>
              </a:xfrm>
              <a:custGeom>
                <a:avLst/>
                <a:gdLst>
                  <a:gd name="connsiteX0" fmla="*/ 7170 w 7169"/>
                  <a:gd name="connsiteY0" fmla="*/ 3547 h 7094"/>
                  <a:gd name="connsiteX1" fmla="*/ 3585 w 7169"/>
                  <a:gd name="connsiteY1" fmla="*/ 7094 h 7094"/>
                  <a:gd name="connsiteX2" fmla="*/ 0 w 7169"/>
                  <a:gd name="connsiteY2" fmla="*/ 3547 h 7094"/>
                  <a:gd name="connsiteX3" fmla="*/ 3585 w 7169"/>
                  <a:gd name="connsiteY3" fmla="*/ 0 h 7094"/>
                  <a:gd name="connsiteX4" fmla="*/ 7170 w 7169"/>
                  <a:gd name="connsiteY4" fmla="*/ 3547 h 7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69" h="7094">
                    <a:moveTo>
                      <a:pt x="7170" y="3547"/>
                    </a:moveTo>
                    <a:cubicBezTo>
                      <a:pt x="7170" y="5506"/>
                      <a:pt x="5565" y="7094"/>
                      <a:pt x="3585" y="7094"/>
                    </a:cubicBezTo>
                    <a:cubicBezTo>
                      <a:pt x="1605" y="7094"/>
                      <a:pt x="0" y="5506"/>
                      <a:pt x="0" y="3547"/>
                    </a:cubicBezTo>
                    <a:cubicBezTo>
                      <a:pt x="0" y="1588"/>
                      <a:pt x="1605" y="0"/>
                      <a:pt x="3585" y="0"/>
                    </a:cubicBezTo>
                    <a:cubicBezTo>
                      <a:pt x="5565" y="0"/>
                      <a:pt x="7170" y="1588"/>
                      <a:pt x="7170" y="3547"/>
                    </a:cubicBezTo>
                    <a:close/>
                  </a:path>
                </a:pathLst>
              </a:custGeom>
              <a:solidFill>
                <a:srgbClr val="111D38"/>
              </a:solidFill>
              <a:ln w="1246" cap="flat">
                <a:solidFill>
                  <a:srgbClr val="B6B6B7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9" name="任意多边形: 形状 2838">
                <a:extLst>
                  <a:ext uri="{FF2B5EF4-FFF2-40B4-BE49-F238E27FC236}">
                    <a16:creationId xmlns:a16="http://schemas.microsoft.com/office/drawing/2014/main" id="{A52B49AD-3BA7-697D-F400-B7CE27EC3301}"/>
                  </a:ext>
                </a:extLst>
              </p:cNvPr>
              <p:cNvSpPr/>
              <p:nvPr/>
            </p:nvSpPr>
            <p:spPr>
              <a:xfrm>
                <a:off x="2414199" y="5117643"/>
                <a:ext cx="1858" cy="1874"/>
              </a:xfrm>
              <a:custGeom>
                <a:avLst/>
                <a:gdLst>
                  <a:gd name="connsiteX0" fmla="*/ 1859 w 1858"/>
                  <a:gd name="connsiteY0" fmla="*/ 937 h 1874"/>
                  <a:gd name="connsiteX1" fmla="*/ 929 w 1858"/>
                  <a:gd name="connsiteY1" fmla="*/ 1874 h 1874"/>
                  <a:gd name="connsiteX2" fmla="*/ 0 w 1858"/>
                  <a:gd name="connsiteY2" fmla="*/ 937 h 1874"/>
                  <a:gd name="connsiteX3" fmla="*/ 929 w 1858"/>
                  <a:gd name="connsiteY3" fmla="*/ 0 h 1874"/>
                  <a:gd name="connsiteX4" fmla="*/ 1859 w 1858"/>
                  <a:gd name="connsiteY4" fmla="*/ 937 h 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8" h="1874">
                    <a:moveTo>
                      <a:pt x="1859" y="937"/>
                    </a:moveTo>
                    <a:cubicBezTo>
                      <a:pt x="1859" y="1455"/>
                      <a:pt x="1443" y="1874"/>
                      <a:pt x="929" y="1874"/>
                    </a:cubicBezTo>
                    <a:cubicBezTo>
                      <a:pt x="416" y="1874"/>
                      <a:pt x="0" y="1455"/>
                      <a:pt x="0" y="937"/>
                    </a:cubicBezTo>
                    <a:cubicBezTo>
                      <a:pt x="0" y="420"/>
                      <a:pt x="416" y="0"/>
                      <a:pt x="929" y="0"/>
                    </a:cubicBezTo>
                    <a:cubicBezTo>
                      <a:pt x="1443" y="0"/>
                      <a:pt x="1859" y="420"/>
                      <a:pt x="1859" y="937"/>
                    </a:cubicBezTo>
                    <a:close/>
                  </a:path>
                </a:pathLst>
              </a:custGeom>
              <a:solidFill>
                <a:srgbClr val="757475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0" name="任意多边形: 形状 2839">
                <a:extLst>
                  <a:ext uri="{FF2B5EF4-FFF2-40B4-BE49-F238E27FC236}">
                    <a16:creationId xmlns:a16="http://schemas.microsoft.com/office/drawing/2014/main" id="{46E611D9-7BFB-DDF4-1049-B99D098D42F1}"/>
                  </a:ext>
                </a:extLst>
              </p:cNvPr>
              <p:cNvSpPr/>
              <p:nvPr/>
            </p:nvSpPr>
            <p:spPr>
              <a:xfrm>
                <a:off x="2414332" y="5117777"/>
                <a:ext cx="1593" cy="1606"/>
              </a:xfrm>
              <a:custGeom>
                <a:avLst/>
                <a:gdLst>
                  <a:gd name="connsiteX0" fmla="*/ 1593 w 1593"/>
                  <a:gd name="connsiteY0" fmla="*/ 803 h 1606"/>
                  <a:gd name="connsiteX1" fmla="*/ 797 w 1593"/>
                  <a:gd name="connsiteY1" fmla="*/ 1606 h 1606"/>
                  <a:gd name="connsiteX2" fmla="*/ 0 w 1593"/>
                  <a:gd name="connsiteY2" fmla="*/ 803 h 1606"/>
                  <a:gd name="connsiteX3" fmla="*/ 797 w 1593"/>
                  <a:gd name="connsiteY3" fmla="*/ 0 h 1606"/>
                  <a:gd name="connsiteX4" fmla="*/ 1593 w 1593"/>
                  <a:gd name="connsiteY4" fmla="*/ 803 h 1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3" h="1606">
                    <a:moveTo>
                      <a:pt x="1593" y="803"/>
                    </a:moveTo>
                    <a:cubicBezTo>
                      <a:pt x="1593" y="1247"/>
                      <a:pt x="1237" y="1606"/>
                      <a:pt x="797" y="1606"/>
                    </a:cubicBezTo>
                    <a:cubicBezTo>
                      <a:pt x="357" y="1606"/>
                      <a:pt x="0" y="1247"/>
                      <a:pt x="0" y="803"/>
                    </a:cubicBezTo>
                    <a:cubicBezTo>
                      <a:pt x="0" y="360"/>
                      <a:pt x="357" y="0"/>
                      <a:pt x="797" y="0"/>
                    </a:cubicBezTo>
                    <a:cubicBezTo>
                      <a:pt x="1237" y="0"/>
                      <a:pt x="1593" y="360"/>
                      <a:pt x="1593" y="803"/>
                    </a:cubicBezTo>
                    <a:close/>
                  </a:path>
                </a:pathLst>
              </a:custGeom>
              <a:solidFill>
                <a:srgbClr val="474443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1" name="任意多边形: 形状 2840">
                <a:extLst>
                  <a:ext uri="{FF2B5EF4-FFF2-40B4-BE49-F238E27FC236}">
                    <a16:creationId xmlns:a16="http://schemas.microsoft.com/office/drawing/2014/main" id="{80AB1D17-55C4-ED1B-C3E9-AA19D759E4A6}"/>
                  </a:ext>
                </a:extLst>
              </p:cNvPr>
              <p:cNvSpPr/>
              <p:nvPr/>
            </p:nvSpPr>
            <p:spPr>
              <a:xfrm>
                <a:off x="2383064" y="5100571"/>
                <a:ext cx="46868" cy="8978"/>
              </a:xfrm>
              <a:custGeom>
                <a:avLst/>
                <a:gdLst>
                  <a:gd name="connsiteX0" fmla="*/ 1461 w 46868"/>
                  <a:gd name="connsiteY0" fmla="*/ 4021 h 8978"/>
                  <a:gd name="connsiteX1" fmla="*/ 45408 w 46868"/>
                  <a:gd name="connsiteY1" fmla="*/ 5 h 8978"/>
                  <a:gd name="connsiteX2" fmla="*/ 46869 w 46868"/>
                  <a:gd name="connsiteY2" fmla="*/ 1344 h 8978"/>
                  <a:gd name="connsiteX3" fmla="*/ 46869 w 46868"/>
                  <a:gd name="connsiteY3" fmla="*/ 3352 h 8978"/>
                  <a:gd name="connsiteX4" fmla="*/ 45408 w 46868"/>
                  <a:gd name="connsiteY4" fmla="*/ 4958 h 8978"/>
                  <a:gd name="connsiteX5" fmla="*/ 1461 w 46868"/>
                  <a:gd name="connsiteY5" fmla="*/ 8974 h 8978"/>
                  <a:gd name="connsiteX6" fmla="*/ 0 w 46868"/>
                  <a:gd name="connsiteY6" fmla="*/ 7635 h 8978"/>
                  <a:gd name="connsiteX7" fmla="*/ 0 w 46868"/>
                  <a:gd name="connsiteY7" fmla="*/ 5627 h 8978"/>
                  <a:gd name="connsiteX8" fmla="*/ 1461 w 46868"/>
                  <a:gd name="connsiteY8" fmla="*/ 4021 h 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868" h="8978">
                    <a:moveTo>
                      <a:pt x="1461" y="4021"/>
                    </a:moveTo>
                    <a:lnTo>
                      <a:pt x="45408" y="5"/>
                    </a:lnTo>
                    <a:cubicBezTo>
                      <a:pt x="46205" y="-62"/>
                      <a:pt x="46869" y="541"/>
                      <a:pt x="46869" y="1344"/>
                    </a:cubicBezTo>
                    <a:lnTo>
                      <a:pt x="46869" y="3352"/>
                    </a:lnTo>
                    <a:cubicBezTo>
                      <a:pt x="46869" y="4155"/>
                      <a:pt x="46205" y="4891"/>
                      <a:pt x="45408" y="4958"/>
                    </a:cubicBezTo>
                    <a:lnTo>
                      <a:pt x="1461" y="8974"/>
                    </a:lnTo>
                    <a:cubicBezTo>
                      <a:pt x="664" y="9040"/>
                      <a:pt x="0" y="8438"/>
                      <a:pt x="0" y="7635"/>
                    </a:cubicBezTo>
                    <a:lnTo>
                      <a:pt x="0" y="5627"/>
                    </a:lnTo>
                    <a:cubicBezTo>
                      <a:pt x="0" y="4824"/>
                      <a:pt x="664" y="4088"/>
                      <a:pt x="1461" y="4021"/>
                    </a:cubicBezTo>
                    <a:close/>
                  </a:path>
                </a:pathLst>
              </a:custGeom>
              <a:solidFill>
                <a:srgbClr val="DCDCDD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2" name="任意多边形: 形状 2841">
                <a:extLst>
                  <a:ext uri="{FF2B5EF4-FFF2-40B4-BE49-F238E27FC236}">
                    <a16:creationId xmlns:a16="http://schemas.microsoft.com/office/drawing/2014/main" id="{EDDEB810-3C20-12E9-51C4-4874B4EB1F0F}"/>
                  </a:ext>
                </a:extLst>
              </p:cNvPr>
              <p:cNvSpPr/>
              <p:nvPr/>
            </p:nvSpPr>
            <p:spPr>
              <a:xfrm>
                <a:off x="2383196" y="5226516"/>
                <a:ext cx="46935" cy="13292"/>
              </a:xfrm>
              <a:custGeom>
                <a:avLst/>
                <a:gdLst>
                  <a:gd name="connsiteX0" fmla="*/ 1394 w 46935"/>
                  <a:gd name="connsiteY0" fmla="*/ 87 h 13292"/>
                  <a:gd name="connsiteX1" fmla="*/ 45541 w 46935"/>
                  <a:gd name="connsiteY1" fmla="*/ 8922 h 13292"/>
                  <a:gd name="connsiteX2" fmla="*/ 46935 w 46935"/>
                  <a:gd name="connsiteY2" fmla="*/ 10662 h 13292"/>
                  <a:gd name="connsiteX3" fmla="*/ 46935 w 46935"/>
                  <a:gd name="connsiteY3" fmla="*/ 12068 h 13292"/>
                  <a:gd name="connsiteX4" fmla="*/ 45541 w 46935"/>
                  <a:gd name="connsiteY4" fmla="*/ 13272 h 13292"/>
                  <a:gd name="connsiteX5" fmla="*/ 1394 w 46935"/>
                  <a:gd name="connsiteY5" fmla="*/ 4438 h 13292"/>
                  <a:gd name="connsiteX6" fmla="*/ 0 w 46935"/>
                  <a:gd name="connsiteY6" fmla="*/ 2631 h 13292"/>
                  <a:gd name="connsiteX7" fmla="*/ 0 w 46935"/>
                  <a:gd name="connsiteY7" fmla="*/ 1225 h 13292"/>
                  <a:gd name="connsiteX8" fmla="*/ 1394 w 46935"/>
                  <a:gd name="connsiteY8" fmla="*/ 21 h 13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292">
                    <a:moveTo>
                      <a:pt x="1394" y="87"/>
                    </a:moveTo>
                    <a:lnTo>
                      <a:pt x="45541" y="8922"/>
                    </a:lnTo>
                    <a:cubicBezTo>
                      <a:pt x="46338" y="9056"/>
                      <a:pt x="46935" y="9859"/>
                      <a:pt x="46935" y="10662"/>
                    </a:cubicBezTo>
                    <a:lnTo>
                      <a:pt x="46935" y="12068"/>
                    </a:lnTo>
                    <a:cubicBezTo>
                      <a:pt x="46935" y="12871"/>
                      <a:pt x="46271" y="13406"/>
                      <a:pt x="45541" y="13272"/>
                    </a:cubicBezTo>
                    <a:lnTo>
                      <a:pt x="1394" y="4438"/>
                    </a:lnTo>
                    <a:cubicBezTo>
                      <a:pt x="597" y="4304"/>
                      <a:pt x="0" y="3501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solidFill>
                <a:srgbClr val="DCDCDD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3" name="任意多边形: 形状 2842">
                <a:extLst>
                  <a:ext uri="{FF2B5EF4-FFF2-40B4-BE49-F238E27FC236}">
                    <a16:creationId xmlns:a16="http://schemas.microsoft.com/office/drawing/2014/main" id="{90461D34-5DA3-4C17-A85B-B296E1D9E6EC}"/>
                  </a:ext>
                </a:extLst>
              </p:cNvPr>
              <p:cNvSpPr/>
              <p:nvPr/>
            </p:nvSpPr>
            <p:spPr>
              <a:xfrm>
                <a:off x="2383329" y="5227072"/>
                <a:ext cx="47067" cy="11177"/>
              </a:xfrm>
              <a:custGeom>
                <a:avLst/>
                <a:gdLst>
                  <a:gd name="connsiteX0" fmla="*/ 4116 w 47067"/>
                  <a:gd name="connsiteY0" fmla="*/ 0 h 11177"/>
                  <a:gd name="connsiteX1" fmla="*/ 0 w 47067"/>
                  <a:gd name="connsiteY1" fmla="*/ 1406 h 11177"/>
                  <a:gd name="connsiteX2" fmla="*/ 46736 w 47067"/>
                  <a:gd name="connsiteY2" fmla="*/ 11177 h 11177"/>
                  <a:gd name="connsiteX3" fmla="*/ 47068 w 47067"/>
                  <a:gd name="connsiteY3" fmla="*/ 8165 h 11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1177">
                    <a:moveTo>
                      <a:pt x="4116" y="0"/>
                    </a:moveTo>
                    <a:lnTo>
                      <a:pt x="0" y="1406"/>
                    </a:lnTo>
                    <a:lnTo>
                      <a:pt x="46736" y="11177"/>
                    </a:lnTo>
                    <a:lnTo>
                      <a:pt x="47068" y="8165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4" name="任意多边形: 形状 2843">
                <a:extLst>
                  <a:ext uri="{FF2B5EF4-FFF2-40B4-BE49-F238E27FC236}">
                    <a16:creationId xmlns:a16="http://schemas.microsoft.com/office/drawing/2014/main" id="{15DE9E6B-C297-E2EF-F704-4EF194FEDD41}"/>
                  </a:ext>
                </a:extLst>
              </p:cNvPr>
              <p:cNvSpPr/>
              <p:nvPr/>
            </p:nvSpPr>
            <p:spPr>
              <a:xfrm>
                <a:off x="2383196" y="5226516"/>
                <a:ext cx="46935" cy="13292"/>
              </a:xfrm>
              <a:custGeom>
                <a:avLst/>
                <a:gdLst>
                  <a:gd name="connsiteX0" fmla="*/ 1394 w 46935"/>
                  <a:gd name="connsiteY0" fmla="*/ 87 h 13292"/>
                  <a:gd name="connsiteX1" fmla="*/ 45541 w 46935"/>
                  <a:gd name="connsiteY1" fmla="*/ 8922 h 13292"/>
                  <a:gd name="connsiteX2" fmla="*/ 46935 w 46935"/>
                  <a:gd name="connsiteY2" fmla="*/ 10662 h 13292"/>
                  <a:gd name="connsiteX3" fmla="*/ 46935 w 46935"/>
                  <a:gd name="connsiteY3" fmla="*/ 12068 h 13292"/>
                  <a:gd name="connsiteX4" fmla="*/ 45541 w 46935"/>
                  <a:gd name="connsiteY4" fmla="*/ 13272 h 13292"/>
                  <a:gd name="connsiteX5" fmla="*/ 1394 w 46935"/>
                  <a:gd name="connsiteY5" fmla="*/ 4438 h 13292"/>
                  <a:gd name="connsiteX6" fmla="*/ 0 w 46935"/>
                  <a:gd name="connsiteY6" fmla="*/ 2631 h 13292"/>
                  <a:gd name="connsiteX7" fmla="*/ 0 w 46935"/>
                  <a:gd name="connsiteY7" fmla="*/ 1225 h 13292"/>
                  <a:gd name="connsiteX8" fmla="*/ 1394 w 46935"/>
                  <a:gd name="connsiteY8" fmla="*/ 21 h 13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292">
                    <a:moveTo>
                      <a:pt x="1394" y="87"/>
                    </a:moveTo>
                    <a:lnTo>
                      <a:pt x="45541" y="8922"/>
                    </a:lnTo>
                    <a:cubicBezTo>
                      <a:pt x="46338" y="9056"/>
                      <a:pt x="46935" y="9859"/>
                      <a:pt x="46935" y="10662"/>
                    </a:cubicBezTo>
                    <a:lnTo>
                      <a:pt x="46935" y="12068"/>
                    </a:lnTo>
                    <a:cubicBezTo>
                      <a:pt x="46935" y="12871"/>
                      <a:pt x="46271" y="13406"/>
                      <a:pt x="45541" y="13272"/>
                    </a:cubicBezTo>
                    <a:lnTo>
                      <a:pt x="1394" y="4438"/>
                    </a:lnTo>
                    <a:cubicBezTo>
                      <a:pt x="597" y="4304"/>
                      <a:pt x="0" y="3501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5" name="任意多边形: 形状 2844">
                <a:extLst>
                  <a:ext uri="{FF2B5EF4-FFF2-40B4-BE49-F238E27FC236}">
                    <a16:creationId xmlns:a16="http://schemas.microsoft.com/office/drawing/2014/main" id="{B3F52FE8-FFE5-8FFF-0DEA-4FAC2632D476}"/>
                  </a:ext>
                </a:extLst>
              </p:cNvPr>
              <p:cNvSpPr/>
              <p:nvPr/>
            </p:nvSpPr>
            <p:spPr>
              <a:xfrm>
                <a:off x="2383130" y="5228586"/>
                <a:ext cx="47001" cy="11362"/>
              </a:xfrm>
              <a:custGeom>
                <a:avLst/>
                <a:gdLst>
                  <a:gd name="connsiteX0" fmla="*/ 1129 w 47001"/>
                  <a:gd name="connsiteY0" fmla="*/ 26 h 11362"/>
                  <a:gd name="connsiteX1" fmla="*/ 45873 w 47001"/>
                  <a:gd name="connsiteY1" fmla="*/ 8994 h 11362"/>
                  <a:gd name="connsiteX2" fmla="*/ 47002 w 47001"/>
                  <a:gd name="connsiteY2" fmla="*/ 10400 h 11362"/>
                  <a:gd name="connsiteX3" fmla="*/ 47002 w 47001"/>
                  <a:gd name="connsiteY3" fmla="*/ 10400 h 11362"/>
                  <a:gd name="connsiteX4" fmla="*/ 45873 w 47001"/>
                  <a:gd name="connsiteY4" fmla="*/ 11337 h 11362"/>
                  <a:gd name="connsiteX5" fmla="*/ 1129 w 47001"/>
                  <a:gd name="connsiteY5" fmla="*/ 2368 h 11362"/>
                  <a:gd name="connsiteX6" fmla="*/ 0 w 47001"/>
                  <a:gd name="connsiteY6" fmla="*/ 963 h 11362"/>
                  <a:gd name="connsiteX7" fmla="*/ 0 w 47001"/>
                  <a:gd name="connsiteY7" fmla="*/ 963 h 11362"/>
                  <a:gd name="connsiteX8" fmla="*/ 1129 w 47001"/>
                  <a:gd name="connsiteY8" fmla="*/ 26 h 11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01" h="11362">
                    <a:moveTo>
                      <a:pt x="1129" y="26"/>
                    </a:moveTo>
                    <a:lnTo>
                      <a:pt x="45873" y="8994"/>
                    </a:lnTo>
                    <a:cubicBezTo>
                      <a:pt x="46470" y="9128"/>
                      <a:pt x="47002" y="9730"/>
                      <a:pt x="47002" y="10400"/>
                    </a:cubicBezTo>
                    <a:lnTo>
                      <a:pt x="47002" y="10400"/>
                    </a:lnTo>
                    <a:cubicBezTo>
                      <a:pt x="47002" y="11069"/>
                      <a:pt x="46537" y="11471"/>
                      <a:pt x="45873" y="11337"/>
                    </a:cubicBezTo>
                    <a:lnTo>
                      <a:pt x="1129" y="2368"/>
                    </a:lnTo>
                    <a:cubicBezTo>
                      <a:pt x="531" y="2234"/>
                      <a:pt x="0" y="1632"/>
                      <a:pt x="0" y="963"/>
                    </a:cubicBezTo>
                    <a:lnTo>
                      <a:pt x="0" y="963"/>
                    </a:lnTo>
                    <a:cubicBezTo>
                      <a:pt x="0" y="293"/>
                      <a:pt x="465" y="-108"/>
                      <a:pt x="1129" y="26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6" name="任意多边形: 形状 2845">
                <a:extLst>
                  <a:ext uri="{FF2B5EF4-FFF2-40B4-BE49-F238E27FC236}">
                    <a16:creationId xmlns:a16="http://schemas.microsoft.com/office/drawing/2014/main" id="{26D7A421-E551-69EC-A64D-FD3C53318C7F}"/>
                  </a:ext>
                </a:extLst>
              </p:cNvPr>
              <p:cNvSpPr/>
              <p:nvPr/>
            </p:nvSpPr>
            <p:spPr>
              <a:xfrm>
                <a:off x="2383196" y="5232339"/>
                <a:ext cx="46935" cy="13694"/>
              </a:xfrm>
              <a:custGeom>
                <a:avLst/>
                <a:gdLst>
                  <a:gd name="connsiteX0" fmla="*/ 1394 w 46935"/>
                  <a:gd name="connsiteY0" fmla="*/ 21 h 13694"/>
                  <a:gd name="connsiteX1" fmla="*/ 45541 w 46935"/>
                  <a:gd name="connsiteY1" fmla="*/ 9257 h 13694"/>
                  <a:gd name="connsiteX2" fmla="*/ 46935 w 46935"/>
                  <a:gd name="connsiteY2" fmla="*/ 11064 h 13694"/>
                  <a:gd name="connsiteX3" fmla="*/ 46935 w 46935"/>
                  <a:gd name="connsiteY3" fmla="*/ 12469 h 13694"/>
                  <a:gd name="connsiteX4" fmla="*/ 45541 w 46935"/>
                  <a:gd name="connsiteY4" fmla="*/ 13674 h 13694"/>
                  <a:gd name="connsiteX5" fmla="*/ 1394 w 46935"/>
                  <a:gd name="connsiteY5" fmla="*/ 4438 h 13694"/>
                  <a:gd name="connsiteX6" fmla="*/ 0 w 46935"/>
                  <a:gd name="connsiteY6" fmla="*/ 2631 h 13694"/>
                  <a:gd name="connsiteX7" fmla="*/ 0 w 46935"/>
                  <a:gd name="connsiteY7" fmla="*/ 1225 h 13694"/>
                  <a:gd name="connsiteX8" fmla="*/ 1394 w 46935"/>
                  <a:gd name="connsiteY8" fmla="*/ 21 h 13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694">
                    <a:moveTo>
                      <a:pt x="1394" y="21"/>
                    </a:moveTo>
                    <a:lnTo>
                      <a:pt x="45541" y="9257"/>
                    </a:lnTo>
                    <a:cubicBezTo>
                      <a:pt x="46338" y="9457"/>
                      <a:pt x="46935" y="10261"/>
                      <a:pt x="46935" y="11064"/>
                    </a:cubicBezTo>
                    <a:lnTo>
                      <a:pt x="46935" y="12469"/>
                    </a:lnTo>
                    <a:cubicBezTo>
                      <a:pt x="46935" y="13272"/>
                      <a:pt x="46271" y="13808"/>
                      <a:pt x="45541" y="13674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solidFill>
                <a:srgbClr val="DCDCDD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7" name="任意多边形: 形状 2846">
                <a:extLst>
                  <a:ext uri="{FF2B5EF4-FFF2-40B4-BE49-F238E27FC236}">
                    <a16:creationId xmlns:a16="http://schemas.microsoft.com/office/drawing/2014/main" id="{2B19CB07-9951-2527-34D5-43271476F2F2}"/>
                  </a:ext>
                </a:extLst>
              </p:cNvPr>
              <p:cNvSpPr/>
              <p:nvPr/>
            </p:nvSpPr>
            <p:spPr>
              <a:xfrm>
                <a:off x="2383329" y="5232895"/>
                <a:ext cx="47067" cy="11578"/>
              </a:xfrm>
              <a:custGeom>
                <a:avLst/>
                <a:gdLst>
                  <a:gd name="connsiteX0" fmla="*/ 4116 w 47067"/>
                  <a:gd name="connsiteY0" fmla="*/ 0 h 11578"/>
                  <a:gd name="connsiteX1" fmla="*/ 0 w 47067"/>
                  <a:gd name="connsiteY1" fmla="*/ 1339 h 11578"/>
                  <a:gd name="connsiteX2" fmla="*/ 46736 w 47067"/>
                  <a:gd name="connsiteY2" fmla="*/ 11579 h 11578"/>
                  <a:gd name="connsiteX3" fmla="*/ 47068 w 47067"/>
                  <a:gd name="connsiteY3" fmla="*/ 8500 h 11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1578">
                    <a:moveTo>
                      <a:pt x="4116" y="0"/>
                    </a:moveTo>
                    <a:lnTo>
                      <a:pt x="0" y="1339"/>
                    </a:lnTo>
                    <a:lnTo>
                      <a:pt x="46736" y="11579"/>
                    </a:lnTo>
                    <a:lnTo>
                      <a:pt x="47068" y="8500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8" name="任意多边形: 形状 2847">
                <a:extLst>
                  <a:ext uri="{FF2B5EF4-FFF2-40B4-BE49-F238E27FC236}">
                    <a16:creationId xmlns:a16="http://schemas.microsoft.com/office/drawing/2014/main" id="{1BEE8212-4805-036F-52D6-1B21CF79D547}"/>
                  </a:ext>
                </a:extLst>
              </p:cNvPr>
              <p:cNvSpPr/>
              <p:nvPr/>
            </p:nvSpPr>
            <p:spPr>
              <a:xfrm>
                <a:off x="2383196" y="5232339"/>
                <a:ext cx="46935" cy="13694"/>
              </a:xfrm>
              <a:custGeom>
                <a:avLst/>
                <a:gdLst>
                  <a:gd name="connsiteX0" fmla="*/ 1394 w 46935"/>
                  <a:gd name="connsiteY0" fmla="*/ 21 h 13694"/>
                  <a:gd name="connsiteX1" fmla="*/ 45541 w 46935"/>
                  <a:gd name="connsiteY1" fmla="*/ 9257 h 13694"/>
                  <a:gd name="connsiteX2" fmla="*/ 46935 w 46935"/>
                  <a:gd name="connsiteY2" fmla="*/ 11064 h 13694"/>
                  <a:gd name="connsiteX3" fmla="*/ 46935 w 46935"/>
                  <a:gd name="connsiteY3" fmla="*/ 12469 h 13694"/>
                  <a:gd name="connsiteX4" fmla="*/ 45541 w 46935"/>
                  <a:gd name="connsiteY4" fmla="*/ 13674 h 13694"/>
                  <a:gd name="connsiteX5" fmla="*/ 1394 w 46935"/>
                  <a:gd name="connsiteY5" fmla="*/ 4438 h 13694"/>
                  <a:gd name="connsiteX6" fmla="*/ 0 w 46935"/>
                  <a:gd name="connsiteY6" fmla="*/ 2631 h 13694"/>
                  <a:gd name="connsiteX7" fmla="*/ 0 w 46935"/>
                  <a:gd name="connsiteY7" fmla="*/ 1225 h 13694"/>
                  <a:gd name="connsiteX8" fmla="*/ 1394 w 46935"/>
                  <a:gd name="connsiteY8" fmla="*/ 21 h 13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694">
                    <a:moveTo>
                      <a:pt x="1394" y="21"/>
                    </a:moveTo>
                    <a:lnTo>
                      <a:pt x="45541" y="9257"/>
                    </a:lnTo>
                    <a:cubicBezTo>
                      <a:pt x="46338" y="9457"/>
                      <a:pt x="46935" y="10261"/>
                      <a:pt x="46935" y="11064"/>
                    </a:cubicBezTo>
                    <a:lnTo>
                      <a:pt x="46935" y="12469"/>
                    </a:lnTo>
                    <a:cubicBezTo>
                      <a:pt x="46935" y="13272"/>
                      <a:pt x="46271" y="13808"/>
                      <a:pt x="45541" y="13674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9" name="任意多边形: 形状 2848">
                <a:extLst>
                  <a:ext uri="{FF2B5EF4-FFF2-40B4-BE49-F238E27FC236}">
                    <a16:creationId xmlns:a16="http://schemas.microsoft.com/office/drawing/2014/main" id="{13E5E28B-45C6-7686-1271-5B8B2AC76453}"/>
                  </a:ext>
                </a:extLst>
              </p:cNvPr>
              <p:cNvSpPr/>
              <p:nvPr/>
            </p:nvSpPr>
            <p:spPr>
              <a:xfrm>
                <a:off x="2383064" y="5234342"/>
                <a:ext cx="47001" cy="11763"/>
              </a:xfrm>
              <a:custGeom>
                <a:avLst/>
                <a:gdLst>
                  <a:gd name="connsiteX0" fmla="*/ 1129 w 47001"/>
                  <a:gd name="connsiteY0" fmla="*/ 26 h 11763"/>
                  <a:gd name="connsiteX1" fmla="*/ 45873 w 47001"/>
                  <a:gd name="connsiteY1" fmla="*/ 9396 h 11763"/>
                  <a:gd name="connsiteX2" fmla="*/ 47002 w 47001"/>
                  <a:gd name="connsiteY2" fmla="*/ 10801 h 11763"/>
                  <a:gd name="connsiteX3" fmla="*/ 47002 w 47001"/>
                  <a:gd name="connsiteY3" fmla="*/ 10801 h 11763"/>
                  <a:gd name="connsiteX4" fmla="*/ 45873 w 47001"/>
                  <a:gd name="connsiteY4" fmla="*/ 11738 h 11763"/>
                  <a:gd name="connsiteX5" fmla="*/ 1129 w 47001"/>
                  <a:gd name="connsiteY5" fmla="*/ 2368 h 11763"/>
                  <a:gd name="connsiteX6" fmla="*/ 0 w 47001"/>
                  <a:gd name="connsiteY6" fmla="*/ 963 h 11763"/>
                  <a:gd name="connsiteX7" fmla="*/ 0 w 47001"/>
                  <a:gd name="connsiteY7" fmla="*/ 963 h 11763"/>
                  <a:gd name="connsiteX8" fmla="*/ 1129 w 47001"/>
                  <a:gd name="connsiteY8" fmla="*/ 26 h 11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01" h="11763">
                    <a:moveTo>
                      <a:pt x="1129" y="26"/>
                    </a:moveTo>
                    <a:lnTo>
                      <a:pt x="45873" y="9396"/>
                    </a:lnTo>
                    <a:cubicBezTo>
                      <a:pt x="46470" y="9530"/>
                      <a:pt x="47002" y="10132"/>
                      <a:pt x="47002" y="10801"/>
                    </a:cubicBezTo>
                    <a:lnTo>
                      <a:pt x="47002" y="10801"/>
                    </a:lnTo>
                    <a:cubicBezTo>
                      <a:pt x="47002" y="11471"/>
                      <a:pt x="46537" y="11872"/>
                      <a:pt x="45873" y="11738"/>
                    </a:cubicBezTo>
                    <a:lnTo>
                      <a:pt x="1129" y="2368"/>
                    </a:lnTo>
                    <a:cubicBezTo>
                      <a:pt x="531" y="2234"/>
                      <a:pt x="0" y="1632"/>
                      <a:pt x="0" y="963"/>
                    </a:cubicBezTo>
                    <a:lnTo>
                      <a:pt x="0" y="963"/>
                    </a:lnTo>
                    <a:cubicBezTo>
                      <a:pt x="0" y="293"/>
                      <a:pt x="465" y="-108"/>
                      <a:pt x="1129" y="26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0" name="任意多边形: 形状 2849">
                <a:extLst>
                  <a:ext uri="{FF2B5EF4-FFF2-40B4-BE49-F238E27FC236}">
                    <a16:creationId xmlns:a16="http://schemas.microsoft.com/office/drawing/2014/main" id="{FE5B73CD-5E9F-7703-B305-06F002586A4A}"/>
                  </a:ext>
                </a:extLst>
              </p:cNvPr>
              <p:cNvSpPr/>
              <p:nvPr/>
            </p:nvSpPr>
            <p:spPr>
              <a:xfrm>
                <a:off x="2383196" y="5238095"/>
                <a:ext cx="46935" cy="13895"/>
              </a:xfrm>
              <a:custGeom>
                <a:avLst/>
                <a:gdLst>
                  <a:gd name="connsiteX0" fmla="*/ 1394 w 46935"/>
                  <a:gd name="connsiteY0" fmla="*/ 21 h 13895"/>
                  <a:gd name="connsiteX1" fmla="*/ 45541 w 46935"/>
                  <a:gd name="connsiteY1" fmla="*/ 9457 h 13895"/>
                  <a:gd name="connsiteX2" fmla="*/ 46935 w 46935"/>
                  <a:gd name="connsiteY2" fmla="*/ 11265 h 13895"/>
                  <a:gd name="connsiteX3" fmla="*/ 46935 w 46935"/>
                  <a:gd name="connsiteY3" fmla="*/ 12670 h 13895"/>
                  <a:gd name="connsiteX4" fmla="*/ 45541 w 46935"/>
                  <a:gd name="connsiteY4" fmla="*/ 13875 h 13895"/>
                  <a:gd name="connsiteX5" fmla="*/ 1394 w 46935"/>
                  <a:gd name="connsiteY5" fmla="*/ 4438 h 13895"/>
                  <a:gd name="connsiteX6" fmla="*/ 0 w 46935"/>
                  <a:gd name="connsiteY6" fmla="*/ 2631 h 13895"/>
                  <a:gd name="connsiteX7" fmla="*/ 0 w 46935"/>
                  <a:gd name="connsiteY7" fmla="*/ 1225 h 13895"/>
                  <a:gd name="connsiteX8" fmla="*/ 1394 w 46935"/>
                  <a:gd name="connsiteY8" fmla="*/ 21 h 13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895">
                    <a:moveTo>
                      <a:pt x="1394" y="21"/>
                    </a:moveTo>
                    <a:lnTo>
                      <a:pt x="45541" y="9457"/>
                    </a:lnTo>
                    <a:cubicBezTo>
                      <a:pt x="46338" y="9658"/>
                      <a:pt x="46935" y="10461"/>
                      <a:pt x="46935" y="11265"/>
                    </a:cubicBezTo>
                    <a:lnTo>
                      <a:pt x="46935" y="12670"/>
                    </a:lnTo>
                    <a:cubicBezTo>
                      <a:pt x="46935" y="13473"/>
                      <a:pt x="46271" y="14009"/>
                      <a:pt x="45541" y="13875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solidFill>
                <a:srgbClr val="DCDCDD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1" name="任意多边形: 形状 2850">
                <a:extLst>
                  <a:ext uri="{FF2B5EF4-FFF2-40B4-BE49-F238E27FC236}">
                    <a16:creationId xmlns:a16="http://schemas.microsoft.com/office/drawing/2014/main" id="{6F309B9E-388A-4B5D-8724-EDEF7C2E4778}"/>
                  </a:ext>
                </a:extLst>
              </p:cNvPr>
              <p:cNvSpPr/>
              <p:nvPr/>
            </p:nvSpPr>
            <p:spPr>
              <a:xfrm>
                <a:off x="2383329" y="5238651"/>
                <a:ext cx="47067" cy="11712"/>
              </a:xfrm>
              <a:custGeom>
                <a:avLst/>
                <a:gdLst>
                  <a:gd name="connsiteX0" fmla="*/ 4116 w 47067"/>
                  <a:gd name="connsiteY0" fmla="*/ 0 h 11712"/>
                  <a:gd name="connsiteX1" fmla="*/ 0 w 47067"/>
                  <a:gd name="connsiteY1" fmla="*/ 1339 h 11712"/>
                  <a:gd name="connsiteX2" fmla="*/ 46736 w 47067"/>
                  <a:gd name="connsiteY2" fmla="*/ 11713 h 11712"/>
                  <a:gd name="connsiteX3" fmla="*/ 47068 w 47067"/>
                  <a:gd name="connsiteY3" fmla="*/ 8701 h 1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1712">
                    <a:moveTo>
                      <a:pt x="4116" y="0"/>
                    </a:moveTo>
                    <a:lnTo>
                      <a:pt x="0" y="1339"/>
                    </a:lnTo>
                    <a:lnTo>
                      <a:pt x="46736" y="11713"/>
                    </a:lnTo>
                    <a:lnTo>
                      <a:pt x="47068" y="8701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2" name="任意多边形: 形状 2851">
                <a:extLst>
                  <a:ext uri="{FF2B5EF4-FFF2-40B4-BE49-F238E27FC236}">
                    <a16:creationId xmlns:a16="http://schemas.microsoft.com/office/drawing/2014/main" id="{0DE83A30-E93E-7FA2-A5B1-30C356515176}"/>
                  </a:ext>
                </a:extLst>
              </p:cNvPr>
              <p:cNvSpPr/>
              <p:nvPr/>
            </p:nvSpPr>
            <p:spPr>
              <a:xfrm>
                <a:off x="2383196" y="5238095"/>
                <a:ext cx="46935" cy="13895"/>
              </a:xfrm>
              <a:custGeom>
                <a:avLst/>
                <a:gdLst>
                  <a:gd name="connsiteX0" fmla="*/ 1394 w 46935"/>
                  <a:gd name="connsiteY0" fmla="*/ 21 h 13895"/>
                  <a:gd name="connsiteX1" fmla="*/ 45541 w 46935"/>
                  <a:gd name="connsiteY1" fmla="*/ 9457 h 13895"/>
                  <a:gd name="connsiteX2" fmla="*/ 46935 w 46935"/>
                  <a:gd name="connsiteY2" fmla="*/ 11265 h 13895"/>
                  <a:gd name="connsiteX3" fmla="*/ 46935 w 46935"/>
                  <a:gd name="connsiteY3" fmla="*/ 12670 h 13895"/>
                  <a:gd name="connsiteX4" fmla="*/ 45541 w 46935"/>
                  <a:gd name="connsiteY4" fmla="*/ 13875 h 13895"/>
                  <a:gd name="connsiteX5" fmla="*/ 1394 w 46935"/>
                  <a:gd name="connsiteY5" fmla="*/ 4438 h 13895"/>
                  <a:gd name="connsiteX6" fmla="*/ 0 w 46935"/>
                  <a:gd name="connsiteY6" fmla="*/ 2631 h 13895"/>
                  <a:gd name="connsiteX7" fmla="*/ 0 w 46935"/>
                  <a:gd name="connsiteY7" fmla="*/ 1225 h 13895"/>
                  <a:gd name="connsiteX8" fmla="*/ 1394 w 46935"/>
                  <a:gd name="connsiteY8" fmla="*/ 21 h 13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895">
                    <a:moveTo>
                      <a:pt x="1394" y="21"/>
                    </a:moveTo>
                    <a:lnTo>
                      <a:pt x="45541" y="9457"/>
                    </a:lnTo>
                    <a:cubicBezTo>
                      <a:pt x="46338" y="9658"/>
                      <a:pt x="46935" y="10461"/>
                      <a:pt x="46935" y="11265"/>
                    </a:cubicBezTo>
                    <a:lnTo>
                      <a:pt x="46935" y="12670"/>
                    </a:lnTo>
                    <a:cubicBezTo>
                      <a:pt x="46935" y="13473"/>
                      <a:pt x="46271" y="14009"/>
                      <a:pt x="45541" y="13875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3" name="任意多边形: 形状 2852">
                <a:extLst>
                  <a:ext uri="{FF2B5EF4-FFF2-40B4-BE49-F238E27FC236}">
                    <a16:creationId xmlns:a16="http://schemas.microsoft.com/office/drawing/2014/main" id="{4F2592DA-7AC4-3A37-7FFC-148480B56D81}"/>
                  </a:ext>
                </a:extLst>
              </p:cNvPr>
              <p:cNvSpPr/>
              <p:nvPr/>
            </p:nvSpPr>
            <p:spPr>
              <a:xfrm>
                <a:off x="2383064" y="5240098"/>
                <a:ext cx="47001" cy="11964"/>
              </a:xfrm>
              <a:custGeom>
                <a:avLst/>
                <a:gdLst>
                  <a:gd name="connsiteX0" fmla="*/ 1129 w 47001"/>
                  <a:gd name="connsiteY0" fmla="*/ 26 h 11964"/>
                  <a:gd name="connsiteX1" fmla="*/ 45873 w 47001"/>
                  <a:gd name="connsiteY1" fmla="*/ 9596 h 11964"/>
                  <a:gd name="connsiteX2" fmla="*/ 47002 w 47001"/>
                  <a:gd name="connsiteY2" fmla="*/ 11002 h 11964"/>
                  <a:gd name="connsiteX3" fmla="*/ 47002 w 47001"/>
                  <a:gd name="connsiteY3" fmla="*/ 11002 h 11964"/>
                  <a:gd name="connsiteX4" fmla="*/ 45873 w 47001"/>
                  <a:gd name="connsiteY4" fmla="*/ 11939 h 11964"/>
                  <a:gd name="connsiteX5" fmla="*/ 1129 w 47001"/>
                  <a:gd name="connsiteY5" fmla="*/ 2368 h 11964"/>
                  <a:gd name="connsiteX6" fmla="*/ 0 w 47001"/>
                  <a:gd name="connsiteY6" fmla="*/ 963 h 11964"/>
                  <a:gd name="connsiteX7" fmla="*/ 0 w 47001"/>
                  <a:gd name="connsiteY7" fmla="*/ 963 h 11964"/>
                  <a:gd name="connsiteX8" fmla="*/ 1129 w 47001"/>
                  <a:gd name="connsiteY8" fmla="*/ 26 h 119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01" h="11964">
                    <a:moveTo>
                      <a:pt x="1129" y="26"/>
                    </a:moveTo>
                    <a:lnTo>
                      <a:pt x="45873" y="9596"/>
                    </a:lnTo>
                    <a:cubicBezTo>
                      <a:pt x="46470" y="9730"/>
                      <a:pt x="47002" y="10333"/>
                      <a:pt x="47002" y="11002"/>
                    </a:cubicBezTo>
                    <a:lnTo>
                      <a:pt x="47002" y="11002"/>
                    </a:lnTo>
                    <a:cubicBezTo>
                      <a:pt x="47002" y="11671"/>
                      <a:pt x="46537" y="12073"/>
                      <a:pt x="45873" y="11939"/>
                    </a:cubicBezTo>
                    <a:lnTo>
                      <a:pt x="1129" y="2368"/>
                    </a:lnTo>
                    <a:cubicBezTo>
                      <a:pt x="531" y="2234"/>
                      <a:pt x="0" y="1632"/>
                      <a:pt x="0" y="963"/>
                    </a:cubicBezTo>
                    <a:lnTo>
                      <a:pt x="0" y="963"/>
                    </a:lnTo>
                    <a:cubicBezTo>
                      <a:pt x="0" y="293"/>
                      <a:pt x="465" y="-108"/>
                      <a:pt x="1129" y="26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4" name="任意多边形: 形状 2853">
                <a:extLst>
                  <a:ext uri="{FF2B5EF4-FFF2-40B4-BE49-F238E27FC236}">
                    <a16:creationId xmlns:a16="http://schemas.microsoft.com/office/drawing/2014/main" id="{5BC368D2-F2C6-5636-FAE7-5FA184BA2A2D}"/>
                  </a:ext>
                </a:extLst>
              </p:cNvPr>
              <p:cNvSpPr/>
              <p:nvPr/>
            </p:nvSpPr>
            <p:spPr>
              <a:xfrm>
                <a:off x="2383196" y="5243985"/>
                <a:ext cx="46935" cy="13895"/>
              </a:xfrm>
              <a:custGeom>
                <a:avLst/>
                <a:gdLst>
                  <a:gd name="connsiteX0" fmla="*/ 1394 w 46935"/>
                  <a:gd name="connsiteY0" fmla="*/ 21 h 13895"/>
                  <a:gd name="connsiteX1" fmla="*/ 45541 w 46935"/>
                  <a:gd name="connsiteY1" fmla="*/ 9457 h 13895"/>
                  <a:gd name="connsiteX2" fmla="*/ 46935 w 46935"/>
                  <a:gd name="connsiteY2" fmla="*/ 11265 h 13895"/>
                  <a:gd name="connsiteX3" fmla="*/ 46935 w 46935"/>
                  <a:gd name="connsiteY3" fmla="*/ 12670 h 13895"/>
                  <a:gd name="connsiteX4" fmla="*/ 45541 w 46935"/>
                  <a:gd name="connsiteY4" fmla="*/ 13875 h 13895"/>
                  <a:gd name="connsiteX5" fmla="*/ 1394 w 46935"/>
                  <a:gd name="connsiteY5" fmla="*/ 4438 h 13895"/>
                  <a:gd name="connsiteX6" fmla="*/ 0 w 46935"/>
                  <a:gd name="connsiteY6" fmla="*/ 2631 h 13895"/>
                  <a:gd name="connsiteX7" fmla="*/ 0 w 46935"/>
                  <a:gd name="connsiteY7" fmla="*/ 1225 h 13895"/>
                  <a:gd name="connsiteX8" fmla="*/ 1394 w 46935"/>
                  <a:gd name="connsiteY8" fmla="*/ 21 h 13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895">
                    <a:moveTo>
                      <a:pt x="1394" y="21"/>
                    </a:moveTo>
                    <a:lnTo>
                      <a:pt x="45541" y="9457"/>
                    </a:lnTo>
                    <a:cubicBezTo>
                      <a:pt x="46338" y="9658"/>
                      <a:pt x="46935" y="10461"/>
                      <a:pt x="46935" y="11265"/>
                    </a:cubicBezTo>
                    <a:lnTo>
                      <a:pt x="46935" y="12670"/>
                    </a:lnTo>
                    <a:cubicBezTo>
                      <a:pt x="46935" y="13473"/>
                      <a:pt x="46271" y="14009"/>
                      <a:pt x="45541" y="13875"/>
                    </a:cubicBezTo>
                    <a:lnTo>
                      <a:pt x="1394" y="4438"/>
                    </a:lnTo>
                    <a:cubicBezTo>
                      <a:pt x="597" y="4304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solidFill>
                <a:srgbClr val="CECED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5" name="任意多边形: 形状 2854">
                <a:extLst>
                  <a:ext uri="{FF2B5EF4-FFF2-40B4-BE49-F238E27FC236}">
                    <a16:creationId xmlns:a16="http://schemas.microsoft.com/office/drawing/2014/main" id="{04AA7366-BE1C-47FA-3B33-93F6263B4831}"/>
                  </a:ext>
                </a:extLst>
              </p:cNvPr>
              <p:cNvSpPr/>
              <p:nvPr/>
            </p:nvSpPr>
            <p:spPr>
              <a:xfrm>
                <a:off x="2383329" y="5244608"/>
                <a:ext cx="47067" cy="11712"/>
              </a:xfrm>
              <a:custGeom>
                <a:avLst/>
                <a:gdLst>
                  <a:gd name="connsiteX0" fmla="*/ 4116 w 47067"/>
                  <a:gd name="connsiteY0" fmla="*/ 0 h 11712"/>
                  <a:gd name="connsiteX1" fmla="*/ 0 w 47067"/>
                  <a:gd name="connsiteY1" fmla="*/ 1339 h 11712"/>
                  <a:gd name="connsiteX2" fmla="*/ 46736 w 47067"/>
                  <a:gd name="connsiteY2" fmla="*/ 11713 h 11712"/>
                  <a:gd name="connsiteX3" fmla="*/ 47068 w 47067"/>
                  <a:gd name="connsiteY3" fmla="*/ 8701 h 1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1712">
                    <a:moveTo>
                      <a:pt x="4116" y="0"/>
                    </a:moveTo>
                    <a:lnTo>
                      <a:pt x="0" y="1339"/>
                    </a:lnTo>
                    <a:lnTo>
                      <a:pt x="46736" y="11713"/>
                    </a:lnTo>
                    <a:lnTo>
                      <a:pt x="47068" y="8701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6" name="任意多边形: 形状 2855">
                <a:extLst>
                  <a:ext uri="{FF2B5EF4-FFF2-40B4-BE49-F238E27FC236}">
                    <a16:creationId xmlns:a16="http://schemas.microsoft.com/office/drawing/2014/main" id="{0544EC12-468A-4DAF-6C3A-DEB8E48D031F}"/>
                  </a:ext>
                </a:extLst>
              </p:cNvPr>
              <p:cNvSpPr/>
              <p:nvPr/>
            </p:nvSpPr>
            <p:spPr>
              <a:xfrm>
                <a:off x="2383196" y="5243985"/>
                <a:ext cx="46935" cy="13895"/>
              </a:xfrm>
              <a:custGeom>
                <a:avLst/>
                <a:gdLst>
                  <a:gd name="connsiteX0" fmla="*/ 1394 w 46935"/>
                  <a:gd name="connsiteY0" fmla="*/ 21 h 13895"/>
                  <a:gd name="connsiteX1" fmla="*/ 45541 w 46935"/>
                  <a:gd name="connsiteY1" fmla="*/ 9457 h 13895"/>
                  <a:gd name="connsiteX2" fmla="*/ 46935 w 46935"/>
                  <a:gd name="connsiteY2" fmla="*/ 11265 h 13895"/>
                  <a:gd name="connsiteX3" fmla="*/ 46935 w 46935"/>
                  <a:gd name="connsiteY3" fmla="*/ 12670 h 13895"/>
                  <a:gd name="connsiteX4" fmla="*/ 45541 w 46935"/>
                  <a:gd name="connsiteY4" fmla="*/ 13875 h 13895"/>
                  <a:gd name="connsiteX5" fmla="*/ 1394 w 46935"/>
                  <a:gd name="connsiteY5" fmla="*/ 4438 h 13895"/>
                  <a:gd name="connsiteX6" fmla="*/ 0 w 46935"/>
                  <a:gd name="connsiteY6" fmla="*/ 2631 h 13895"/>
                  <a:gd name="connsiteX7" fmla="*/ 0 w 46935"/>
                  <a:gd name="connsiteY7" fmla="*/ 1225 h 13895"/>
                  <a:gd name="connsiteX8" fmla="*/ 1394 w 46935"/>
                  <a:gd name="connsiteY8" fmla="*/ 21 h 13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895">
                    <a:moveTo>
                      <a:pt x="1394" y="21"/>
                    </a:moveTo>
                    <a:lnTo>
                      <a:pt x="45541" y="9457"/>
                    </a:lnTo>
                    <a:cubicBezTo>
                      <a:pt x="46338" y="9658"/>
                      <a:pt x="46935" y="10461"/>
                      <a:pt x="46935" y="11265"/>
                    </a:cubicBezTo>
                    <a:lnTo>
                      <a:pt x="46935" y="12670"/>
                    </a:lnTo>
                    <a:cubicBezTo>
                      <a:pt x="46935" y="13473"/>
                      <a:pt x="46271" y="14009"/>
                      <a:pt x="45541" y="13875"/>
                    </a:cubicBezTo>
                    <a:lnTo>
                      <a:pt x="1394" y="4438"/>
                    </a:lnTo>
                    <a:cubicBezTo>
                      <a:pt x="597" y="4304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7" name="任意多边形: 形状 2856">
                <a:extLst>
                  <a:ext uri="{FF2B5EF4-FFF2-40B4-BE49-F238E27FC236}">
                    <a16:creationId xmlns:a16="http://schemas.microsoft.com/office/drawing/2014/main" id="{63686270-4E04-25C0-A61D-8A9FAD04824F}"/>
                  </a:ext>
                </a:extLst>
              </p:cNvPr>
              <p:cNvSpPr/>
              <p:nvPr/>
            </p:nvSpPr>
            <p:spPr>
              <a:xfrm>
                <a:off x="2383064" y="5246054"/>
                <a:ext cx="47001" cy="11964"/>
              </a:xfrm>
              <a:custGeom>
                <a:avLst/>
                <a:gdLst>
                  <a:gd name="connsiteX0" fmla="*/ 1129 w 47001"/>
                  <a:gd name="connsiteY0" fmla="*/ 26 h 11964"/>
                  <a:gd name="connsiteX1" fmla="*/ 45873 w 47001"/>
                  <a:gd name="connsiteY1" fmla="*/ 9596 h 11964"/>
                  <a:gd name="connsiteX2" fmla="*/ 47002 w 47001"/>
                  <a:gd name="connsiteY2" fmla="*/ 11002 h 11964"/>
                  <a:gd name="connsiteX3" fmla="*/ 47002 w 47001"/>
                  <a:gd name="connsiteY3" fmla="*/ 11002 h 11964"/>
                  <a:gd name="connsiteX4" fmla="*/ 45873 w 47001"/>
                  <a:gd name="connsiteY4" fmla="*/ 11939 h 11964"/>
                  <a:gd name="connsiteX5" fmla="*/ 1129 w 47001"/>
                  <a:gd name="connsiteY5" fmla="*/ 2368 h 11964"/>
                  <a:gd name="connsiteX6" fmla="*/ 0 w 47001"/>
                  <a:gd name="connsiteY6" fmla="*/ 963 h 11964"/>
                  <a:gd name="connsiteX7" fmla="*/ 0 w 47001"/>
                  <a:gd name="connsiteY7" fmla="*/ 963 h 11964"/>
                  <a:gd name="connsiteX8" fmla="*/ 1129 w 47001"/>
                  <a:gd name="connsiteY8" fmla="*/ 26 h 119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01" h="11964">
                    <a:moveTo>
                      <a:pt x="1129" y="26"/>
                    </a:moveTo>
                    <a:lnTo>
                      <a:pt x="45873" y="9596"/>
                    </a:lnTo>
                    <a:cubicBezTo>
                      <a:pt x="46470" y="9730"/>
                      <a:pt x="47002" y="10333"/>
                      <a:pt x="47002" y="11002"/>
                    </a:cubicBezTo>
                    <a:lnTo>
                      <a:pt x="47002" y="11002"/>
                    </a:lnTo>
                    <a:cubicBezTo>
                      <a:pt x="47002" y="11671"/>
                      <a:pt x="46537" y="12073"/>
                      <a:pt x="45873" y="11939"/>
                    </a:cubicBezTo>
                    <a:lnTo>
                      <a:pt x="1129" y="2368"/>
                    </a:lnTo>
                    <a:cubicBezTo>
                      <a:pt x="531" y="2234"/>
                      <a:pt x="0" y="1632"/>
                      <a:pt x="0" y="963"/>
                    </a:cubicBezTo>
                    <a:lnTo>
                      <a:pt x="0" y="963"/>
                    </a:lnTo>
                    <a:cubicBezTo>
                      <a:pt x="0" y="293"/>
                      <a:pt x="465" y="-108"/>
                      <a:pt x="1129" y="26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8" name="任意多边形: 形状 2857">
                <a:extLst>
                  <a:ext uri="{FF2B5EF4-FFF2-40B4-BE49-F238E27FC236}">
                    <a16:creationId xmlns:a16="http://schemas.microsoft.com/office/drawing/2014/main" id="{D4407798-02A5-F6E6-3DA0-115D45E05183}"/>
                  </a:ext>
                </a:extLst>
              </p:cNvPr>
              <p:cNvSpPr/>
              <p:nvPr/>
            </p:nvSpPr>
            <p:spPr>
              <a:xfrm>
                <a:off x="2383196" y="5249941"/>
                <a:ext cx="46935" cy="14229"/>
              </a:xfrm>
              <a:custGeom>
                <a:avLst/>
                <a:gdLst>
                  <a:gd name="connsiteX0" fmla="*/ 1394 w 46935"/>
                  <a:gd name="connsiteY0" fmla="*/ 21 h 14229"/>
                  <a:gd name="connsiteX1" fmla="*/ 45541 w 46935"/>
                  <a:gd name="connsiteY1" fmla="*/ 9792 h 14229"/>
                  <a:gd name="connsiteX2" fmla="*/ 46935 w 46935"/>
                  <a:gd name="connsiteY2" fmla="*/ 11599 h 14229"/>
                  <a:gd name="connsiteX3" fmla="*/ 46935 w 46935"/>
                  <a:gd name="connsiteY3" fmla="*/ 13005 h 14229"/>
                  <a:gd name="connsiteX4" fmla="*/ 45541 w 46935"/>
                  <a:gd name="connsiteY4" fmla="*/ 14209 h 14229"/>
                  <a:gd name="connsiteX5" fmla="*/ 1394 w 46935"/>
                  <a:gd name="connsiteY5" fmla="*/ 4438 h 14229"/>
                  <a:gd name="connsiteX6" fmla="*/ 0 w 46935"/>
                  <a:gd name="connsiteY6" fmla="*/ 2631 h 14229"/>
                  <a:gd name="connsiteX7" fmla="*/ 0 w 46935"/>
                  <a:gd name="connsiteY7" fmla="*/ 1225 h 14229"/>
                  <a:gd name="connsiteX8" fmla="*/ 1394 w 46935"/>
                  <a:gd name="connsiteY8" fmla="*/ 21 h 14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4229">
                    <a:moveTo>
                      <a:pt x="1394" y="21"/>
                    </a:moveTo>
                    <a:lnTo>
                      <a:pt x="45541" y="9792"/>
                    </a:lnTo>
                    <a:cubicBezTo>
                      <a:pt x="46338" y="9993"/>
                      <a:pt x="46935" y="10796"/>
                      <a:pt x="46935" y="11599"/>
                    </a:cubicBezTo>
                    <a:lnTo>
                      <a:pt x="46935" y="13005"/>
                    </a:lnTo>
                    <a:cubicBezTo>
                      <a:pt x="46935" y="13808"/>
                      <a:pt x="46271" y="14343"/>
                      <a:pt x="45541" y="14209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solidFill>
                <a:srgbClr val="CECED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9" name="任意多边形: 形状 2858">
                <a:extLst>
                  <a:ext uri="{FF2B5EF4-FFF2-40B4-BE49-F238E27FC236}">
                    <a16:creationId xmlns:a16="http://schemas.microsoft.com/office/drawing/2014/main" id="{3B855386-C881-ED4D-C648-C974DB64CA82}"/>
                  </a:ext>
                </a:extLst>
              </p:cNvPr>
              <p:cNvSpPr/>
              <p:nvPr/>
            </p:nvSpPr>
            <p:spPr>
              <a:xfrm>
                <a:off x="2383329" y="5250564"/>
                <a:ext cx="47067" cy="12114"/>
              </a:xfrm>
              <a:custGeom>
                <a:avLst/>
                <a:gdLst>
                  <a:gd name="connsiteX0" fmla="*/ 4116 w 47067"/>
                  <a:gd name="connsiteY0" fmla="*/ 0 h 12114"/>
                  <a:gd name="connsiteX1" fmla="*/ 0 w 47067"/>
                  <a:gd name="connsiteY1" fmla="*/ 1339 h 12114"/>
                  <a:gd name="connsiteX2" fmla="*/ 46736 w 47067"/>
                  <a:gd name="connsiteY2" fmla="*/ 12114 h 12114"/>
                  <a:gd name="connsiteX3" fmla="*/ 47068 w 47067"/>
                  <a:gd name="connsiteY3" fmla="*/ 9035 h 12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2114">
                    <a:moveTo>
                      <a:pt x="4116" y="0"/>
                    </a:moveTo>
                    <a:lnTo>
                      <a:pt x="0" y="1339"/>
                    </a:lnTo>
                    <a:lnTo>
                      <a:pt x="46736" y="12114"/>
                    </a:lnTo>
                    <a:lnTo>
                      <a:pt x="47068" y="9035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0" name="任意多边形: 形状 2859">
                <a:extLst>
                  <a:ext uri="{FF2B5EF4-FFF2-40B4-BE49-F238E27FC236}">
                    <a16:creationId xmlns:a16="http://schemas.microsoft.com/office/drawing/2014/main" id="{02F086EB-6F05-F7F0-42C5-1F0B4CDA8733}"/>
                  </a:ext>
                </a:extLst>
              </p:cNvPr>
              <p:cNvSpPr/>
              <p:nvPr/>
            </p:nvSpPr>
            <p:spPr>
              <a:xfrm>
                <a:off x="2383196" y="5249941"/>
                <a:ext cx="46935" cy="14229"/>
              </a:xfrm>
              <a:custGeom>
                <a:avLst/>
                <a:gdLst>
                  <a:gd name="connsiteX0" fmla="*/ 1394 w 46935"/>
                  <a:gd name="connsiteY0" fmla="*/ 21 h 14229"/>
                  <a:gd name="connsiteX1" fmla="*/ 45541 w 46935"/>
                  <a:gd name="connsiteY1" fmla="*/ 9792 h 14229"/>
                  <a:gd name="connsiteX2" fmla="*/ 46935 w 46935"/>
                  <a:gd name="connsiteY2" fmla="*/ 11599 h 14229"/>
                  <a:gd name="connsiteX3" fmla="*/ 46935 w 46935"/>
                  <a:gd name="connsiteY3" fmla="*/ 13005 h 14229"/>
                  <a:gd name="connsiteX4" fmla="*/ 45541 w 46935"/>
                  <a:gd name="connsiteY4" fmla="*/ 14209 h 14229"/>
                  <a:gd name="connsiteX5" fmla="*/ 1394 w 46935"/>
                  <a:gd name="connsiteY5" fmla="*/ 4438 h 14229"/>
                  <a:gd name="connsiteX6" fmla="*/ 0 w 46935"/>
                  <a:gd name="connsiteY6" fmla="*/ 2631 h 14229"/>
                  <a:gd name="connsiteX7" fmla="*/ 0 w 46935"/>
                  <a:gd name="connsiteY7" fmla="*/ 1225 h 14229"/>
                  <a:gd name="connsiteX8" fmla="*/ 1394 w 46935"/>
                  <a:gd name="connsiteY8" fmla="*/ 21 h 14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4229">
                    <a:moveTo>
                      <a:pt x="1394" y="21"/>
                    </a:moveTo>
                    <a:lnTo>
                      <a:pt x="45541" y="9792"/>
                    </a:lnTo>
                    <a:cubicBezTo>
                      <a:pt x="46338" y="9993"/>
                      <a:pt x="46935" y="10796"/>
                      <a:pt x="46935" y="11599"/>
                    </a:cubicBezTo>
                    <a:lnTo>
                      <a:pt x="46935" y="13005"/>
                    </a:lnTo>
                    <a:cubicBezTo>
                      <a:pt x="46935" y="13808"/>
                      <a:pt x="46271" y="14343"/>
                      <a:pt x="45541" y="14209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1" name="任意多边形: 形状 2860">
                <a:extLst>
                  <a:ext uri="{FF2B5EF4-FFF2-40B4-BE49-F238E27FC236}">
                    <a16:creationId xmlns:a16="http://schemas.microsoft.com/office/drawing/2014/main" id="{DBAB6095-019D-1D05-A88F-5206C10C8246}"/>
                  </a:ext>
                </a:extLst>
              </p:cNvPr>
              <p:cNvSpPr/>
              <p:nvPr/>
            </p:nvSpPr>
            <p:spPr>
              <a:xfrm>
                <a:off x="2383064" y="5252011"/>
                <a:ext cx="47001" cy="12299"/>
              </a:xfrm>
              <a:custGeom>
                <a:avLst/>
                <a:gdLst>
                  <a:gd name="connsiteX0" fmla="*/ 1129 w 47001"/>
                  <a:gd name="connsiteY0" fmla="*/ 26 h 12299"/>
                  <a:gd name="connsiteX1" fmla="*/ 45873 w 47001"/>
                  <a:gd name="connsiteY1" fmla="*/ 9931 h 12299"/>
                  <a:gd name="connsiteX2" fmla="*/ 47002 w 47001"/>
                  <a:gd name="connsiteY2" fmla="*/ 11337 h 12299"/>
                  <a:gd name="connsiteX3" fmla="*/ 47002 w 47001"/>
                  <a:gd name="connsiteY3" fmla="*/ 11337 h 12299"/>
                  <a:gd name="connsiteX4" fmla="*/ 45873 w 47001"/>
                  <a:gd name="connsiteY4" fmla="*/ 12274 h 12299"/>
                  <a:gd name="connsiteX5" fmla="*/ 1129 w 47001"/>
                  <a:gd name="connsiteY5" fmla="*/ 2368 h 12299"/>
                  <a:gd name="connsiteX6" fmla="*/ 0 w 47001"/>
                  <a:gd name="connsiteY6" fmla="*/ 963 h 12299"/>
                  <a:gd name="connsiteX7" fmla="*/ 0 w 47001"/>
                  <a:gd name="connsiteY7" fmla="*/ 963 h 12299"/>
                  <a:gd name="connsiteX8" fmla="*/ 1129 w 47001"/>
                  <a:gd name="connsiteY8" fmla="*/ 26 h 12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01" h="12299">
                    <a:moveTo>
                      <a:pt x="1129" y="26"/>
                    </a:moveTo>
                    <a:lnTo>
                      <a:pt x="45873" y="9931"/>
                    </a:lnTo>
                    <a:cubicBezTo>
                      <a:pt x="46470" y="10065"/>
                      <a:pt x="47002" y="10667"/>
                      <a:pt x="47002" y="11337"/>
                    </a:cubicBezTo>
                    <a:lnTo>
                      <a:pt x="47002" y="11337"/>
                    </a:lnTo>
                    <a:cubicBezTo>
                      <a:pt x="47002" y="12006"/>
                      <a:pt x="46537" y="12408"/>
                      <a:pt x="45873" y="12274"/>
                    </a:cubicBezTo>
                    <a:lnTo>
                      <a:pt x="1129" y="2368"/>
                    </a:lnTo>
                    <a:cubicBezTo>
                      <a:pt x="531" y="2234"/>
                      <a:pt x="0" y="1632"/>
                      <a:pt x="0" y="963"/>
                    </a:cubicBezTo>
                    <a:lnTo>
                      <a:pt x="0" y="963"/>
                    </a:lnTo>
                    <a:cubicBezTo>
                      <a:pt x="0" y="293"/>
                      <a:pt x="465" y="-108"/>
                      <a:pt x="1129" y="26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2" name="任意多边形: 形状 2861">
                <a:extLst>
                  <a:ext uri="{FF2B5EF4-FFF2-40B4-BE49-F238E27FC236}">
                    <a16:creationId xmlns:a16="http://schemas.microsoft.com/office/drawing/2014/main" id="{3D04B18B-7A98-40BD-2B8E-6C228B6CBBEC}"/>
                  </a:ext>
                </a:extLst>
              </p:cNvPr>
              <p:cNvSpPr/>
              <p:nvPr/>
            </p:nvSpPr>
            <p:spPr>
              <a:xfrm>
                <a:off x="2383196" y="5256010"/>
                <a:ext cx="46935" cy="14675"/>
              </a:xfrm>
              <a:custGeom>
                <a:avLst/>
                <a:gdLst>
                  <a:gd name="connsiteX0" fmla="*/ 1394 w 46935"/>
                  <a:gd name="connsiteY0" fmla="*/ 42 h 14675"/>
                  <a:gd name="connsiteX1" fmla="*/ 45541 w 46935"/>
                  <a:gd name="connsiteY1" fmla="*/ 10282 h 14675"/>
                  <a:gd name="connsiteX2" fmla="*/ 46935 w 46935"/>
                  <a:gd name="connsiteY2" fmla="*/ 12090 h 14675"/>
                  <a:gd name="connsiteX3" fmla="*/ 46935 w 46935"/>
                  <a:gd name="connsiteY3" fmla="*/ 13495 h 14675"/>
                  <a:gd name="connsiteX4" fmla="*/ 45541 w 46935"/>
                  <a:gd name="connsiteY4" fmla="*/ 14633 h 14675"/>
                  <a:gd name="connsiteX5" fmla="*/ 1394 w 46935"/>
                  <a:gd name="connsiteY5" fmla="*/ 4393 h 14675"/>
                  <a:gd name="connsiteX6" fmla="*/ 0 w 46935"/>
                  <a:gd name="connsiteY6" fmla="*/ 2586 h 14675"/>
                  <a:gd name="connsiteX7" fmla="*/ 0 w 46935"/>
                  <a:gd name="connsiteY7" fmla="*/ 1180 h 14675"/>
                  <a:gd name="connsiteX8" fmla="*/ 1394 w 46935"/>
                  <a:gd name="connsiteY8" fmla="*/ 42 h 1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4675">
                    <a:moveTo>
                      <a:pt x="1394" y="42"/>
                    </a:moveTo>
                    <a:lnTo>
                      <a:pt x="45541" y="10282"/>
                    </a:lnTo>
                    <a:cubicBezTo>
                      <a:pt x="46338" y="10483"/>
                      <a:pt x="46935" y="11286"/>
                      <a:pt x="46935" y="12090"/>
                    </a:cubicBezTo>
                    <a:lnTo>
                      <a:pt x="46935" y="13495"/>
                    </a:lnTo>
                    <a:cubicBezTo>
                      <a:pt x="46935" y="14298"/>
                      <a:pt x="46271" y="14834"/>
                      <a:pt x="45541" y="14633"/>
                    </a:cubicBezTo>
                    <a:lnTo>
                      <a:pt x="1394" y="4393"/>
                    </a:lnTo>
                    <a:cubicBezTo>
                      <a:pt x="597" y="4192"/>
                      <a:pt x="0" y="3389"/>
                      <a:pt x="0" y="2586"/>
                    </a:cubicBezTo>
                    <a:lnTo>
                      <a:pt x="0" y="1180"/>
                    </a:lnTo>
                    <a:cubicBezTo>
                      <a:pt x="0" y="377"/>
                      <a:pt x="664" y="-158"/>
                      <a:pt x="1394" y="42"/>
                    </a:cubicBezTo>
                    <a:close/>
                  </a:path>
                </a:pathLst>
              </a:custGeom>
              <a:solidFill>
                <a:srgbClr val="CECED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3" name="任意多边形: 形状 2862">
                <a:extLst>
                  <a:ext uri="{FF2B5EF4-FFF2-40B4-BE49-F238E27FC236}">
                    <a16:creationId xmlns:a16="http://schemas.microsoft.com/office/drawing/2014/main" id="{C7A7D4AE-FD04-5821-80C9-5FA92E48C543}"/>
                  </a:ext>
                </a:extLst>
              </p:cNvPr>
              <p:cNvSpPr/>
              <p:nvPr/>
            </p:nvSpPr>
            <p:spPr>
              <a:xfrm>
                <a:off x="2383329" y="5256655"/>
                <a:ext cx="47067" cy="12515"/>
              </a:xfrm>
              <a:custGeom>
                <a:avLst/>
                <a:gdLst>
                  <a:gd name="connsiteX0" fmla="*/ 4116 w 47067"/>
                  <a:gd name="connsiteY0" fmla="*/ 0 h 12515"/>
                  <a:gd name="connsiteX1" fmla="*/ 0 w 47067"/>
                  <a:gd name="connsiteY1" fmla="*/ 1272 h 12515"/>
                  <a:gd name="connsiteX2" fmla="*/ 46736 w 47067"/>
                  <a:gd name="connsiteY2" fmla="*/ 12516 h 12515"/>
                  <a:gd name="connsiteX3" fmla="*/ 47068 w 47067"/>
                  <a:gd name="connsiteY3" fmla="*/ 9504 h 12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2515">
                    <a:moveTo>
                      <a:pt x="4116" y="0"/>
                    </a:moveTo>
                    <a:lnTo>
                      <a:pt x="0" y="1272"/>
                    </a:lnTo>
                    <a:lnTo>
                      <a:pt x="46736" y="12516"/>
                    </a:lnTo>
                    <a:lnTo>
                      <a:pt x="47068" y="9504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4" name="任意多边形: 形状 2863">
                <a:extLst>
                  <a:ext uri="{FF2B5EF4-FFF2-40B4-BE49-F238E27FC236}">
                    <a16:creationId xmlns:a16="http://schemas.microsoft.com/office/drawing/2014/main" id="{1552DB2D-13D0-1CB9-BDEF-266D5153916E}"/>
                  </a:ext>
                </a:extLst>
              </p:cNvPr>
              <p:cNvSpPr/>
              <p:nvPr/>
            </p:nvSpPr>
            <p:spPr>
              <a:xfrm>
                <a:off x="2383196" y="5256010"/>
                <a:ext cx="46935" cy="14675"/>
              </a:xfrm>
              <a:custGeom>
                <a:avLst/>
                <a:gdLst>
                  <a:gd name="connsiteX0" fmla="*/ 1394 w 46935"/>
                  <a:gd name="connsiteY0" fmla="*/ 42 h 14675"/>
                  <a:gd name="connsiteX1" fmla="*/ 45541 w 46935"/>
                  <a:gd name="connsiteY1" fmla="*/ 10282 h 14675"/>
                  <a:gd name="connsiteX2" fmla="*/ 46935 w 46935"/>
                  <a:gd name="connsiteY2" fmla="*/ 12090 h 14675"/>
                  <a:gd name="connsiteX3" fmla="*/ 46935 w 46935"/>
                  <a:gd name="connsiteY3" fmla="*/ 13495 h 14675"/>
                  <a:gd name="connsiteX4" fmla="*/ 45541 w 46935"/>
                  <a:gd name="connsiteY4" fmla="*/ 14633 h 14675"/>
                  <a:gd name="connsiteX5" fmla="*/ 1394 w 46935"/>
                  <a:gd name="connsiteY5" fmla="*/ 4393 h 14675"/>
                  <a:gd name="connsiteX6" fmla="*/ 0 w 46935"/>
                  <a:gd name="connsiteY6" fmla="*/ 2586 h 14675"/>
                  <a:gd name="connsiteX7" fmla="*/ 0 w 46935"/>
                  <a:gd name="connsiteY7" fmla="*/ 1180 h 14675"/>
                  <a:gd name="connsiteX8" fmla="*/ 1394 w 46935"/>
                  <a:gd name="connsiteY8" fmla="*/ 42 h 1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4675">
                    <a:moveTo>
                      <a:pt x="1394" y="42"/>
                    </a:moveTo>
                    <a:lnTo>
                      <a:pt x="45541" y="10282"/>
                    </a:lnTo>
                    <a:cubicBezTo>
                      <a:pt x="46338" y="10483"/>
                      <a:pt x="46935" y="11286"/>
                      <a:pt x="46935" y="12090"/>
                    </a:cubicBezTo>
                    <a:lnTo>
                      <a:pt x="46935" y="13495"/>
                    </a:lnTo>
                    <a:cubicBezTo>
                      <a:pt x="46935" y="14298"/>
                      <a:pt x="46271" y="14834"/>
                      <a:pt x="45541" y="14633"/>
                    </a:cubicBezTo>
                    <a:lnTo>
                      <a:pt x="1394" y="4393"/>
                    </a:lnTo>
                    <a:cubicBezTo>
                      <a:pt x="597" y="4192"/>
                      <a:pt x="0" y="3389"/>
                      <a:pt x="0" y="2586"/>
                    </a:cubicBezTo>
                    <a:lnTo>
                      <a:pt x="0" y="1180"/>
                    </a:lnTo>
                    <a:cubicBezTo>
                      <a:pt x="0" y="377"/>
                      <a:pt x="664" y="-158"/>
                      <a:pt x="1394" y="42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5" name="任意多边形: 形状 2864">
                <a:extLst>
                  <a:ext uri="{FF2B5EF4-FFF2-40B4-BE49-F238E27FC236}">
                    <a16:creationId xmlns:a16="http://schemas.microsoft.com/office/drawing/2014/main" id="{C8DD58EB-C5B2-DB17-85A4-A5787D27084F}"/>
                  </a:ext>
                </a:extLst>
              </p:cNvPr>
              <p:cNvSpPr/>
              <p:nvPr/>
            </p:nvSpPr>
            <p:spPr>
              <a:xfrm>
                <a:off x="2383130" y="5258009"/>
                <a:ext cx="46935" cy="12753"/>
              </a:xfrm>
              <a:custGeom>
                <a:avLst/>
                <a:gdLst>
                  <a:gd name="connsiteX0" fmla="*/ 1062 w 46935"/>
                  <a:gd name="connsiteY0" fmla="*/ 52 h 12753"/>
                  <a:gd name="connsiteX1" fmla="*/ 45873 w 46935"/>
                  <a:gd name="connsiteY1" fmla="*/ 10426 h 12753"/>
                  <a:gd name="connsiteX2" fmla="*/ 46935 w 46935"/>
                  <a:gd name="connsiteY2" fmla="*/ 11831 h 12753"/>
                  <a:gd name="connsiteX3" fmla="*/ 46935 w 46935"/>
                  <a:gd name="connsiteY3" fmla="*/ 11831 h 12753"/>
                  <a:gd name="connsiteX4" fmla="*/ 45873 w 46935"/>
                  <a:gd name="connsiteY4" fmla="*/ 12701 h 12753"/>
                  <a:gd name="connsiteX5" fmla="*/ 1062 w 46935"/>
                  <a:gd name="connsiteY5" fmla="*/ 2327 h 12753"/>
                  <a:gd name="connsiteX6" fmla="*/ 0 w 46935"/>
                  <a:gd name="connsiteY6" fmla="*/ 922 h 12753"/>
                  <a:gd name="connsiteX7" fmla="*/ 0 w 46935"/>
                  <a:gd name="connsiteY7" fmla="*/ 922 h 12753"/>
                  <a:gd name="connsiteX8" fmla="*/ 1062 w 46935"/>
                  <a:gd name="connsiteY8" fmla="*/ 52 h 12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2753">
                    <a:moveTo>
                      <a:pt x="1062" y="52"/>
                    </a:moveTo>
                    <a:lnTo>
                      <a:pt x="45873" y="10426"/>
                    </a:lnTo>
                    <a:cubicBezTo>
                      <a:pt x="46470" y="10560"/>
                      <a:pt x="46935" y="11229"/>
                      <a:pt x="46935" y="11831"/>
                    </a:cubicBezTo>
                    <a:lnTo>
                      <a:pt x="46935" y="11831"/>
                    </a:lnTo>
                    <a:cubicBezTo>
                      <a:pt x="46935" y="12501"/>
                      <a:pt x="46470" y="12902"/>
                      <a:pt x="45873" y="12701"/>
                    </a:cubicBezTo>
                    <a:lnTo>
                      <a:pt x="1062" y="2327"/>
                    </a:lnTo>
                    <a:cubicBezTo>
                      <a:pt x="465" y="2194"/>
                      <a:pt x="0" y="1524"/>
                      <a:pt x="0" y="922"/>
                    </a:cubicBezTo>
                    <a:lnTo>
                      <a:pt x="0" y="922"/>
                    </a:lnTo>
                    <a:cubicBezTo>
                      <a:pt x="0" y="253"/>
                      <a:pt x="465" y="-149"/>
                      <a:pt x="1062" y="52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6" name="任意多边形: 形状 2865">
                <a:extLst>
                  <a:ext uri="{FF2B5EF4-FFF2-40B4-BE49-F238E27FC236}">
                    <a16:creationId xmlns:a16="http://schemas.microsoft.com/office/drawing/2014/main" id="{0EFAE45A-F3F2-1239-7C22-C1B08F2649AB}"/>
                  </a:ext>
                </a:extLst>
              </p:cNvPr>
              <p:cNvSpPr/>
              <p:nvPr/>
            </p:nvSpPr>
            <p:spPr>
              <a:xfrm>
                <a:off x="2383130" y="5262235"/>
                <a:ext cx="46935" cy="15009"/>
              </a:xfrm>
              <a:custGeom>
                <a:avLst/>
                <a:gdLst>
                  <a:gd name="connsiteX0" fmla="*/ 1394 w 46935"/>
                  <a:gd name="connsiteY0" fmla="*/ 42 h 15009"/>
                  <a:gd name="connsiteX1" fmla="*/ 45541 w 46935"/>
                  <a:gd name="connsiteY1" fmla="*/ 10550 h 15009"/>
                  <a:gd name="connsiteX2" fmla="*/ 46935 w 46935"/>
                  <a:gd name="connsiteY2" fmla="*/ 12424 h 15009"/>
                  <a:gd name="connsiteX3" fmla="*/ 46935 w 46935"/>
                  <a:gd name="connsiteY3" fmla="*/ 13830 h 15009"/>
                  <a:gd name="connsiteX4" fmla="*/ 45541 w 46935"/>
                  <a:gd name="connsiteY4" fmla="*/ 14968 h 15009"/>
                  <a:gd name="connsiteX5" fmla="*/ 1394 w 46935"/>
                  <a:gd name="connsiteY5" fmla="*/ 4460 h 15009"/>
                  <a:gd name="connsiteX6" fmla="*/ 0 w 46935"/>
                  <a:gd name="connsiteY6" fmla="*/ 2586 h 15009"/>
                  <a:gd name="connsiteX7" fmla="*/ 0 w 46935"/>
                  <a:gd name="connsiteY7" fmla="*/ 1180 h 15009"/>
                  <a:gd name="connsiteX8" fmla="*/ 1394 w 46935"/>
                  <a:gd name="connsiteY8" fmla="*/ 42 h 15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5009">
                    <a:moveTo>
                      <a:pt x="1394" y="42"/>
                    </a:moveTo>
                    <a:lnTo>
                      <a:pt x="45541" y="10550"/>
                    </a:lnTo>
                    <a:cubicBezTo>
                      <a:pt x="46338" y="10751"/>
                      <a:pt x="46935" y="11554"/>
                      <a:pt x="46935" y="12424"/>
                    </a:cubicBezTo>
                    <a:lnTo>
                      <a:pt x="46935" y="13830"/>
                    </a:lnTo>
                    <a:cubicBezTo>
                      <a:pt x="46935" y="14633"/>
                      <a:pt x="46271" y="15168"/>
                      <a:pt x="45541" y="14968"/>
                    </a:cubicBezTo>
                    <a:lnTo>
                      <a:pt x="1394" y="4460"/>
                    </a:lnTo>
                    <a:cubicBezTo>
                      <a:pt x="597" y="4259"/>
                      <a:pt x="0" y="3456"/>
                      <a:pt x="0" y="2586"/>
                    </a:cubicBezTo>
                    <a:lnTo>
                      <a:pt x="0" y="1180"/>
                    </a:lnTo>
                    <a:cubicBezTo>
                      <a:pt x="0" y="377"/>
                      <a:pt x="664" y="-158"/>
                      <a:pt x="1394" y="42"/>
                    </a:cubicBezTo>
                    <a:close/>
                  </a:path>
                </a:pathLst>
              </a:custGeom>
              <a:solidFill>
                <a:srgbClr val="CECED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7" name="任意多边形: 形状 2866">
                <a:extLst>
                  <a:ext uri="{FF2B5EF4-FFF2-40B4-BE49-F238E27FC236}">
                    <a16:creationId xmlns:a16="http://schemas.microsoft.com/office/drawing/2014/main" id="{410E2B38-D5EB-7524-A616-404C70735FAF}"/>
                  </a:ext>
                </a:extLst>
              </p:cNvPr>
              <p:cNvSpPr/>
              <p:nvPr/>
            </p:nvSpPr>
            <p:spPr>
              <a:xfrm>
                <a:off x="2383329" y="5262946"/>
                <a:ext cx="47067" cy="12716"/>
              </a:xfrm>
              <a:custGeom>
                <a:avLst/>
                <a:gdLst>
                  <a:gd name="connsiteX0" fmla="*/ 4116 w 47067"/>
                  <a:gd name="connsiteY0" fmla="*/ 0 h 12716"/>
                  <a:gd name="connsiteX1" fmla="*/ 0 w 47067"/>
                  <a:gd name="connsiteY1" fmla="*/ 1205 h 12716"/>
                  <a:gd name="connsiteX2" fmla="*/ 46736 w 47067"/>
                  <a:gd name="connsiteY2" fmla="*/ 12716 h 12716"/>
                  <a:gd name="connsiteX3" fmla="*/ 47068 w 47067"/>
                  <a:gd name="connsiteY3" fmla="*/ 9705 h 12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2716">
                    <a:moveTo>
                      <a:pt x="4116" y="0"/>
                    </a:moveTo>
                    <a:lnTo>
                      <a:pt x="0" y="1205"/>
                    </a:lnTo>
                    <a:lnTo>
                      <a:pt x="46736" y="12716"/>
                    </a:lnTo>
                    <a:lnTo>
                      <a:pt x="47068" y="9705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8" name="任意多边形: 形状 2867">
                <a:extLst>
                  <a:ext uri="{FF2B5EF4-FFF2-40B4-BE49-F238E27FC236}">
                    <a16:creationId xmlns:a16="http://schemas.microsoft.com/office/drawing/2014/main" id="{2BF413ED-135B-80F1-A669-E9261DBFAD28}"/>
                  </a:ext>
                </a:extLst>
              </p:cNvPr>
              <p:cNvSpPr/>
              <p:nvPr/>
            </p:nvSpPr>
            <p:spPr>
              <a:xfrm>
                <a:off x="2383130" y="5262235"/>
                <a:ext cx="46935" cy="15009"/>
              </a:xfrm>
              <a:custGeom>
                <a:avLst/>
                <a:gdLst>
                  <a:gd name="connsiteX0" fmla="*/ 1394 w 46935"/>
                  <a:gd name="connsiteY0" fmla="*/ 42 h 15009"/>
                  <a:gd name="connsiteX1" fmla="*/ 45541 w 46935"/>
                  <a:gd name="connsiteY1" fmla="*/ 10550 h 15009"/>
                  <a:gd name="connsiteX2" fmla="*/ 46935 w 46935"/>
                  <a:gd name="connsiteY2" fmla="*/ 12424 h 15009"/>
                  <a:gd name="connsiteX3" fmla="*/ 46935 w 46935"/>
                  <a:gd name="connsiteY3" fmla="*/ 13830 h 15009"/>
                  <a:gd name="connsiteX4" fmla="*/ 45541 w 46935"/>
                  <a:gd name="connsiteY4" fmla="*/ 14968 h 15009"/>
                  <a:gd name="connsiteX5" fmla="*/ 1394 w 46935"/>
                  <a:gd name="connsiteY5" fmla="*/ 4460 h 15009"/>
                  <a:gd name="connsiteX6" fmla="*/ 0 w 46935"/>
                  <a:gd name="connsiteY6" fmla="*/ 2586 h 15009"/>
                  <a:gd name="connsiteX7" fmla="*/ 0 w 46935"/>
                  <a:gd name="connsiteY7" fmla="*/ 1180 h 15009"/>
                  <a:gd name="connsiteX8" fmla="*/ 1394 w 46935"/>
                  <a:gd name="connsiteY8" fmla="*/ 42 h 15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5009">
                    <a:moveTo>
                      <a:pt x="1394" y="42"/>
                    </a:moveTo>
                    <a:lnTo>
                      <a:pt x="45541" y="10550"/>
                    </a:lnTo>
                    <a:cubicBezTo>
                      <a:pt x="46338" y="10751"/>
                      <a:pt x="46935" y="11554"/>
                      <a:pt x="46935" y="12424"/>
                    </a:cubicBezTo>
                    <a:lnTo>
                      <a:pt x="46935" y="13830"/>
                    </a:lnTo>
                    <a:cubicBezTo>
                      <a:pt x="46935" y="14633"/>
                      <a:pt x="46271" y="15168"/>
                      <a:pt x="45541" y="14968"/>
                    </a:cubicBezTo>
                    <a:lnTo>
                      <a:pt x="1394" y="4460"/>
                    </a:lnTo>
                    <a:cubicBezTo>
                      <a:pt x="597" y="4259"/>
                      <a:pt x="0" y="3456"/>
                      <a:pt x="0" y="2586"/>
                    </a:cubicBezTo>
                    <a:lnTo>
                      <a:pt x="0" y="1180"/>
                    </a:lnTo>
                    <a:cubicBezTo>
                      <a:pt x="0" y="377"/>
                      <a:pt x="664" y="-158"/>
                      <a:pt x="1394" y="42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9" name="任意多边形: 形状 2868">
                <a:extLst>
                  <a:ext uri="{FF2B5EF4-FFF2-40B4-BE49-F238E27FC236}">
                    <a16:creationId xmlns:a16="http://schemas.microsoft.com/office/drawing/2014/main" id="{C3858676-D3A2-390B-235C-6B03CB7A1629}"/>
                  </a:ext>
                </a:extLst>
              </p:cNvPr>
              <p:cNvSpPr/>
              <p:nvPr/>
            </p:nvSpPr>
            <p:spPr>
              <a:xfrm>
                <a:off x="2383130" y="5264300"/>
                <a:ext cx="46935" cy="13021"/>
              </a:xfrm>
              <a:custGeom>
                <a:avLst/>
                <a:gdLst>
                  <a:gd name="connsiteX0" fmla="*/ 1062 w 46935"/>
                  <a:gd name="connsiteY0" fmla="*/ 52 h 13021"/>
                  <a:gd name="connsiteX1" fmla="*/ 45873 w 46935"/>
                  <a:gd name="connsiteY1" fmla="*/ 10694 h 13021"/>
                  <a:gd name="connsiteX2" fmla="*/ 46935 w 46935"/>
                  <a:gd name="connsiteY2" fmla="*/ 12099 h 13021"/>
                  <a:gd name="connsiteX3" fmla="*/ 46935 w 46935"/>
                  <a:gd name="connsiteY3" fmla="*/ 12099 h 13021"/>
                  <a:gd name="connsiteX4" fmla="*/ 45873 w 46935"/>
                  <a:gd name="connsiteY4" fmla="*/ 12969 h 13021"/>
                  <a:gd name="connsiteX5" fmla="*/ 1062 w 46935"/>
                  <a:gd name="connsiteY5" fmla="*/ 2327 h 13021"/>
                  <a:gd name="connsiteX6" fmla="*/ 0 w 46935"/>
                  <a:gd name="connsiteY6" fmla="*/ 922 h 13021"/>
                  <a:gd name="connsiteX7" fmla="*/ 0 w 46935"/>
                  <a:gd name="connsiteY7" fmla="*/ 922 h 13021"/>
                  <a:gd name="connsiteX8" fmla="*/ 1062 w 46935"/>
                  <a:gd name="connsiteY8" fmla="*/ 52 h 13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021">
                    <a:moveTo>
                      <a:pt x="1062" y="52"/>
                    </a:moveTo>
                    <a:lnTo>
                      <a:pt x="45873" y="10694"/>
                    </a:lnTo>
                    <a:cubicBezTo>
                      <a:pt x="46470" y="10827"/>
                      <a:pt x="46935" y="11497"/>
                      <a:pt x="46935" y="12099"/>
                    </a:cubicBezTo>
                    <a:lnTo>
                      <a:pt x="46935" y="12099"/>
                    </a:lnTo>
                    <a:cubicBezTo>
                      <a:pt x="46935" y="12768"/>
                      <a:pt x="46470" y="13170"/>
                      <a:pt x="45873" y="12969"/>
                    </a:cubicBezTo>
                    <a:lnTo>
                      <a:pt x="1062" y="2327"/>
                    </a:lnTo>
                    <a:cubicBezTo>
                      <a:pt x="465" y="2194"/>
                      <a:pt x="0" y="1524"/>
                      <a:pt x="0" y="922"/>
                    </a:cubicBezTo>
                    <a:lnTo>
                      <a:pt x="0" y="922"/>
                    </a:lnTo>
                    <a:cubicBezTo>
                      <a:pt x="0" y="253"/>
                      <a:pt x="465" y="-149"/>
                      <a:pt x="1062" y="52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2932" name="文本框 2931">
            <a:extLst>
              <a:ext uri="{FF2B5EF4-FFF2-40B4-BE49-F238E27FC236}">
                <a16:creationId xmlns:a16="http://schemas.microsoft.com/office/drawing/2014/main" id="{B33E49CE-8A36-D9FB-4464-0F9A3434CB3C}"/>
              </a:ext>
            </a:extLst>
          </p:cNvPr>
          <p:cNvSpPr txBox="1"/>
          <p:nvPr/>
        </p:nvSpPr>
        <p:spPr>
          <a:xfrm>
            <a:off x="1816179" y="4486504"/>
            <a:ext cx="9925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园区内网核心</a:t>
            </a:r>
          </a:p>
        </p:txBody>
      </p:sp>
      <p:sp>
        <p:nvSpPr>
          <p:cNvPr id="2933" name="文本框 2932">
            <a:extLst>
              <a:ext uri="{FF2B5EF4-FFF2-40B4-BE49-F238E27FC236}">
                <a16:creationId xmlns:a16="http://schemas.microsoft.com/office/drawing/2014/main" id="{F7455C36-6671-0594-927A-13966207D845}"/>
              </a:ext>
            </a:extLst>
          </p:cNvPr>
          <p:cNvSpPr txBox="1"/>
          <p:nvPr/>
        </p:nvSpPr>
        <p:spPr>
          <a:xfrm>
            <a:off x="7487364" y="4667077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园区外网核心</a:t>
            </a:r>
          </a:p>
        </p:txBody>
      </p:sp>
      <p:cxnSp>
        <p:nvCxnSpPr>
          <p:cNvPr id="2934" name="直接连接符 2933">
            <a:extLst>
              <a:ext uri="{FF2B5EF4-FFF2-40B4-BE49-F238E27FC236}">
                <a16:creationId xmlns:a16="http://schemas.microsoft.com/office/drawing/2014/main" id="{4C90B81D-CA9C-EEB3-72D8-EC74C808A603}"/>
              </a:ext>
            </a:extLst>
          </p:cNvPr>
          <p:cNvCxnSpPr>
            <a:cxnSpLocks/>
            <a:stCxn id="2789" idx="2"/>
            <a:endCxn id="2798" idx="3"/>
          </p:cNvCxnSpPr>
          <p:nvPr/>
        </p:nvCxnSpPr>
        <p:spPr>
          <a:xfrm>
            <a:off x="2486825" y="2515304"/>
            <a:ext cx="503015" cy="219104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5" name="直接连接符 2934">
            <a:extLst>
              <a:ext uri="{FF2B5EF4-FFF2-40B4-BE49-F238E27FC236}">
                <a16:creationId xmlns:a16="http://schemas.microsoft.com/office/drawing/2014/main" id="{2A6FC32D-F776-1D9D-EEF6-883ED9926933}"/>
              </a:ext>
            </a:extLst>
          </p:cNvPr>
          <p:cNvCxnSpPr>
            <a:stCxn id="2790" idx="2"/>
            <a:endCxn id="2798" idx="3"/>
          </p:cNvCxnSpPr>
          <p:nvPr/>
        </p:nvCxnSpPr>
        <p:spPr>
          <a:xfrm flipH="1">
            <a:off x="2989840" y="2515303"/>
            <a:ext cx="530000" cy="219105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6" name="直接连接符 2935">
            <a:extLst>
              <a:ext uri="{FF2B5EF4-FFF2-40B4-BE49-F238E27FC236}">
                <a16:creationId xmlns:a16="http://schemas.microsoft.com/office/drawing/2014/main" id="{B0A47A16-CA32-29B7-3203-4406D63825F2}"/>
              </a:ext>
            </a:extLst>
          </p:cNvPr>
          <p:cNvCxnSpPr>
            <a:cxnSpLocks/>
            <a:stCxn id="2793" idx="4"/>
          </p:cNvCxnSpPr>
          <p:nvPr/>
        </p:nvCxnSpPr>
        <p:spPr>
          <a:xfrm>
            <a:off x="2989842" y="3116789"/>
            <a:ext cx="7737" cy="252486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7" name="直接连接符 2936">
            <a:extLst>
              <a:ext uri="{FF2B5EF4-FFF2-40B4-BE49-F238E27FC236}">
                <a16:creationId xmlns:a16="http://schemas.microsoft.com/office/drawing/2014/main" id="{EECC99CE-6318-4377-E7AB-69DBA9FC99B0}"/>
              </a:ext>
            </a:extLst>
          </p:cNvPr>
          <p:cNvCxnSpPr>
            <a:cxnSpLocks/>
            <a:endCxn id="2783" idx="3"/>
          </p:cNvCxnSpPr>
          <p:nvPr/>
        </p:nvCxnSpPr>
        <p:spPr>
          <a:xfrm>
            <a:off x="2997559" y="3712315"/>
            <a:ext cx="16195" cy="703894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8" name="直接连接符 2937">
            <a:extLst>
              <a:ext uri="{FF2B5EF4-FFF2-40B4-BE49-F238E27FC236}">
                <a16:creationId xmlns:a16="http://schemas.microsoft.com/office/drawing/2014/main" id="{314BAEA1-6A7C-3E65-D551-DF0921396DE9}"/>
              </a:ext>
            </a:extLst>
          </p:cNvPr>
          <p:cNvCxnSpPr>
            <a:cxnSpLocks/>
            <a:stCxn id="2777" idx="13"/>
            <a:endCxn id="2815" idx="0"/>
          </p:cNvCxnSpPr>
          <p:nvPr/>
        </p:nvCxnSpPr>
        <p:spPr>
          <a:xfrm flipH="1">
            <a:off x="3002210" y="4801729"/>
            <a:ext cx="13311" cy="1151599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9" name="直接连接符 2938">
            <a:extLst>
              <a:ext uri="{FF2B5EF4-FFF2-40B4-BE49-F238E27FC236}">
                <a16:creationId xmlns:a16="http://schemas.microsoft.com/office/drawing/2014/main" id="{E95B8BCB-3216-A582-22E8-6E241C4DF30C}"/>
              </a:ext>
            </a:extLst>
          </p:cNvPr>
          <p:cNvCxnSpPr>
            <a:cxnSpLocks/>
            <a:stCxn id="2782" idx="21"/>
          </p:cNvCxnSpPr>
          <p:nvPr/>
        </p:nvCxnSpPr>
        <p:spPr>
          <a:xfrm>
            <a:off x="3215250" y="4607005"/>
            <a:ext cx="1704534" cy="15347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0" name="直接连接符 2939">
            <a:extLst>
              <a:ext uri="{FF2B5EF4-FFF2-40B4-BE49-F238E27FC236}">
                <a16:creationId xmlns:a16="http://schemas.microsoft.com/office/drawing/2014/main" id="{08D97A42-59D7-4CC9-4F56-B28BC75D3A56}"/>
              </a:ext>
            </a:extLst>
          </p:cNvPr>
          <p:cNvCxnSpPr>
            <a:cxnSpLocks/>
            <a:endCxn id="2764" idx="2"/>
          </p:cNvCxnSpPr>
          <p:nvPr/>
        </p:nvCxnSpPr>
        <p:spPr>
          <a:xfrm flipV="1">
            <a:off x="5200111" y="4606052"/>
            <a:ext cx="1944661" cy="16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1" name="直接连接符 2940">
            <a:extLst>
              <a:ext uri="{FF2B5EF4-FFF2-40B4-BE49-F238E27FC236}">
                <a16:creationId xmlns:a16="http://schemas.microsoft.com/office/drawing/2014/main" id="{2003A08E-EDE7-CBDB-F9C7-ED47B2651D90}"/>
              </a:ext>
            </a:extLst>
          </p:cNvPr>
          <p:cNvCxnSpPr>
            <a:cxnSpLocks/>
            <a:stCxn id="2765" idx="21"/>
          </p:cNvCxnSpPr>
          <p:nvPr/>
        </p:nvCxnSpPr>
        <p:spPr>
          <a:xfrm>
            <a:off x="7551374" y="4602889"/>
            <a:ext cx="1615732" cy="159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2" name="直接连接符 2941">
            <a:extLst>
              <a:ext uri="{FF2B5EF4-FFF2-40B4-BE49-F238E27FC236}">
                <a16:creationId xmlns:a16="http://schemas.microsoft.com/office/drawing/2014/main" id="{7CBCC95F-88C1-9893-ACCB-8867AFCCBF2D}"/>
              </a:ext>
            </a:extLst>
          </p:cNvPr>
          <p:cNvCxnSpPr>
            <a:cxnSpLocks/>
            <a:endCxn id="3013" idx="3"/>
          </p:cNvCxnSpPr>
          <p:nvPr/>
        </p:nvCxnSpPr>
        <p:spPr>
          <a:xfrm>
            <a:off x="6795595" y="2543045"/>
            <a:ext cx="549791" cy="269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4" name="文本框 2943">
            <a:extLst>
              <a:ext uri="{FF2B5EF4-FFF2-40B4-BE49-F238E27FC236}">
                <a16:creationId xmlns:a16="http://schemas.microsoft.com/office/drawing/2014/main" id="{2214ADD5-4630-E817-5B69-386D665168F5}"/>
              </a:ext>
            </a:extLst>
          </p:cNvPr>
          <p:cNvSpPr txBox="1"/>
          <p:nvPr/>
        </p:nvSpPr>
        <p:spPr>
          <a:xfrm>
            <a:off x="5990957" y="2378823"/>
            <a:ext cx="7521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1.1.1.101</a:t>
            </a:r>
            <a:endParaRPr lang="zh-CN" altLang="en-US" dirty="0"/>
          </a:p>
        </p:txBody>
      </p:sp>
      <p:sp>
        <p:nvSpPr>
          <p:cNvPr id="2945" name="文本框 2944">
            <a:extLst>
              <a:ext uri="{FF2B5EF4-FFF2-40B4-BE49-F238E27FC236}">
                <a16:creationId xmlns:a16="http://schemas.microsoft.com/office/drawing/2014/main" id="{82CFC2A1-559E-AA04-6FFF-BB2ADC7A9131}"/>
              </a:ext>
            </a:extLst>
          </p:cNvPr>
          <p:cNvSpPr txBox="1"/>
          <p:nvPr/>
        </p:nvSpPr>
        <p:spPr>
          <a:xfrm>
            <a:off x="7487364" y="4848677"/>
            <a:ext cx="9877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10.10.10.254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46" name="直接连接符 2945">
            <a:extLst>
              <a:ext uri="{FF2B5EF4-FFF2-40B4-BE49-F238E27FC236}">
                <a16:creationId xmlns:a16="http://schemas.microsoft.com/office/drawing/2014/main" id="{6C29FADA-2B0E-CAED-82BF-CA8DE2635D0D}"/>
              </a:ext>
            </a:extLst>
          </p:cNvPr>
          <p:cNvCxnSpPr>
            <a:cxnSpLocks/>
            <a:stCxn id="2962" idx="15"/>
            <a:endCxn id="3045" idx="4"/>
          </p:cNvCxnSpPr>
          <p:nvPr/>
        </p:nvCxnSpPr>
        <p:spPr>
          <a:xfrm>
            <a:off x="9426661" y="4619201"/>
            <a:ext cx="1572600" cy="2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47" name="组合 2946">
            <a:extLst>
              <a:ext uri="{FF2B5EF4-FFF2-40B4-BE49-F238E27FC236}">
                <a16:creationId xmlns:a16="http://schemas.microsoft.com/office/drawing/2014/main" id="{F8399F60-0B40-6C61-B62A-C3DE16A1D245}"/>
              </a:ext>
            </a:extLst>
          </p:cNvPr>
          <p:cNvGrpSpPr/>
          <p:nvPr/>
        </p:nvGrpSpPr>
        <p:grpSpPr>
          <a:xfrm>
            <a:off x="9134493" y="4380489"/>
            <a:ext cx="296739" cy="412084"/>
            <a:chOff x="8427790" y="1387386"/>
            <a:chExt cx="490895" cy="681710"/>
          </a:xfrm>
        </p:grpSpPr>
        <p:sp>
          <p:nvSpPr>
            <p:cNvPr id="2948" name="任意多边形: 形状 2947">
              <a:extLst>
                <a:ext uri="{FF2B5EF4-FFF2-40B4-BE49-F238E27FC236}">
                  <a16:creationId xmlns:a16="http://schemas.microsoft.com/office/drawing/2014/main" id="{0F086AF4-11BF-A585-E6AE-B6818A80FD30}"/>
                </a:ext>
              </a:extLst>
            </p:cNvPr>
            <p:cNvSpPr/>
            <p:nvPr/>
          </p:nvSpPr>
          <p:spPr>
            <a:xfrm>
              <a:off x="8607699" y="1456097"/>
              <a:ext cx="72089" cy="26317"/>
            </a:xfrm>
            <a:custGeom>
              <a:avLst/>
              <a:gdLst>
                <a:gd name="connsiteX0" fmla="*/ 0 w 72089"/>
                <a:gd name="connsiteY0" fmla="*/ 17095 h 26317"/>
                <a:gd name="connsiteX1" fmla="*/ 71228 w 72089"/>
                <a:gd name="connsiteY1" fmla="*/ 0 h 26317"/>
                <a:gd name="connsiteX2" fmla="*/ 72089 w 72089"/>
                <a:gd name="connsiteY2" fmla="*/ 12514 h 26317"/>
                <a:gd name="connsiteX3" fmla="*/ 31773 w 72089"/>
                <a:gd name="connsiteY3" fmla="*/ 26318 h 26317"/>
                <a:gd name="connsiteX4" fmla="*/ 0 w 72089"/>
                <a:gd name="connsiteY4" fmla="*/ 17095 h 2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89" h="26317">
                  <a:moveTo>
                    <a:pt x="0" y="17095"/>
                  </a:moveTo>
                  <a:cubicBezTo>
                    <a:pt x="0" y="17095"/>
                    <a:pt x="35964" y="1513"/>
                    <a:pt x="71228" y="0"/>
                  </a:cubicBezTo>
                  <a:lnTo>
                    <a:pt x="72089" y="12514"/>
                  </a:lnTo>
                  <a:lnTo>
                    <a:pt x="31773" y="26318"/>
                  </a:lnTo>
                  <a:lnTo>
                    <a:pt x="0" y="17095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9" name="任意多边形: 形状 2948">
              <a:extLst>
                <a:ext uri="{FF2B5EF4-FFF2-40B4-BE49-F238E27FC236}">
                  <a16:creationId xmlns:a16="http://schemas.microsoft.com/office/drawing/2014/main" id="{11DF1356-F568-D28E-542D-C4B49ED1C285}"/>
                </a:ext>
              </a:extLst>
            </p:cNvPr>
            <p:cNvSpPr/>
            <p:nvPr/>
          </p:nvSpPr>
          <p:spPr>
            <a:xfrm>
              <a:off x="8594541" y="1387386"/>
              <a:ext cx="305876" cy="372691"/>
            </a:xfrm>
            <a:custGeom>
              <a:avLst/>
              <a:gdLst>
                <a:gd name="connsiteX0" fmla="*/ 1495 w 305876"/>
                <a:gd name="connsiteY0" fmla="*/ 234826 h 372691"/>
                <a:gd name="connsiteX1" fmla="*/ 83392 w 305876"/>
                <a:gd name="connsiteY1" fmla="*/ 68668 h 372691"/>
                <a:gd name="connsiteX2" fmla="*/ 115051 w 305876"/>
                <a:gd name="connsiteY2" fmla="*/ 148192 h 372691"/>
                <a:gd name="connsiteX3" fmla="*/ 136322 w 305876"/>
                <a:gd name="connsiteY3" fmla="*/ 87066 h 372691"/>
                <a:gd name="connsiteX4" fmla="*/ 209700 w 305876"/>
                <a:gd name="connsiteY4" fmla="*/ 1359 h 372691"/>
                <a:gd name="connsiteX5" fmla="*/ 203860 w 305876"/>
                <a:gd name="connsiteY5" fmla="*/ 36334 h 372691"/>
                <a:gd name="connsiteX6" fmla="*/ 215817 w 305876"/>
                <a:gd name="connsiteY6" fmla="*/ 89017 h 372691"/>
                <a:gd name="connsiteX7" fmla="*/ 248061 w 305876"/>
                <a:gd name="connsiteY7" fmla="*/ 128257 h 372691"/>
                <a:gd name="connsiteX8" fmla="*/ 287245 w 305876"/>
                <a:gd name="connsiteY8" fmla="*/ 180650 h 372691"/>
                <a:gd name="connsiteX9" fmla="*/ 305848 w 305876"/>
                <a:gd name="connsiteY9" fmla="*/ 249067 h 372691"/>
                <a:gd name="connsiteX10" fmla="*/ 213292 w 305876"/>
                <a:gd name="connsiteY10" fmla="*/ 370623 h 372691"/>
                <a:gd name="connsiteX11" fmla="*/ 110799 w 305876"/>
                <a:gd name="connsiteY11" fmla="*/ 287985 h 372691"/>
                <a:gd name="connsiteX12" fmla="*/ 1495 w 305876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76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66" y="104651"/>
                    <a:pt x="115051" y="148192"/>
                  </a:cubicBezTo>
                  <a:cubicBezTo>
                    <a:pt x="115051" y="148192"/>
                    <a:pt x="144432" y="152558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4"/>
                  </a:cubicBezTo>
                  <a:cubicBezTo>
                    <a:pt x="199850" y="53976"/>
                    <a:pt x="206052" y="75832"/>
                    <a:pt x="215817" y="89017"/>
                  </a:cubicBezTo>
                  <a:cubicBezTo>
                    <a:pt x="227052" y="104175"/>
                    <a:pt x="235818" y="115829"/>
                    <a:pt x="248061" y="128257"/>
                  </a:cubicBezTo>
                  <a:cubicBezTo>
                    <a:pt x="263301" y="143740"/>
                    <a:pt x="276871" y="161258"/>
                    <a:pt x="287245" y="180650"/>
                  </a:cubicBezTo>
                  <a:cubicBezTo>
                    <a:pt x="298870" y="202382"/>
                    <a:pt x="306400" y="226407"/>
                    <a:pt x="305848" y="249067"/>
                  </a:cubicBezTo>
                  <a:cubicBezTo>
                    <a:pt x="304426" y="307886"/>
                    <a:pt x="268148" y="386472"/>
                    <a:pt x="213292" y="370623"/>
                  </a:cubicBezTo>
                  <a:cubicBezTo>
                    <a:pt x="181504" y="361439"/>
                    <a:pt x="140808" y="305750"/>
                    <a:pt x="110799" y="287985"/>
                  </a:cubicBezTo>
                  <a:cubicBezTo>
                    <a:pt x="74973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0" name="任意多边形: 形状 2949">
              <a:extLst>
                <a:ext uri="{FF2B5EF4-FFF2-40B4-BE49-F238E27FC236}">
                  <a16:creationId xmlns:a16="http://schemas.microsoft.com/office/drawing/2014/main" id="{55794C69-DD29-2F08-40A9-1360C7D65DEA}"/>
                </a:ext>
              </a:extLst>
            </p:cNvPr>
            <p:cNvSpPr/>
            <p:nvPr/>
          </p:nvSpPr>
          <p:spPr>
            <a:xfrm>
              <a:off x="8713166" y="1387433"/>
              <a:ext cx="72344" cy="20472"/>
            </a:xfrm>
            <a:custGeom>
              <a:avLst/>
              <a:gdLst>
                <a:gd name="connsiteX0" fmla="*/ 72345 w 72344"/>
                <a:gd name="connsiteY0" fmla="*/ 57 h 20472"/>
                <a:gd name="connsiteX1" fmla="*/ 34312 w 72344"/>
                <a:gd name="connsiteY1" fmla="*/ 2731 h 20472"/>
                <a:gd name="connsiteX2" fmla="*/ 1811 w 72344"/>
                <a:gd name="connsiteY2" fmla="*/ 16268 h 20472"/>
                <a:gd name="connsiteX3" fmla="*/ 6905 w 72344"/>
                <a:gd name="connsiteY3" fmla="*/ 20472 h 20472"/>
                <a:gd name="connsiteX4" fmla="*/ 57723 w 72344"/>
                <a:gd name="connsiteY4" fmla="*/ 10579 h 20472"/>
                <a:gd name="connsiteX5" fmla="*/ 72345 w 72344"/>
                <a:gd name="connsiteY5" fmla="*/ 57 h 20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44" h="20472">
                  <a:moveTo>
                    <a:pt x="72345" y="57"/>
                  </a:moveTo>
                  <a:cubicBezTo>
                    <a:pt x="72345" y="57"/>
                    <a:pt x="51107" y="-627"/>
                    <a:pt x="34312" y="2731"/>
                  </a:cubicBezTo>
                  <a:cubicBezTo>
                    <a:pt x="18811" y="5832"/>
                    <a:pt x="5017" y="14208"/>
                    <a:pt x="1811" y="16268"/>
                  </a:cubicBezTo>
                  <a:cubicBezTo>
                    <a:pt x="-4268" y="20182"/>
                    <a:pt x="6905" y="20472"/>
                    <a:pt x="6905" y="20472"/>
                  </a:cubicBezTo>
                  <a:lnTo>
                    <a:pt x="57723" y="10579"/>
                  </a:lnTo>
                  <a:lnTo>
                    <a:pt x="72345" y="57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1" name="任意多边形: 形状 2950">
              <a:extLst>
                <a:ext uri="{FF2B5EF4-FFF2-40B4-BE49-F238E27FC236}">
                  <a16:creationId xmlns:a16="http://schemas.microsoft.com/office/drawing/2014/main" id="{9E226628-760F-81F7-0428-EBC1ABF13558}"/>
                </a:ext>
              </a:extLst>
            </p:cNvPr>
            <p:cNvSpPr/>
            <p:nvPr/>
          </p:nvSpPr>
          <p:spPr>
            <a:xfrm>
              <a:off x="8547804" y="1396895"/>
              <a:ext cx="305880" cy="372691"/>
            </a:xfrm>
            <a:custGeom>
              <a:avLst/>
              <a:gdLst>
                <a:gd name="connsiteX0" fmla="*/ 1495 w 305880"/>
                <a:gd name="connsiteY0" fmla="*/ 234826 h 372691"/>
                <a:gd name="connsiteX1" fmla="*/ 83392 w 305880"/>
                <a:gd name="connsiteY1" fmla="*/ 68668 h 372691"/>
                <a:gd name="connsiteX2" fmla="*/ 115051 w 305880"/>
                <a:gd name="connsiteY2" fmla="*/ 148192 h 372691"/>
                <a:gd name="connsiteX3" fmla="*/ 136322 w 305880"/>
                <a:gd name="connsiteY3" fmla="*/ 87066 h 372691"/>
                <a:gd name="connsiteX4" fmla="*/ 209700 w 305880"/>
                <a:gd name="connsiteY4" fmla="*/ 1359 h 372691"/>
                <a:gd name="connsiteX5" fmla="*/ 203860 w 305880"/>
                <a:gd name="connsiteY5" fmla="*/ 36339 h 372691"/>
                <a:gd name="connsiteX6" fmla="*/ 215822 w 305880"/>
                <a:gd name="connsiteY6" fmla="*/ 89016 h 372691"/>
                <a:gd name="connsiteX7" fmla="*/ 248061 w 305880"/>
                <a:gd name="connsiteY7" fmla="*/ 128262 h 372691"/>
                <a:gd name="connsiteX8" fmla="*/ 287245 w 305880"/>
                <a:gd name="connsiteY8" fmla="*/ 180650 h 372691"/>
                <a:gd name="connsiteX9" fmla="*/ 305853 w 305880"/>
                <a:gd name="connsiteY9" fmla="*/ 249072 h 372691"/>
                <a:gd name="connsiteX10" fmla="*/ 213296 w 305880"/>
                <a:gd name="connsiteY10" fmla="*/ 370623 h 372691"/>
                <a:gd name="connsiteX11" fmla="*/ 110799 w 305880"/>
                <a:gd name="connsiteY11" fmla="*/ 287984 h 372691"/>
                <a:gd name="connsiteX12" fmla="*/ 1495 w 305880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80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71" y="104651"/>
                    <a:pt x="115051" y="148192"/>
                  </a:cubicBezTo>
                  <a:cubicBezTo>
                    <a:pt x="115051" y="148192"/>
                    <a:pt x="144437" y="152563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9"/>
                  </a:cubicBezTo>
                  <a:cubicBezTo>
                    <a:pt x="199855" y="53976"/>
                    <a:pt x="206052" y="75832"/>
                    <a:pt x="215822" y="89016"/>
                  </a:cubicBezTo>
                  <a:cubicBezTo>
                    <a:pt x="227052" y="104175"/>
                    <a:pt x="235823" y="115829"/>
                    <a:pt x="248061" y="128262"/>
                  </a:cubicBezTo>
                  <a:cubicBezTo>
                    <a:pt x="263301" y="143744"/>
                    <a:pt x="276871" y="161258"/>
                    <a:pt x="287245" y="180650"/>
                  </a:cubicBezTo>
                  <a:cubicBezTo>
                    <a:pt x="298875" y="202382"/>
                    <a:pt x="306400" y="226407"/>
                    <a:pt x="305853" y="249072"/>
                  </a:cubicBezTo>
                  <a:cubicBezTo>
                    <a:pt x="304426" y="307886"/>
                    <a:pt x="268148" y="386472"/>
                    <a:pt x="213296" y="370623"/>
                  </a:cubicBezTo>
                  <a:cubicBezTo>
                    <a:pt x="181504" y="361443"/>
                    <a:pt x="140808" y="305755"/>
                    <a:pt x="110799" y="287984"/>
                  </a:cubicBezTo>
                  <a:cubicBezTo>
                    <a:pt x="74978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2" name="任意多边形: 形状 2951">
              <a:extLst>
                <a:ext uri="{FF2B5EF4-FFF2-40B4-BE49-F238E27FC236}">
                  <a16:creationId xmlns:a16="http://schemas.microsoft.com/office/drawing/2014/main" id="{0739610C-531A-1216-5C5A-E4AB8C3CF0AD}"/>
                </a:ext>
              </a:extLst>
            </p:cNvPr>
            <p:cNvSpPr/>
            <p:nvPr/>
          </p:nvSpPr>
          <p:spPr>
            <a:xfrm>
              <a:off x="8524228" y="1709575"/>
              <a:ext cx="9470" cy="55993"/>
            </a:xfrm>
            <a:custGeom>
              <a:avLst/>
              <a:gdLst>
                <a:gd name="connsiteX0" fmla="*/ 9470 w 9470"/>
                <a:gd name="connsiteY0" fmla="*/ 5470 h 55993"/>
                <a:gd name="connsiteX1" fmla="*/ 0 w 9470"/>
                <a:gd name="connsiteY1" fmla="*/ 0 h 55993"/>
                <a:gd name="connsiteX2" fmla="*/ 0 w 9470"/>
                <a:gd name="connsiteY2" fmla="*/ 50528 h 55993"/>
                <a:gd name="connsiteX3" fmla="*/ 9470 w 9470"/>
                <a:gd name="connsiteY3" fmla="*/ 55993 h 55993"/>
                <a:gd name="connsiteX4" fmla="*/ 9470 w 9470"/>
                <a:gd name="connsiteY4" fmla="*/ 5470 h 5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0" h="55993">
                  <a:moveTo>
                    <a:pt x="9470" y="5470"/>
                  </a:moveTo>
                  <a:lnTo>
                    <a:pt x="0" y="0"/>
                  </a:lnTo>
                  <a:lnTo>
                    <a:pt x="0" y="50528"/>
                  </a:lnTo>
                  <a:lnTo>
                    <a:pt x="9470" y="55993"/>
                  </a:lnTo>
                  <a:lnTo>
                    <a:pt x="9470" y="5470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3" name="任意多边形: 形状 2952">
              <a:extLst>
                <a:ext uri="{FF2B5EF4-FFF2-40B4-BE49-F238E27FC236}">
                  <a16:creationId xmlns:a16="http://schemas.microsoft.com/office/drawing/2014/main" id="{57D969DC-1FED-E0BD-6253-2ADDA9F1B4BE}"/>
                </a:ext>
              </a:extLst>
            </p:cNvPr>
            <p:cNvSpPr/>
            <p:nvPr/>
          </p:nvSpPr>
          <p:spPr>
            <a:xfrm>
              <a:off x="8524228" y="1685493"/>
              <a:ext cx="138693" cy="80075"/>
            </a:xfrm>
            <a:custGeom>
              <a:avLst/>
              <a:gdLst>
                <a:gd name="connsiteX0" fmla="*/ 41710 w 138693"/>
                <a:gd name="connsiteY0" fmla="*/ 0 h 80075"/>
                <a:gd name="connsiteX1" fmla="*/ 0 w 138693"/>
                <a:gd name="connsiteY1" fmla="*/ 24082 h 80075"/>
                <a:gd name="connsiteX2" fmla="*/ 9470 w 138693"/>
                <a:gd name="connsiteY2" fmla="*/ 29552 h 80075"/>
                <a:gd name="connsiteX3" fmla="*/ 51180 w 138693"/>
                <a:gd name="connsiteY3" fmla="*/ 5470 h 80075"/>
                <a:gd name="connsiteX4" fmla="*/ 41710 w 138693"/>
                <a:gd name="connsiteY4" fmla="*/ 0 h 80075"/>
                <a:gd name="connsiteX5" fmla="*/ 129224 w 138693"/>
                <a:gd name="connsiteY5" fmla="*/ 50528 h 80075"/>
                <a:gd name="connsiteX6" fmla="*/ 87514 w 138693"/>
                <a:gd name="connsiteY6" fmla="*/ 74610 h 80075"/>
                <a:gd name="connsiteX7" fmla="*/ 96984 w 138693"/>
                <a:gd name="connsiteY7" fmla="*/ 80075 h 80075"/>
                <a:gd name="connsiteX8" fmla="*/ 138694 w 138693"/>
                <a:gd name="connsiteY8" fmla="*/ 55998 h 80075"/>
                <a:gd name="connsiteX9" fmla="*/ 129224 w 138693"/>
                <a:gd name="connsiteY9" fmla="*/ 50528 h 8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693" h="80075">
                  <a:moveTo>
                    <a:pt x="41710" y="0"/>
                  </a:moveTo>
                  <a:lnTo>
                    <a:pt x="0" y="24082"/>
                  </a:lnTo>
                  <a:lnTo>
                    <a:pt x="9470" y="29552"/>
                  </a:lnTo>
                  <a:lnTo>
                    <a:pt x="51180" y="5470"/>
                  </a:lnTo>
                  <a:lnTo>
                    <a:pt x="41710" y="0"/>
                  </a:lnTo>
                  <a:close/>
                  <a:moveTo>
                    <a:pt x="129224" y="50528"/>
                  </a:moveTo>
                  <a:lnTo>
                    <a:pt x="87514" y="74610"/>
                  </a:lnTo>
                  <a:lnTo>
                    <a:pt x="96984" y="80075"/>
                  </a:lnTo>
                  <a:lnTo>
                    <a:pt x="138694" y="55998"/>
                  </a:lnTo>
                  <a:lnTo>
                    <a:pt x="129224" y="50528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4" name="任意多边形: 形状 2953">
              <a:extLst>
                <a:ext uri="{FF2B5EF4-FFF2-40B4-BE49-F238E27FC236}">
                  <a16:creationId xmlns:a16="http://schemas.microsoft.com/office/drawing/2014/main" id="{FF09091D-5573-5AE6-79C2-F7B11656D08D}"/>
                </a:ext>
              </a:extLst>
            </p:cNvPr>
            <p:cNvSpPr/>
            <p:nvPr/>
          </p:nvSpPr>
          <p:spPr>
            <a:xfrm>
              <a:off x="8427790" y="1555729"/>
              <a:ext cx="439241" cy="385881"/>
            </a:xfrm>
            <a:custGeom>
              <a:avLst/>
              <a:gdLst>
                <a:gd name="connsiteX0" fmla="*/ 311635 w 439241"/>
                <a:gd name="connsiteY0" fmla="*/ 174337 h 385881"/>
                <a:gd name="connsiteX1" fmla="*/ 12210 w 439241"/>
                <a:gd name="connsiteY1" fmla="*/ 1463 h 385881"/>
                <a:gd name="connsiteX2" fmla="*/ 0 w 439241"/>
                <a:gd name="connsiteY2" fmla="*/ 10695 h 385881"/>
                <a:gd name="connsiteX3" fmla="*/ 0 w 439241"/>
                <a:gd name="connsiteY3" fmla="*/ 69742 h 385881"/>
                <a:gd name="connsiteX4" fmla="*/ 311635 w 439241"/>
                <a:gd name="connsiteY4" fmla="*/ 249660 h 385881"/>
                <a:gd name="connsiteX5" fmla="*/ 311635 w 439241"/>
                <a:gd name="connsiteY5" fmla="*/ 174337 h 385881"/>
                <a:gd name="connsiteX6" fmla="*/ 439241 w 439241"/>
                <a:gd name="connsiteY6" fmla="*/ 323338 h 385881"/>
                <a:gd name="connsiteX7" fmla="*/ 0 w 439241"/>
                <a:gd name="connsiteY7" fmla="*/ 69742 h 385881"/>
                <a:gd name="connsiteX8" fmla="*/ 0 w 439241"/>
                <a:gd name="connsiteY8" fmla="*/ 132290 h 385881"/>
                <a:gd name="connsiteX9" fmla="*/ 439241 w 439241"/>
                <a:gd name="connsiteY9" fmla="*/ 385881 h 385881"/>
                <a:gd name="connsiteX10" fmla="*/ 439241 w 439241"/>
                <a:gd name="connsiteY10" fmla="*/ 323338 h 38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9241" h="385881">
                  <a:moveTo>
                    <a:pt x="311635" y="174337"/>
                  </a:moveTo>
                  <a:lnTo>
                    <a:pt x="12210" y="1463"/>
                  </a:lnTo>
                  <a:cubicBezTo>
                    <a:pt x="5470" y="-2428"/>
                    <a:pt x="0" y="1710"/>
                    <a:pt x="0" y="10695"/>
                  </a:cubicBezTo>
                  <a:lnTo>
                    <a:pt x="0" y="69742"/>
                  </a:lnTo>
                  <a:lnTo>
                    <a:pt x="311635" y="249660"/>
                  </a:lnTo>
                  <a:lnTo>
                    <a:pt x="311635" y="174337"/>
                  </a:lnTo>
                  <a:close/>
                  <a:moveTo>
                    <a:pt x="439241" y="323338"/>
                  </a:moveTo>
                  <a:lnTo>
                    <a:pt x="0" y="69742"/>
                  </a:lnTo>
                  <a:lnTo>
                    <a:pt x="0" y="132290"/>
                  </a:lnTo>
                  <a:lnTo>
                    <a:pt x="439241" y="385881"/>
                  </a:lnTo>
                  <a:lnTo>
                    <a:pt x="439241" y="323338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5" name="任意多边形: 形状 2954">
              <a:extLst>
                <a:ext uri="{FF2B5EF4-FFF2-40B4-BE49-F238E27FC236}">
                  <a16:creationId xmlns:a16="http://schemas.microsoft.com/office/drawing/2014/main" id="{134F6AA1-D11E-CDA9-2324-BFB8BA38C57D}"/>
                </a:ext>
              </a:extLst>
            </p:cNvPr>
            <p:cNvSpPr/>
            <p:nvPr/>
          </p:nvSpPr>
          <p:spPr>
            <a:xfrm>
              <a:off x="8427790" y="1688018"/>
              <a:ext cx="439241" cy="316138"/>
            </a:xfrm>
            <a:custGeom>
              <a:avLst/>
              <a:gdLst>
                <a:gd name="connsiteX0" fmla="*/ 439241 w 439241"/>
                <a:gd name="connsiteY0" fmla="*/ 253591 h 316138"/>
                <a:gd name="connsiteX1" fmla="*/ 0 w 439241"/>
                <a:gd name="connsiteY1" fmla="*/ 0 h 316138"/>
                <a:gd name="connsiteX2" fmla="*/ 0 w 439241"/>
                <a:gd name="connsiteY2" fmla="*/ 62543 h 316138"/>
                <a:gd name="connsiteX3" fmla="*/ 439241 w 439241"/>
                <a:gd name="connsiteY3" fmla="*/ 316139 h 316138"/>
                <a:gd name="connsiteX4" fmla="*/ 439241 w 439241"/>
                <a:gd name="connsiteY4" fmla="*/ 253591 h 31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241" h="316138">
                  <a:moveTo>
                    <a:pt x="439241" y="253591"/>
                  </a:moveTo>
                  <a:lnTo>
                    <a:pt x="0" y="0"/>
                  </a:lnTo>
                  <a:lnTo>
                    <a:pt x="0" y="62543"/>
                  </a:lnTo>
                  <a:lnTo>
                    <a:pt x="439241" y="316139"/>
                  </a:lnTo>
                  <a:lnTo>
                    <a:pt x="439241" y="25359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6" name="任意多边形: 形状 2955">
              <a:extLst>
                <a:ext uri="{FF2B5EF4-FFF2-40B4-BE49-F238E27FC236}">
                  <a16:creationId xmlns:a16="http://schemas.microsoft.com/office/drawing/2014/main" id="{32E74573-02FA-CC5D-6038-B8F667A8B81E}"/>
                </a:ext>
              </a:extLst>
            </p:cNvPr>
            <p:cNvSpPr/>
            <p:nvPr/>
          </p:nvSpPr>
          <p:spPr>
            <a:xfrm>
              <a:off x="8427790" y="1742837"/>
              <a:ext cx="439241" cy="323849"/>
            </a:xfrm>
            <a:custGeom>
              <a:avLst/>
              <a:gdLst>
                <a:gd name="connsiteX0" fmla="*/ 439241 w 439241"/>
                <a:gd name="connsiteY0" fmla="*/ 261302 h 323849"/>
                <a:gd name="connsiteX1" fmla="*/ 0 w 439241"/>
                <a:gd name="connsiteY1" fmla="*/ 7710 h 323849"/>
                <a:gd name="connsiteX2" fmla="*/ 0 w 439241"/>
                <a:gd name="connsiteY2" fmla="*/ 70253 h 323849"/>
                <a:gd name="connsiteX3" fmla="*/ 439241 w 439241"/>
                <a:gd name="connsiteY3" fmla="*/ 323849 h 323849"/>
                <a:gd name="connsiteX4" fmla="*/ 439241 w 439241"/>
                <a:gd name="connsiteY4" fmla="*/ 261302 h 323849"/>
                <a:gd name="connsiteX5" fmla="*/ 439241 w 439241"/>
                <a:gd name="connsiteY5" fmla="*/ 73664 h 323849"/>
                <a:gd name="connsiteX6" fmla="*/ 311649 w 439241"/>
                <a:gd name="connsiteY6" fmla="*/ 0 h 323849"/>
                <a:gd name="connsiteX7" fmla="*/ 311649 w 439241"/>
                <a:gd name="connsiteY7" fmla="*/ 62543 h 323849"/>
                <a:gd name="connsiteX8" fmla="*/ 439241 w 439241"/>
                <a:gd name="connsiteY8" fmla="*/ 136211 h 323849"/>
                <a:gd name="connsiteX9" fmla="*/ 439241 w 439241"/>
                <a:gd name="connsiteY9" fmla="*/ 73664 h 32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241" h="323849">
                  <a:moveTo>
                    <a:pt x="439241" y="261302"/>
                  </a:moveTo>
                  <a:lnTo>
                    <a:pt x="0" y="7710"/>
                  </a:lnTo>
                  <a:lnTo>
                    <a:pt x="0" y="70253"/>
                  </a:lnTo>
                  <a:lnTo>
                    <a:pt x="439241" y="323849"/>
                  </a:lnTo>
                  <a:lnTo>
                    <a:pt x="439241" y="261302"/>
                  </a:lnTo>
                  <a:close/>
                  <a:moveTo>
                    <a:pt x="439241" y="73664"/>
                  </a:moveTo>
                  <a:lnTo>
                    <a:pt x="311649" y="0"/>
                  </a:lnTo>
                  <a:lnTo>
                    <a:pt x="311649" y="62543"/>
                  </a:lnTo>
                  <a:lnTo>
                    <a:pt x="439241" y="136211"/>
                  </a:lnTo>
                  <a:lnTo>
                    <a:pt x="439241" y="73664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7" name="任意多边形: 形状 2956">
              <a:extLst>
                <a:ext uri="{FF2B5EF4-FFF2-40B4-BE49-F238E27FC236}">
                  <a16:creationId xmlns:a16="http://schemas.microsoft.com/office/drawing/2014/main" id="{BD065852-964A-E7CB-D830-1B8FBE3B6F93}"/>
                </a:ext>
              </a:extLst>
            </p:cNvPr>
            <p:cNvSpPr/>
            <p:nvPr/>
          </p:nvSpPr>
          <p:spPr>
            <a:xfrm>
              <a:off x="8427877" y="1535155"/>
              <a:ext cx="488179" cy="283190"/>
            </a:xfrm>
            <a:custGeom>
              <a:avLst/>
              <a:gdLst>
                <a:gd name="connsiteX0" fmla="*/ 61268 w 488179"/>
                <a:gd name="connsiteY0" fmla="*/ 3501 h 283190"/>
                <a:gd name="connsiteX1" fmla="*/ 36477 w 488179"/>
                <a:gd name="connsiteY1" fmla="*/ 2473 h 283190"/>
                <a:gd name="connsiteX2" fmla="*/ 5664 w 488179"/>
                <a:gd name="connsiteY2" fmla="*/ 20263 h 283190"/>
                <a:gd name="connsiteX3" fmla="*/ 8019 w 488179"/>
                <a:gd name="connsiteY3" fmla="*/ 39184 h 283190"/>
                <a:gd name="connsiteX4" fmla="*/ 430650 w 488179"/>
                <a:gd name="connsiteY4" fmla="*/ 283191 h 283190"/>
                <a:gd name="connsiteX5" fmla="*/ 488180 w 488179"/>
                <a:gd name="connsiteY5" fmla="*/ 249981 h 283190"/>
                <a:gd name="connsiteX6" fmla="*/ 61268 w 488179"/>
                <a:gd name="connsiteY6" fmla="*/ 3501 h 28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179" h="283190">
                  <a:moveTo>
                    <a:pt x="61268" y="3501"/>
                  </a:moveTo>
                  <a:cubicBezTo>
                    <a:pt x="53938" y="-733"/>
                    <a:pt x="42827" y="-1189"/>
                    <a:pt x="36477" y="2473"/>
                  </a:cubicBezTo>
                  <a:lnTo>
                    <a:pt x="5664" y="20263"/>
                  </a:lnTo>
                  <a:cubicBezTo>
                    <a:pt x="-2726" y="25109"/>
                    <a:pt x="-1675" y="33590"/>
                    <a:pt x="8019" y="39184"/>
                  </a:cubicBezTo>
                  <a:lnTo>
                    <a:pt x="430650" y="283191"/>
                  </a:lnTo>
                  <a:lnTo>
                    <a:pt x="488180" y="249981"/>
                  </a:lnTo>
                  <a:lnTo>
                    <a:pt x="61268" y="350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8" name="任意多边形: 形状 2957">
              <a:extLst>
                <a:ext uri="{FF2B5EF4-FFF2-40B4-BE49-F238E27FC236}">
                  <a16:creationId xmlns:a16="http://schemas.microsoft.com/office/drawing/2014/main" id="{DCD26CCA-A4B7-8C8E-7A26-0D91A2835713}"/>
                </a:ext>
              </a:extLst>
            </p:cNvPr>
            <p:cNvSpPr/>
            <p:nvPr/>
          </p:nvSpPr>
          <p:spPr>
            <a:xfrm>
              <a:off x="8469200" y="1624481"/>
              <a:ext cx="401974" cy="444615"/>
            </a:xfrm>
            <a:custGeom>
              <a:avLst/>
              <a:gdLst>
                <a:gd name="connsiteX0" fmla="*/ 76969 w 401974"/>
                <a:gd name="connsiteY0" fmla="*/ 6768 h 444615"/>
                <a:gd name="connsiteX1" fmla="*/ 65249 w 401974"/>
                <a:gd name="connsiteY1" fmla="*/ 0 h 444615"/>
                <a:gd name="connsiteX2" fmla="*/ 65249 w 401974"/>
                <a:gd name="connsiteY2" fmla="*/ 62548 h 444615"/>
                <a:gd name="connsiteX3" fmla="*/ 76969 w 401974"/>
                <a:gd name="connsiteY3" fmla="*/ 69316 h 444615"/>
                <a:gd name="connsiteX4" fmla="*/ 76969 w 401974"/>
                <a:gd name="connsiteY4" fmla="*/ 6768 h 444615"/>
                <a:gd name="connsiteX5" fmla="*/ 11725 w 401974"/>
                <a:gd name="connsiteY5" fmla="*/ 38437 h 444615"/>
                <a:gd name="connsiteX6" fmla="*/ 0 w 401974"/>
                <a:gd name="connsiteY6" fmla="*/ 31669 h 444615"/>
                <a:gd name="connsiteX7" fmla="*/ 0 w 401974"/>
                <a:gd name="connsiteY7" fmla="*/ 94216 h 444615"/>
                <a:gd name="connsiteX8" fmla="*/ 11725 w 401974"/>
                <a:gd name="connsiteY8" fmla="*/ 100985 h 444615"/>
                <a:gd name="connsiteX9" fmla="*/ 11725 w 401974"/>
                <a:gd name="connsiteY9" fmla="*/ 38437 h 444615"/>
                <a:gd name="connsiteX10" fmla="*/ 114407 w 401974"/>
                <a:gd name="connsiteY10" fmla="*/ 97722 h 444615"/>
                <a:gd name="connsiteX11" fmla="*/ 102683 w 401974"/>
                <a:gd name="connsiteY11" fmla="*/ 90953 h 444615"/>
                <a:gd name="connsiteX12" fmla="*/ 102683 w 401974"/>
                <a:gd name="connsiteY12" fmla="*/ 153501 h 444615"/>
                <a:gd name="connsiteX13" fmla="*/ 114407 w 401974"/>
                <a:gd name="connsiteY13" fmla="*/ 160269 h 444615"/>
                <a:gd name="connsiteX14" fmla="*/ 114407 w 401974"/>
                <a:gd name="connsiteY14" fmla="*/ 97722 h 444615"/>
                <a:gd name="connsiteX15" fmla="*/ 43755 w 401974"/>
                <a:gd name="connsiteY15" fmla="*/ 119478 h 444615"/>
                <a:gd name="connsiteX16" fmla="*/ 32030 w 401974"/>
                <a:gd name="connsiteY16" fmla="*/ 112709 h 444615"/>
                <a:gd name="connsiteX17" fmla="*/ 32030 w 401974"/>
                <a:gd name="connsiteY17" fmla="*/ 175257 h 444615"/>
                <a:gd name="connsiteX18" fmla="*/ 43755 w 401974"/>
                <a:gd name="connsiteY18" fmla="*/ 182025 h 444615"/>
                <a:gd name="connsiteX19" fmla="*/ 43755 w 401974"/>
                <a:gd name="connsiteY19" fmla="*/ 119478 h 444615"/>
                <a:gd name="connsiteX20" fmla="*/ 148787 w 401974"/>
                <a:gd name="connsiteY20" fmla="*/ 180118 h 444615"/>
                <a:gd name="connsiteX21" fmla="*/ 137067 w 401974"/>
                <a:gd name="connsiteY21" fmla="*/ 173350 h 444615"/>
                <a:gd name="connsiteX22" fmla="*/ 137067 w 401974"/>
                <a:gd name="connsiteY22" fmla="*/ 235897 h 444615"/>
                <a:gd name="connsiteX23" fmla="*/ 148787 w 401974"/>
                <a:gd name="connsiteY23" fmla="*/ 242666 h 444615"/>
                <a:gd name="connsiteX24" fmla="*/ 148787 w 401974"/>
                <a:gd name="connsiteY24" fmla="*/ 180118 h 444615"/>
                <a:gd name="connsiteX25" fmla="*/ 76969 w 401974"/>
                <a:gd name="connsiteY25" fmla="*/ 194430 h 444615"/>
                <a:gd name="connsiteX26" fmla="*/ 65249 w 401974"/>
                <a:gd name="connsiteY26" fmla="*/ 187662 h 444615"/>
                <a:gd name="connsiteX27" fmla="*/ 65249 w 401974"/>
                <a:gd name="connsiteY27" fmla="*/ 250209 h 444615"/>
                <a:gd name="connsiteX28" fmla="*/ 76969 w 401974"/>
                <a:gd name="connsiteY28" fmla="*/ 256978 h 444615"/>
                <a:gd name="connsiteX29" fmla="*/ 76969 w 401974"/>
                <a:gd name="connsiteY29" fmla="*/ 194430 h 444615"/>
                <a:gd name="connsiteX30" fmla="*/ 179443 w 401974"/>
                <a:gd name="connsiteY30" fmla="*/ 253591 h 444615"/>
                <a:gd name="connsiteX31" fmla="*/ 167723 w 401974"/>
                <a:gd name="connsiteY31" fmla="*/ 246823 h 444615"/>
                <a:gd name="connsiteX32" fmla="*/ 167723 w 401974"/>
                <a:gd name="connsiteY32" fmla="*/ 309371 h 444615"/>
                <a:gd name="connsiteX33" fmla="*/ 179443 w 401974"/>
                <a:gd name="connsiteY33" fmla="*/ 316139 h 444615"/>
                <a:gd name="connsiteX34" fmla="*/ 179443 w 401974"/>
                <a:gd name="connsiteY34" fmla="*/ 253591 h 444615"/>
                <a:gd name="connsiteX35" fmla="*/ 306426 w 401974"/>
                <a:gd name="connsiteY35" fmla="*/ 326903 h 444615"/>
                <a:gd name="connsiteX36" fmla="*/ 294702 w 401974"/>
                <a:gd name="connsiteY36" fmla="*/ 320134 h 444615"/>
                <a:gd name="connsiteX37" fmla="*/ 294702 w 401974"/>
                <a:gd name="connsiteY37" fmla="*/ 382682 h 444615"/>
                <a:gd name="connsiteX38" fmla="*/ 306426 w 401974"/>
                <a:gd name="connsiteY38" fmla="*/ 389450 h 444615"/>
                <a:gd name="connsiteX39" fmla="*/ 306426 w 401974"/>
                <a:gd name="connsiteY39" fmla="*/ 326903 h 444615"/>
                <a:gd name="connsiteX40" fmla="*/ 401974 w 401974"/>
                <a:gd name="connsiteY40" fmla="*/ 382068 h 444615"/>
                <a:gd name="connsiteX41" fmla="*/ 390250 w 401974"/>
                <a:gd name="connsiteY41" fmla="*/ 375300 h 444615"/>
                <a:gd name="connsiteX42" fmla="*/ 390250 w 401974"/>
                <a:gd name="connsiteY42" fmla="*/ 437848 h 444615"/>
                <a:gd name="connsiteX43" fmla="*/ 401974 w 401974"/>
                <a:gd name="connsiteY43" fmla="*/ 444616 h 444615"/>
                <a:gd name="connsiteX44" fmla="*/ 401974 w 401974"/>
                <a:gd name="connsiteY44" fmla="*/ 382068 h 444615"/>
                <a:gd name="connsiteX45" fmla="*/ 263884 w 401974"/>
                <a:gd name="connsiteY45" fmla="*/ 246571 h 444615"/>
                <a:gd name="connsiteX46" fmla="*/ 252160 w 401974"/>
                <a:gd name="connsiteY46" fmla="*/ 239802 h 444615"/>
                <a:gd name="connsiteX47" fmla="*/ 252160 w 401974"/>
                <a:gd name="connsiteY47" fmla="*/ 302345 h 444615"/>
                <a:gd name="connsiteX48" fmla="*/ 263884 w 401974"/>
                <a:gd name="connsiteY48" fmla="*/ 309114 h 444615"/>
                <a:gd name="connsiteX49" fmla="*/ 263884 w 401974"/>
                <a:gd name="connsiteY49" fmla="*/ 246571 h 444615"/>
                <a:gd name="connsiteX50" fmla="*/ 359675 w 401974"/>
                <a:gd name="connsiteY50" fmla="*/ 301874 h 444615"/>
                <a:gd name="connsiteX51" fmla="*/ 347955 w 401974"/>
                <a:gd name="connsiteY51" fmla="*/ 295106 h 444615"/>
                <a:gd name="connsiteX52" fmla="*/ 347955 w 401974"/>
                <a:gd name="connsiteY52" fmla="*/ 357653 h 444615"/>
                <a:gd name="connsiteX53" fmla="*/ 359675 w 401974"/>
                <a:gd name="connsiteY53" fmla="*/ 364422 h 444615"/>
                <a:gd name="connsiteX54" fmla="*/ 359675 w 401974"/>
                <a:gd name="connsiteY54" fmla="*/ 301874 h 444615"/>
                <a:gd name="connsiteX55" fmla="*/ 225557 w 401974"/>
                <a:gd name="connsiteY55" fmla="*/ 161896 h 444615"/>
                <a:gd name="connsiteX56" fmla="*/ 213832 w 401974"/>
                <a:gd name="connsiteY56" fmla="*/ 155128 h 444615"/>
                <a:gd name="connsiteX57" fmla="*/ 213832 w 401974"/>
                <a:gd name="connsiteY57" fmla="*/ 217670 h 444615"/>
                <a:gd name="connsiteX58" fmla="*/ 225557 w 401974"/>
                <a:gd name="connsiteY58" fmla="*/ 224439 h 444615"/>
                <a:gd name="connsiteX59" fmla="*/ 225557 w 401974"/>
                <a:gd name="connsiteY59" fmla="*/ 161896 h 444615"/>
                <a:gd name="connsiteX60" fmla="*/ 328239 w 401974"/>
                <a:gd name="connsiteY60" fmla="*/ 221176 h 444615"/>
                <a:gd name="connsiteX61" fmla="*/ 316515 w 401974"/>
                <a:gd name="connsiteY61" fmla="*/ 214408 h 444615"/>
                <a:gd name="connsiteX62" fmla="*/ 316515 w 401974"/>
                <a:gd name="connsiteY62" fmla="*/ 276955 h 444615"/>
                <a:gd name="connsiteX63" fmla="*/ 328239 w 401974"/>
                <a:gd name="connsiteY63" fmla="*/ 283724 h 444615"/>
                <a:gd name="connsiteX64" fmla="*/ 328239 w 401974"/>
                <a:gd name="connsiteY64" fmla="*/ 221176 h 444615"/>
                <a:gd name="connsiteX65" fmla="*/ 401974 w 401974"/>
                <a:gd name="connsiteY65" fmla="*/ 263751 h 444615"/>
                <a:gd name="connsiteX66" fmla="*/ 390250 w 401974"/>
                <a:gd name="connsiteY66" fmla="*/ 256983 h 444615"/>
                <a:gd name="connsiteX67" fmla="*/ 390250 w 401974"/>
                <a:gd name="connsiteY67" fmla="*/ 319526 h 444615"/>
                <a:gd name="connsiteX68" fmla="*/ 401974 w 401974"/>
                <a:gd name="connsiteY68" fmla="*/ 326294 h 444615"/>
                <a:gd name="connsiteX69" fmla="*/ 401974 w 401974"/>
                <a:gd name="connsiteY69" fmla="*/ 263751 h 444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01974" h="444615">
                  <a:moveTo>
                    <a:pt x="76969" y="6768"/>
                  </a:moveTo>
                  <a:lnTo>
                    <a:pt x="65249" y="0"/>
                  </a:lnTo>
                  <a:lnTo>
                    <a:pt x="65249" y="62548"/>
                  </a:lnTo>
                  <a:lnTo>
                    <a:pt x="76969" y="69316"/>
                  </a:lnTo>
                  <a:lnTo>
                    <a:pt x="76969" y="6768"/>
                  </a:lnTo>
                  <a:close/>
                  <a:moveTo>
                    <a:pt x="11725" y="38437"/>
                  </a:moveTo>
                  <a:lnTo>
                    <a:pt x="0" y="31669"/>
                  </a:lnTo>
                  <a:lnTo>
                    <a:pt x="0" y="94216"/>
                  </a:lnTo>
                  <a:lnTo>
                    <a:pt x="11725" y="100985"/>
                  </a:lnTo>
                  <a:lnTo>
                    <a:pt x="11725" y="38437"/>
                  </a:lnTo>
                  <a:close/>
                  <a:moveTo>
                    <a:pt x="114407" y="97722"/>
                  </a:moveTo>
                  <a:lnTo>
                    <a:pt x="102683" y="90953"/>
                  </a:lnTo>
                  <a:lnTo>
                    <a:pt x="102683" y="153501"/>
                  </a:lnTo>
                  <a:lnTo>
                    <a:pt x="114407" y="160269"/>
                  </a:lnTo>
                  <a:lnTo>
                    <a:pt x="114407" y="97722"/>
                  </a:lnTo>
                  <a:close/>
                  <a:moveTo>
                    <a:pt x="43755" y="119478"/>
                  </a:moveTo>
                  <a:lnTo>
                    <a:pt x="32030" y="112709"/>
                  </a:lnTo>
                  <a:lnTo>
                    <a:pt x="32030" y="175257"/>
                  </a:lnTo>
                  <a:lnTo>
                    <a:pt x="43755" y="182025"/>
                  </a:lnTo>
                  <a:lnTo>
                    <a:pt x="43755" y="119478"/>
                  </a:lnTo>
                  <a:close/>
                  <a:moveTo>
                    <a:pt x="148787" y="180118"/>
                  </a:moveTo>
                  <a:lnTo>
                    <a:pt x="137067" y="173350"/>
                  </a:lnTo>
                  <a:lnTo>
                    <a:pt x="137067" y="235897"/>
                  </a:lnTo>
                  <a:lnTo>
                    <a:pt x="148787" y="242666"/>
                  </a:lnTo>
                  <a:lnTo>
                    <a:pt x="148787" y="180118"/>
                  </a:lnTo>
                  <a:close/>
                  <a:moveTo>
                    <a:pt x="76969" y="194430"/>
                  </a:moveTo>
                  <a:lnTo>
                    <a:pt x="65249" y="187662"/>
                  </a:lnTo>
                  <a:lnTo>
                    <a:pt x="65249" y="250209"/>
                  </a:lnTo>
                  <a:lnTo>
                    <a:pt x="76969" y="256978"/>
                  </a:lnTo>
                  <a:lnTo>
                    <a:pt x="76969" y="194430"/>
                  </a:lnTo>
                  <a:close/>
                  <a:moveTo>
                    <a:pt x="179443" y="253591"/>
                  </a:moveTo>
                  <a:lnTo>
                    <a:pt x="167723" y="246823"/>
                  </a:lnTo>
                  <a:lnTo>
                    <a:pt x="167723" y="309371"/>
                  </a:lnTo>
                  <a:lnTo>
                    <a:pt x="179443" y="316139"/>
                  </a:lnTo>
                  <a:lnTo>
                    <a:pt x="179443" y="253591"/>
                  </a:lnTo>
                  <a:close/>
                  <a:moveTo>
                    <a:pt x="306426" y="326903"/>
                  </a:moveTo>
                  <a:lnTo>
                    <a:pt x="294702" y="320134"/>
                  </a:lnTo>
                  <a:lnTo>
                    <a:pt x="294702" y="382682"/>
                  </a:lnTo>
                  <a:lnTo>
                    <a:pt x="306426" y="389450"/>
                  </a:lnTo>
                  <a:lnTo>
                    <a:pt x="306426" y="326903"/>
                  </a:lnTo>
                  <a:close/>
                  <a:moveTo>
                    <a:pt x="401974" y="382068"/>
                  </a:moveTo>
                  <a:lnTo>
                    <a:pt x="390250" y="375300"/>
                  </a:lnTo>
                  <a:lnTo>
                    <a:pt x="390250" y="437848"/>
                  </a:lnTo>
                  <a:lnTo>
                    <a:pt x="401974" y="444616"/>
                  </a:lnTo>
                  <a:lnTo>
                    <a:pt x="401974" y="382068"/>
                  </a:lnTo>
                  <a:close/>
                  <a:moveTo>
                    <a:pt x="263884" y="246571"/>
                  </a:moveTo>
                  <a:lnTo>
                    <a:pt x="252160" y="239802"/>
                  </a:lnTo>
                  <a:lnTo>
                    <a:pt x="252160" y="302345"/>
                  </a:lnTo>
                  <a:lnTo>
                    <a:pt x="263884" y="309114"/>
                  </a:lnTo>
                  <a:lnTo>
                    <a:pt x="263884" y="246571"/>
                  </a:lnTo>
                  <a:close/>
                  <a:moveTo>
                    <a:pt x="359675" y="301874"/>
                  </a:moveTo>
                  <a:lnTo>
                    <a:pt x="347955" y="295106"/>
                  </a:lnTo>
                  <a:lnTo>
                    <a:pt x="347955" y="357653"/>
                  </a:lnTo>
                  <a:lnTo>
                    <a:pt x="359675" y="364422"/>
                  </a:lnTo>
                  <a:lnTo>
                    <a:pt x="359675" y="301874"/>
                  </a:lnTo>
                  <a:close/>
                  <a:moveTo>
                    <a:pt x="225557" y="161896"/>
                  </a:moveTo>
                  <a:lnTo>
                    <a:pt x="213832" y="155128"/>
                  </a:lnTo>
                  <a:lnTo>
                    <a:pt x="213832" y="217670"/>
                  </a:lnTo>
                  <a:lnTo>
                    <a:pt x="225557" y="224439"/>
                  </a:lnTo>
                  <a:lnTo>
                    <a:pt x="225557" y="161896"/>
                  </a:lnTo>
                  <a:close/>
                  <a:moveTo>
                    <a:pt x="328239" y="221176"/>
                  </a:moveTo>
                  <a:lnTo>
                    <a:pt x="316515" y="214408"/>
                  </a:lnTo>
                  <a:lnTo>
                    <a:pt x="316515" y="276955"/>
                  </a:lnTo>
                  <a:lnTo>
                    <a:pt x="328239" y="283724"/>
                  </a:lnTo>
                  <a:lnTo>
                    <a:pt x="328239" y="221176"/>
                  </a:lnTo>
                  <a:close/>
                  <a:moveTo>
                    <a:pt x="401974" y="263751"/>
                  </a:moveTo>
                  <a:lnTo>
                    <a:pt x="390250" y="256983"/>
                  </a:lnTo>
                  <a:lnTo>
                    <a:pt x="390250" y="319526"/>
                  </a:lnTo>
                  <a:lnTo>
                    <a:pt x="401974" y="326294"/>
                  </a:lnTo>
                  <a:lnTo>
                    <a:pt x="401974" y="263751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9" name="任意多边形: 形状 2958">
              <a:extLst>
                <a:ext uri="{FF2B5EF4-FFF2-40B4-BE49-F238E27FC236}">
                  <a16:creationId xmlns:a16="http://schemas.microsoft.com/office/drawing/2014/main" id="{2FE7B68C-87EF-542C-65C5-F6F376F1E1FD}"/>
                </a:ext>
              </a:extLst>
            </p:cNvPr>
            <p:cNvSpPr/>
            <p:nvPr/>
          </p:nvSpPr>
          <p:spPr>
            <a:xfrm>
              <a:off x="8427790" y="1563180"/>
              <a:ext cx="443384" cy="450142"/>
            </a:xfrm>
            <a:custGeom>
              <a:avLst/>
              <a:gdLst>
                <a:gd name="connsiteX0" fmla="*/ 443384 w 443384"/>
                <a:gd name="connsiteY0" fmla="*/ 387595 h 450142"/>
                <a:gd name="connsiteX1" fmla="*/ 431659 w 443384"/>
                <a:gd name="connsiteY1" fmla="*/ 380827 h 450142"/>
                <a:gd name="connsiteX2" fmla="*/ 431659 w 443384"/>
                <a:gd name="connsiteY2" fmla="*/ 443374 h 450142"/>
                <a:gd name="connsiteX3" fmla="*/ 443384 w 443384"/>
                <a:gd name="connsiteY3" fmla="*/ 450143 h 450142"/>
                <a:gd name="connsiteX4" fmla="*/ 443384 w 443384"/>
                <a:gd name="connsiteY4" fmla="*/ 387595 h 450142"/>
                <a:gd name="connsiteX5" fmla="*/ 443384 w 443384"/>
                <a:gd name="connsiteY5" fmla="*/ 318298 h 450142"/>
                <a:gd name="connsiteX6" fmla="*/ 0 w 443384"/>
                <a:gd name="connsiteY6" fmla="*/ 62310 h 450142"/>
                <a:gd name="connsiteX7" fmla="*/ 0 w 443384"/>
                <a:gd name="connsiteY7" fmla="*/ 75818 h 450142"/>
                <a:gd name="connsiteX8" fmla="*/ 443384 w 443384"/>
                <a:gd name="connsiteY8" fmla="*/ 331807 h 450142"/>
                <a:gd name="connsiteX9" fmla="*/ 443384 w 443384"/>
                <a:gd name="connsiteY9" fmla="*/ 318298 h 450142"/>
                <a:gd name="connsiteX10" fmla="*/ 443384 w 443384"/>
                <a:gd name="connsiteY10" fmla="*/ 255712 h 450142"/>
                <a:gd name="connsiteX11" fmla="*/ 604 w 443384"/>
                <a:gd name="connsiteY11" fmla="*/ 71 h 450142"/>
                <a:gd name="connsiteX12" fmla="*/ 0 w 443384"/>
                <a:gd name="connsiteY12" fmla="*/ 528 h 450142"/>
                <a:gd name="connsiteX13" fmla="*/ 0 w 443384"/>
                <a:gd name="connsiteY13" fmla="*/ 13232 h 450142"/>
                <a:gd name="connsiteX14" fmla="*/ 443384 w 443384"/>
                <a:gd name="connsiteY14" fmla="*/ 269221 h 450142"/>
                <a:gd name="connsiteX15" fmla="*/ 443384 w 443384"/>
                <a:gd name="connsiteY15" fmla="*/ 255712 h 45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3384" h="450142">
                  <a:moveTo>
                    <a:pt x="443384" y="387595"/>
                  </a:moveTo>
                  <a:lnTo>
                    <a:pt x="431659" y="380827"/>
                  </a:lnTo>
                  <a:lnTo>
                    <a:pt x="431659" y="443374"/>
                  </a:lnTo>
                  <a:lnTo>
                    <a:pt x="443384" y="450143"/>
                  </a:lnTo>
                  <a:lnTo>
                    <a:pt x="443384" y="387595"/>
                  </a:lnTo>
                  <a:close/>
                  <a:moveTo>
                    <a:pt x="443384" y="318298"/>
                  </a:moveTo>
                  <a:lnTo>
                    <a:pt x="0" y="62310"/>
                  </a:lnTo>
                  <a:lnTo>
                    <a:pt x="0" y="75818"/>
                  </a:lnTo>
                  <a:lnTo>
                    <a:pt x="443384" y="331807"/>
                  </a:lnTo>
                  <a:lnTo>
                    <a:pt x="443384" y="318298"/>
                  </a:lnTo>
                  <a:close/>
                  <a:moveTo>
                    <a:pt x="443384" y="255712"/>
                  </a:moveTo>
                  <a:lnTo>
                    <a:pt x="604" y="71"/>
                  </a:lnTo>
                  <a:cubicBezTo>
                    <a:pt x="271" y="-119"/>
                    <a:pt x="0" y="85"/>
                    <a:pt x="0" y="528"/>
                  </a:cubicBezTo>
                  <a:lnTo>
                    <a:pt x="0" y="13232"/>
                  </a:lnTo>
                  <a:lnTo>
                    <a:pt x="443384" y="269221"/>
                  </a:lnTo>
                  <a:lnTo>
                    <a:pt x="443384" y="255712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0" name="任意多边形: 形状 2959">
              <a:extLst>
                <a:ext uri="{FF2B5EF4-FFF2-40B4-BE49-F238E27FC236}">
                  <a16:creationId xmlns:a16="http://schemas.microsoft.com/office/drawing/2014/main" id="{15AF7353-3F80-D3C0-96E9-9FD549445BEC}"/>
                </a:ext>
              </a:extLst>
            </p:cNvPr>
            <p:cNvSpPr/>
            <p:nvPr/>
          </p:nvSpPr>
          <p:spPr>
            <a:xfrm>
              <a:off x="8427790" y="1594673"/>
              <a:ext cx="443384" cy="425423"/>
            </a:xfrm>
            <a:custGeom>
              <a:avLst/>
              <a:gdLst>
                <a:gd name="connsiteX0" fmla="*/ 443384 w 443384"/>
                <a:gd name="connsiteY0" fmla="*/ 349349 h 425423"/>
                <a:gd name="connsiteX1" fmla="*/ 0 w 443384"/>
                <a:gd name="connsiteY1" fmla="*/ 93360 h 425423"/>
                <a:gd name="connsiteX2" fmla="*/ 0 w 443384"/>
                <a:gd name="connsiteY2" fmla="*/ 106873 h 425423"/>
                <a:gd name="connsiteX3" fmla="*/ 443384 w 443384"/>
                <a:gd name="connsiteY3" fmla="*/ 362857 h 425423"/>
                <a:gd name="connsiteX4" fmla="*/ 443384 w 443384"/>
                <a:gd name="connsiteY4" fmla="*/ 349349 h 425423"/>
                <a:gd name="connsiteX5" fmla="*/ 443384 w 443384"/>
                <a:gd name="connsiteY5" fmla="*/ 411915 h 425423"/>
                <a:gd name="connsiteX6" fmla="*/ 0 w 443384"/>
                <a:gd name="connsiteY6" fmla="*/ 155927 h 425423"/>
                <a:gd name="connsiteX7" fmla="*/ 0 w 443384"/>
                <a:gd name="connsiteY7" fmla="*/ 169435 h 425423"/>
                <a:gd name="connsiteX8" fmla="*/ 443384 w 443384"/>
                <a:gd name="connsiteY8" fmla="*/ 425424 h 425423"/>
                <a:gd name="connsiteX9" fmla="*/ 443384 w 443384"/>
                <a:gd name="connsiteY9" fmla="*/ 411915 h 425423"/>
                <a:gd name="connsiteX10" fmla="*/ 335051 w 443384"/>
                <a:gd name="connsiteY10" fmla="*/ 161673 h 425423"/>
                <a:gd name="connsiteX11" fmla="*/ 323326 w 443384"/>
                <a:gd name="connsiteY11" fmla="*/ 154904 h 425423"/>
                <a:gd name="connsiteX12" fmla="*/ 323326 w 443384"/>
                <a:gd name="connsiteY12" fmla="*/ 217452 h 425423"/>
                <a:gd name="connsiteX13" fmla="*/ 335051 w 443384"/>
                <a:gd name="connsiteY13" fmla="*/ 224220 h 425423"/>
                <a:gd name="connsiteX14" fmla="*/ 335051 w 443384"/>
                <a:gd name="connsiteY14" fmla="*/ 161673 h 425423"/>
                <a:gd name="connsiteX15" fmla="*/ 443384 w 443384"/>
                <a:gd name="connsiteY15" fmla="*/ 228063 h 425423"/>
                <a:gd name="connsiteX16" fmla="*/ 431659 w 443384"/>
                <a:gd name="connsiteY16" fmla="*/ 221295 h 425423"/>
                <a:gd name="connsiteX17" fmla="*/ 431659 w 443384"/>
                <a:gd name="connsiteY17" fmla="*/ 279999 h 425423"/>
                <a:gd name="connsiteX18" fmla="*/ 443384 w 443384"/>
                <a:gd name="connsiteY18" fmla="*/ 286768 h 425423"/>
                <a:gd name="connsiteX19" fmla="*/ 443384 w 443384"/>
                <a:gd name="connsiteY19" fmla="*/ 228063 h 425423"/>
                <a:gd name="connsiteX20" fmla="*/ 158291 w 443384"/>
                <a:gd name="connsiteY20" fmla="*/ 0 h 425423"/>
                <a:gd name="connsiteX21" fmla="*/ 106659 w 443384"/>
                <a:gd name="connsiteY21" fmla="*/ 29809 h 425423"/>
                <a:gd name="connsiteX22" fmla="*/ 118379 w 443384"/>
                <a:gd name="connsiteY22" fmla="*/ 36577 h 425423"/>
                <a:gd name="connsiteX23" fmla="*/ 170011 w 443384"/>
                <a:gd name="connsiteY23" fmla="*/ 6768 h 425423"/>
                <a:gd name="connsiteX24" fmla="*/ 158291 w 443384"/>
                <a:gd name="connsiteY24" fmla="*/ 0 h 42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43384" h="425423">
                  <a:moveTo>
                    <a:pt x="443384" y="349349"/>
                  </a:moveTo>
                  <a:lnTo>
                    <a:pt x="0" y="93360"/>
                  </a:lnTo>
                  <a:lnTo>
                    <a:pt x="0" y="106873"/>
                  </a:lnTo>
                  <a:lnTo>
                    <a:pt x="443384" y="362857"/>
                  </a:lnTo>
                  <a:lnTo>
                    <a:pt x="443384" y="349349"/>
                  </a:lnTo>
                  <a:close/>
                  <a:moveTo>
                    <a:pt x="443384" y="411915"/>
                  </a:moveTo>
                  <a:lnTo>
                    <a:pt x="0" y="155927"/>
                  </a:lnTo>
                  <a:lnTo>
                    <a:pt x="0" y="169435"/>
                  </a:lnTo>
                  <a:lnTo>
                    <a:pt x="443384" y="425424"/>
                  </a:lnTo>
                  <a:lnTo>
                    <a:pt x="443384" y="411915"/>
                  </a:lnTo>
                  <a:close/>
                  <a:moveTo>
                    <a:pt x="335051" y="161673"/>
                  </a:moveTo>
                  <a:lnTo>
                    <a:pt x="323326" y="154904"/>
                  </a:lnTo>
                  <a:lnTo>
                    <a:pt x="323326" y="217452"/>
                  </a:lnTo>
                  <a:lnTo>
                    <a:pt x="335051" y="224220"/>
                  </a:lnTo>
                  <a:lnTo>
                    <a:pt x="335051" y="161673"/>
                  </a:lnTo>
                  <a:close/>
                  <a:moveTo>
                    <a:pt x="443384" y="228063"/>
                  </a:moveTo>
                  <a:lnTo>
                    <a:pt x="431659" y="221295"/>
                  </a:lnTo>
                  <a:lnTo>
                    <a:pt x="431659" y="279999"/>
                  </a:lnTo>
                  <a:lnTo>
                    <a:pt x="443384" y="286768"/>
                  </a:lnTo>
                  <a:lnTo>
                    <a:pt x="443384" y="228063"/>
                  </a:lnTo>
                  <a:close/>
                  <a:moveTo>
                    <a:pt x="158291" y="0"/>
                  </a:moveTo>
                  <a:lnTo>
                    <a:pt x="106659" y="29809"/>
                  </a:lnTo>
                  <a:lnTo>
                    <a:pt x="118379" y="36577"/>
                  </a:lnTo>
                  <a:lnTo>
                    <a:pt x="170011" y="6768"/>
                  </a:lnTo>
                  <a:lnTo>
                    <a:pt x="158291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1" name="任意多边形: 形状 2960">
              <a:extLst>
                <a:ext uri="{FF2B5EF4-FFF2-40B4-BE49-F238E27FC236}">
                  <a16:creationId xmlns:a16="http://schemas.microsoft.com/office/drawing/2014/main" id="{39E0B4F1-6B52-6998-1200-BBB9E4E91092}"/>
                </a:ext>
              </a:extLst>
            </p:cNvPr>
            <p:cNvSpPr/>
            <p:nvPr/>
          </p:nvSpPr>
          <p:spPr>
            <a:xfrm>
              <a:off x="8871175" y="1788180"/>
              <a:ext cx="47488" cy="280208"/>
            </a:xfrm>
            <a:custGeom>
              <a:avLst/>
              <a:gdLst>
                <a:gd name="connsiteX0" fmla="*/ 47489 w 47488"/>
                <a:gd name="connsiteY0" fmla="*/ 0 h 280208"/>
                <a:gd name="connsiteX1" fmla="*/ 0 w 47488"/>
                <a:gd name="connsiteY1" fmla="*/ 27416 h 280208"/>
                <a:gd name="connsiteX2" fmla="*/ 0 w 47488"/>
                <a:gd name="connsiteY2" fmla="*/ 280209 h 280208"/>
                <a:gd name="connsiteX3" fmla="*/ 47489 w 47488"/>
                <a:gd name="connsiteY3" fmla="*/ 252792 h 280208"/>
                <a:gd name="connsiteX4" fmla="*/ 47489 w 47488"/>
                <a:gd name="connsiteY4" fmla="*/ 0 h 28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88" h="280208">
                  <a:moveTo>
                    <a:pt x="47489" y="0"/>
                  </a:moveTo>
                  <a:lnTo>
                    <a:pt x="0" y="27416"/>
                  </a:lnTo>
                  <a:lnTo>
                    <a:pt x="0" y="280209"/>
                  </a:lnTo>
                  <a:lnTo>
                    <a:pt x="47489" y="252792"/>
                  </a:lnTo>
                  <a:lnTo>
                    <a:pt x="47489" y="0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2" name="任意多边形: 形状 2961">
              <a:extLst>
                <a:ext uri="{FF2B5EF4-FFF2-40B4-BE49-F238E27FC236}">
                  <a16:creationId xmlns:a16="http://schemas.microsoft.com/office/drawing/2014/main" id="{12285944-281A-22B7-3F83-C87B078582B3}"/>
                </a:ext>
              </a:extLst>
            </p:cNvPr>
            <p:cNvSpPr/>
            <p:nvPr/>
          </p:nvSpPr>
          <p:spPr>
            <a:xfrm>
              <a:off x="8859450" y="1782287"/>
              <a:ext cx="59235" cy="237809"/>
            </a:xfrm>
            <a:custGeom>
              <a:avLst/>
              <a:gdLst>
                <a:gd name="connsiteX0" fmla="*/ 59213 w 59235"/>
                <a:gd name="connsiteY0" fmla="*/ 196885 h 237809"/>
                <a:gd name="connsiteX1" fmla="*/ 11725 w 59235"/>
                <a:gd name="connsiteY1" fmla="*/ 224301 h 237809"/>
                <a:gd name="connsiteX2" fmla="*/ 11725 w 59235"/>
                <a:gd name="connsiteY2" fmla="*/ 237809 h 237809"/>
                <a:gd name="connsiteX3" fmla="*/ 59213 w 59235"/>
                <a:gd name="connsiteY3" fmla="*/ 210393 h 237809"/>
                <a:gd name="connsiteX4" fmla="*/ 59213 w 59235"/>
                <a:gd name="connsiteY4" fmla="*/ 196885 h 237809"/>
                <a:gd name="connsiteX5" fmla="*/ 59213 w 59235"/>
                <a:gd name="connsiteY5" fmla="*/ 134304 h 237809"/>
                <a:gd name="connsiteX6" fmla="*/ 11725 w 59235"/>
                <a:gd name="connsiteY6" fmla="*/ 161720 h 237809"/>
                <a:gd name="connsiteX7" fmla="*/ 11725 w 59235"/>
                <a:gd name="connsiteY7" fmla="*/ 175228 h 237809"/>
                <a:gd name="connsiteX8" fmla="*/ 59213 w 59235"/>
                <a:gd name="connsiteY8" fmla="*/ 147812 h 237809"/>
                <a:gd name="connsiteX9" fmla="*/ 59213 w 59235"/>
                <a:gd name="connsiteY9" fmla="*/ 134304 h 237809"/>
                <a:gd name="connsiteX10" fmla="*/ 59213 w 59235"/>
                <a:gd name="connsiteY10" fmla="*/ 71737 h 237809"/>
                <a:gd name="connsiteX11" fmla="*/ 11725 w 59235"/>
                <a:gd name="connsiteY11" fmla="*/ 99153 h 237809"/>
                <a:gd name="connsiteX12" fmla="*/ 11725 w 59235"/>
                <a:gd name="connsiteY12" fmla="*/ 112662 h 237809"/>
                <a:gd name="connsiteX13" fmla="*/ 59213 w 59235"/>
                <a:gd name="connsiteY13" fmla="*/ 85245 h 237809"/>
                <a:gd name="connsiteX14" fmla="*/ 59213 w 59235"/>
                <a:gd name="connsiteY14" fmla="*/ 71737 h 237809"/>
                <a:gd name="connsiteX15" fmla="*/ 51674 w 59235"/>
                <a:gd name="connsiteY15" fmla="*/ 0 h 237809"/>
                <a:gd name="connsiteX16" fmla="*/ 0 w 59235"/>
                <a:gd name="connsiteY16" fmla="*/ 29837 h 237809"/>
                <a:gd name="connsiteX17" fmla="*/ 11725 w 59235"/>
                <a:gd name="connsiteY17" fmla="*/ 36606 h 237809"/>
                <a:gd name="connsiteX18" fmla="*/ 56764 w 59235"/>
                <a:gd name="connsiteY18" fmla="*/ 10602 h 237809"/>
                <a:gd name="connsiteX19" fmla="*/ 55736 w 59235"/>
                <a:gd name="connsiteY19" fmla="*/ 2345 h 237809"/>
                <a:gd name="connsiteX20" fmla="*/ 51674 w 59235"/>
                <a:gd name="connsiteY20" fmla="*/ 0 h 237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235" h="237809">
                  <a:moveTo>
                    <a:pt x="59213" y="196885"/>
                  </a:moveTo>
                  <a:lnTo>
                    <a:pt x="11725" y="224301"/>
                  </a:lnTo>
                  <a:lnTo>
                    <a:pt x="11725" y="237809"/>
                  </a:lnTo>
                  <a:lnTo>
                    <a:pt x="59213" y="210393"/>
                  </a:lnTo>
                  <a:lnTo>
                    <a:pt x="59213" y="196885"/>
                  </a:lnTo>
                  <a:close/>
                  <a:moveTo>
                    <a:pt x="59213" y="134304"/>
                  </a:moveTo>
                  <a:lnTo>
                    <a:pt x="11725" y="161720"/>
                  </a:lnTo>
                  <a:lnTo>
                    <a:pt x="11725" y="175228"/>
                  </a:lnTo>
                  <a:lnTo>
                    <a:pt x="59213" y="147812"/>
                  </a:lnTo>
                  <a:lnTo>
                    <a:pt x="59213" y="134304"/>
                  </a:lnTo>
                  <a:close/>
                  <a:moveTo>
                    <a:pt x="59213" y="71737"/>
                  </a:moveTo>
                  <a:lnTo>
                    <a:pt x="11725" y="99153"/>
                  </a:lnTo>
                  <a:lnTo>
                    <a:pt x="11725" y="112662"/>
                  </a:lnTo>
                  <a:lnTo>
                    <a:pt x="59213" y="85245"/>
                  </a:lnTo>
                  <a:lnTo>
                    <a:pt x="59213" y="71737"/>
                  </a:lnTo>
                  <a:close/>
                  <a:moveTo>
                    <a:pt x="51674" y="0"/>
                  </a:moveTo>
                  <a:lnTo>
                    <a:pt x="0" y="29837"/>
                  </a:lnTo>
                  <a:lnTo>
                    <a:pt x="11725" y="36606"/>
                  </a:lnTo>
                  <a:lnTo>
                    <a:pt x="56764" y="10602"/>
                  </a:lnTo>
                  <a:cubicBezTo>
                    <a:pt x="60426" y="8486"/>
                    <a:pt x="59965" y="4790"/>
                    <a:pt x="55736" y="2345"/>
                  </a:cubicBezTo>
                  <a:lnTo>
                    <a:pt x="51674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963" name="组合 2962">
            <a:extLst>
              <a:ext uri="{FF2B5EF4-FFF2-40B4-BE49-F238E27FC236}">
                <a16:creationId xmlns:a16="http://schemas.microsoft.com/office/drawing/2014/main" id="{D06121F1-0D3F-602A-3064-C9953EDED208}"/>
              </a:ext>
            </a:extLst>
          </p:cNvPr>
          <p:cNvGrpSpPr/>
          <p:nvPr/>
        </p:nvGrpSpPr>
        <p:grpSpPr>
          <a:xfrm>
            <a:off x="4888519" y="4404821"/>
            <a:ext cx="296739" cy="412084"/>
            <a:chOff x="8427790" y="1387386"/>
            <a:chExt cx="490895" cy="681710"/>
          </a:xfrm>
        </p:grpSpPr>
        <p:sp>
          <p:nvSpPr>
            <p:cNvPr id="2964" name="任意多边形: 形状 2963">
              <a:extLst>
                <a:ext uri="{FF2B5EF4-FFF2-40B4-BE49-F238E27FC236}">
                  <a16:creationId xmlns:a16="http://schemas.microsoft.com/office/drawing/2014/main" id="{D9584D83-6747-847F-B6E7-F534E0B7270F}"/>
                </a:ext>
              </a:extLst>
            </p:cNvPr>
            <p:cNvSpPr/>
            <p:nvPr/>
          </p:nvSpPr>
          <p:spPr>
            <a:xfrm>
              <a:off x="8607699" y="1456097"/>
              <a:ext cx="72089" cy="26317"/>
            </a:xfrm>
            <a:custGeom>
              <a:avLst/>
              <a:gdLst>
                <a:gd name="connsiteX0" fmla="*/ 0 w 72089"/>
                <a:gd name="connsiteY0" fmla="*/ 17095 h 26317"/>
                <a:gd name="connsiteX1" fmla="*/ 71228 w 72089"/>
                <a:gd name="connsiteY1" fmla="*/ 0 h 26317"/>
                <a:gd name="connsiteX2" fmla="*/ 72089 w 72089"/>
                <a:gd name="connsiteY2" fmla="*/ 12514 h 26317"/>
                <a:gd name="connsiteX3" fmla="*/ 31773 w 72089"/>
                <a:gd name="connsiteY3" fmla="*/ 26318 h 26317"/>
                <a:gd name="connsiteX4" fmla="*/ 0 w 72089"/>
                <a:gd name="connsiteY4" fmla="*/ 17095 h 2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89" h="26317">
                  <a:moveTo>
                    <a:pt x="0" y="17095"/>
                  </a:moveTo>
                  <a:cubicBezTo>
                    <a:pt x="0" y="17095"/>
                    <a:pt x="35964" y="1513"/>
                    <a:pt x="71228" y="0"/>
                  </a:cubicBezTo>
                  <a:lnTo>
                    <a:pt x="72089" y="12514"/>
                  </a:lnTo>
                  <a:lnTo>
                    <a:pt x="31773" y="26318"/>
                  </a:lnTo>
                  <a:lnTo>
                    <a:pt x="0" y="17095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5" name="任意多边形: 形状 2964">
              <a:extLst>
                <a:ext uri="{FF2B5EF4-FFF2-40B4-BE49-F238E27FC236}">
                  <a16:creationId xmlns:a16="http://schemas.microsoft.com/office/drawing/2014/main" id="{1E81AC6B-A0B8-FFE3-60FF-94C11912BE10}"/>
                </a:ext>
              </a:extLst>
            </p:cNvPr>
            <p:cNvSpPr/>
            <p:nvPr/>
          </p:nvSpPr>
          <p:spPr>
            <a:xfrm>
              <a:off x="8594541" y="1387386"/>
              <a:ext cx="305876" cy="372691"/>
            </a:xfrm>
            <a:custGeom>
              <a:avLst/>
              <a:gdLst>
                <a:gd name="connsiteX0" fmla="*/ 1495 w 305876"/>
                <a:gd name="connsiteY0" fmla="*/ 234826 h 372691"/>
                <a:gd name="connsiteX1" fmla="*/ 83392 w 305876"/>
                <a:gd name="connsiteY1" fmla="*/ 68668 h 372691"/>
                <a:gd name="connsiteX2" fmla="*/ 115051 w 305876"/>
                <a:gd name="connsiteY2" fmla="*/ 148192 h 372691"/>
                <a:gd name="connsiteX3" fmla="*/ 136322 w 305876"/>
                <a:gd name="connsiteY3" fmla="*/ 87066 h 372691"/>
                <a:gd name="connsiteX4" fmla="*/ 209700 w 305876"/>
                <a:gd name="connsiteY4" fmla="*/ 1359 h 372691"/>
                <a:gd name="connsiteX5" fmla="*/ 203860 w 305876"/>
                <a:gd name="connsiteY5" fmla="*/ 36334 h 372691"/>
                <a:gd name="connsiteX6" fmla="*/ 215817 w 305876"/>
                <a:gd name="connsiteY6" fmla="*/ 89017 h 372691"/>
                <a:gd name="connsiteX7" fmla="*/ 248061 w 305876"/>
                <a:gd name="connsiteY7" fmla="*/ 128257 h 372691"/>
                <a:gd name="connsiteX8" fmla="*/ 287245 w 305876"/>
                <a:gd name="connsiteY8" fmla="*/ 180650 h 372691"/>
                <a:gd name="connsiteX9" fmla="*/ 305848 w 305876"/>
                <a:gd name="connsiteY9" fmla="*/ 249067 h 372691"/>
                <a:gd name="connsiteX10" fmla="*/ 213292 w 305876"/>
                <a:gd name="connsiteY10" fmla="*/ 370623 h 372691"/>
                <a:gd name="connsiteX11" fmla="*/ 110799 w 305876"/>
                <a:gd name="connsiteY11" fmla="*/ 287985 h 372691"/>
                <a:gd name="connsiteX12" fmla="*/ 1495 w 305876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76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66" y="104651"/>
                    <a:pt x="115051" y="148192"/>
                  </a:cubicBezTo>
                  <a:cubicBezTo>
                    <a:pt x="115051" y="148192"/>
                    <a:pt x="144432" y="152558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4"/>
                  </a:cubicBezTo>
                  <a:cubicBezTo>
                    <a:pt x="199850" y="53976"/>
                    <a:pt x="206052" y="75832"/>
                    <a:pt x="215817" y="89017"/>
                  </a:cubicBezTo>
                  <a:cubicBezTo>
                    <a:pt x="227052" y="104175"/>
                    <a:pt x="235818" y="115829"/>
                    <a:pt x="248061" y="128257"/>
                  </a:cubicBezTo>
                  <a:cubicBezTo>
                    <a:pt x="263301" y="143740"/>
                    <a:pt x="276871" y="161258"/>
                    <a:pt x="287245" y="180650"/>
                  </a:cubicBezTo>
                  <a:cubicBezTo>
                    <a:pt x="298870" y="202382"/>
                    <a:pt x="306400" y="226407"/>
                    <a:pt x="305848" y="249067"/>
                  </a:cubicBezTo>
                  <a:cubicBezTo>
                    <a:pt x="304426" y="307886"/>
                    <a:pt x="268148" y="386472"/>
                    <a:pt x="213292" y="370623"/>
                  </a:cubicBezTo>
                  <a:cubicBezTo>
                    <a:pt x="181504" y="361439"/>
                    <a:pt x="140808" y="305750"/>
                    <a:pt x="110799" y="287985"/>
                  </a:cubicBezTo>
                  <a:cubicBezTo>
                    <a:pt x="74973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6" name="任意多边形: 形状 2965">
              <a:extLst>
                <a:ext uri="{FF2B5EF4-FFF2-40B4-BE49-F238E27FC236}">
                  <a16:creationId xmlns:a16="http://schemas.microsoft.com/office/drawing/2014/main" id="{056B1232-E043-15F8-3B6A-DB83BE14660A}"/>
                </a:ext>
              </a:extLst>
            </p:cNvPr>
            <p:cNvSpPr/>
            <p:nvPr/>
          </p:nvSpPr>
          <p:spPr>
            <a:xfrm>
              <a:off x="8713166" y="1387433"/>
              <a:ext cx="72344" cy="20472"/>
            </a:xfrm>
            <a:custGeom>
              <a:avLst/>
              <a:gdLst>
                <a:gd name="connsiteX0" fmla="*/ 72345 w 72344"/>
                <a:gd name="connsiteY0" fmla="*/ 57 h 20472"/>
                <a:gd name="connsiteX1" fmla="*/ 34312 w 72344"/>
                <a:gd name="connsiteY1" fmla="*/ 2731 h 20472"/>
                <a:gd name="connsiteX2" fmla="*/ 1811 w 72344"/>
                <a:gd name="connsiteY2" fmla="*/ 16268 h 20472"/>
                <a:gd name="connsiteX3" fmla="*/ 6905 w 72344"/>
                <a:gd name="connsiteY3" fmla="*/ 20472 h 20472"/>
                <a:gd name="connsiteX4" fmla="*/ 57723 w 72344"/>
                <a:gd name="connsiteY4" fmla="*/ 10579 h 20472"/>
                <a:gd name="connsiteX5" fmla="*/ 72345 w 72344"/>
                <a:gd name="connsiteY5" fmla="*/ 57 h 20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44" h="20472">
                  <a:moveTo>
                    <a:pt x="72345" y="57"/>
                  </a:moveTo>
                  <a:cubicBezTo>
                    <a:pt x="72345" y="57"/>
                    <a:pt x="51107" y="-627"/>
                    <a:pt x="34312" y="2731"/>
                  </a:cubicBezTo>
                  <a:cubicBezTo>
                    <a:pt x="18811" y="5832"/>
                    <a:pt x="5017" y="14208"/>
                    <a:pt x="1811" y="16268"/>
                  </a:cubicBezTo>
                  <a:cubicBezTo>
                    <a:pt x="-4268" y="20182"/>
                    <a:pt x="6905" y="20472"/>
                    <a:pt x="6905" y="20472"/>
                  </a:cubicBezTo>
                  <a:lnTo>
                    <a:pt x="57723" y="10579"/>
                  </a:lnTo>
                  <a:lnTo>
                    <a:pt x="72345" y="57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7" name="任意多边形: 形状 2966">
              <a:extLst>
                <a:ext uri="{FF2B5EF4-FFF2-40B4-BE49-F238E27FC236}">
                  <a16:creationId xmlns:a16="http://schemas.microsoft.com/office/drawing/2014/main" id="{978811CD-01EA-930A-59CD-82518AF3407A}"/>
                </a:ext>
              </a:extLst>
            </p:cNvPr>
            <p:cNvSpPr/>
            <p:nvPr/>
          </p:nvSpPr>
          <p:spPr>
            <a:xfrm>
              <a:off x="8547804" y="1396895"/>
              <a:ext cx="305880" cy="372691"/>
            </a:xfrm>
            <a:custGeom>
              <a:avLst/>
              <a:gdLst>
                <a:gd name="connsiteX0" fmla="*/ 1495 w 305880"/>
                <a:gd name="connsiteY0" fmla="*/ 234826 h 372691"/>
                <a:gd name="connsiteX1" fmla="*/ 83392 w 305880"/>
                <a:gd name="connsiteY1" fmla="*/ 68668 h 372691"/>
                <a:gd name="connsiteX2" fmla="*/ 115051 w 305880"/>
                <a:gd name="connsiteY2" fmla="*/ 148192 h 372691"/>
                <a:gd name="connsiteX3" fmla="*/ 136322 w 305880"/>
                <a:gd name="connsiteY3" fmla="*/ 87066 h 372691"/>
                <a:gd name="connsiteX4" fmla="*/ 209700 w 305880"/>
                <a:gd name="connsiteY4" fmla="*/ 1359 h 372691"/>
                <a:gd name="connsiteX5" fmla="*/ 203860 w 305880"/>
                <a:gd name="connsiteY5" fmla="*/ 36339 h 372691"/>
                <a:gd name="connsiteX6" fmla="*/ 215822 w 305880"/>
                <a:gd name="connsiteY6" fmla="*/ 89016 h 372691"/>
                <a:gd name="connsiteX7" fmla="*/ 248061 w 305880"/>
                <a:gd name="connsiteY7" fmla="*/ 128262 h 372691"/>
                <a:gd name="connsiteX8" fmla="*/ 287245 w 305880"/>
                <a:gd name="connsiteY8" fmla="*/ 180650 h 372691"/>
                <a:gd name="connsiteX9" fmla="*/ 305853 w 305880"/>
                <a:gd name="connsiteY9" fmla="*/ 249072 h 372691"/>
                <a:gd name="connsiteX10" fmla="*/ 213296 w 305880"/>
                <a:gd name="connsiteY10" fmla="*/ 370623 h 372691"/>
                <a:gd name="connsiteX11" fmla="*/ 110799 w 305880"/>
                <a:gd name="connsiteY11" fmla="*/ 287984 h 372691"/>
                <a:gd name="connsiteX12" fmla="*/ 1495 w 305880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80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71" y="104651"/>
                    <a:pt x="115051" y="148192"/>
                  </a:cubicBezTo>
                  <a:cubicBezTo>
                    <a:pt x="115051" y="148192"/>
                    <a:pt x="144437" y="152563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9"/>
                  </a:cubicBezTo>
                  <a:cubicBezTo>
                    <a:pt x="199855" y="53976"/>
                    <a:pt x="206052" y="75832"/>
                    <a:pt x="215822" y="89016"/>
                  </a:cubicBezTo>
                  <a:cubicBezTo>
                    <a:pt x="227052" y="104175"/>
                    <a:pt x="235823" y="115829"/>
                    <a:pt x="248061" y="128262"/>
                  </a:cubicBezTo>
                  <a:cubicBezTo>
                    <a:pt x="263301" y="143744"/>
                    <a:pt x="276871" y="161258"/>
                    <a:pt x="287245" y="180650"/>
                  </a:cubicBezTo>
                  <a:cubicBezTo>
                    <a:pt x="298875" y="202382"/>
                    <a:pt x="306400" y="226407"/>
                    <a:pt x="305853" y="249072"/>
                  </a:cubicBezTo>
                  <a:cubicBezTo>
                    <a:pt x="304426" y="307886"/>
                    <a:pt x="268148" y="386472"/>
                    <a:pt x="213296" y="370623"/>
                  </a:cubicBezTo>
                  <a:cubicBezTo>
                    <a:pt x="181504" y="361443"/>
                    <a:pt x="140808" y="305755"/>
                    <a:pt x="110799" y="287984"/>
                  </a:cubicBezTo>
                  <a:cubicBezTo>
                    <a:pt x="74978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8" name="任意多边形: 形状 2967">
              <a:extLst>
                <a:ext uri="{FF2B5EF4-FFF2-40B4-BE49-F238E27FC236}">
                  <a16:creationId xmlns:a16="http://schemas.microsoft.com/office/drawing/2014/main" id="{88FADBE1-0B56-4F3D-6E06-A0967727D249}"/>
                </a:ext>
              </a:extLst>
            </p:cNvPr>
            <p:cNvSpPr/>
            <p:nvPr/>
          </p:nvSpPr>
          <p:spPr>
            <a:xfrm>
              <a:off x="8524228" y="1709575"/>
              <a:ext cx="9470" cy="55993"/>
            </a:xfrm>
            <a:custGeom>
              <a:avLst/>
              <a:gdLst>
                <a:gd name="connsiteX0" fmla="*/ 9470 w 9470"/>
                <a:gd name="connsiteY0" fmla="*/ 5470 h 55993"/>
                <a:gd name="connsiteX1" fmla="*/ 0 w 9470"/>
                <a:gd name="connsiteY1" fmla="*/ 0 h 55993"/>
                <a:gd name="connsiteX2" fmla="*/ 0 w 9470"/>
                <a:gd name="connsiteY2" fmla="*/ 50528 h 55993"/>
                <a:gd name="connsiteX3" fmla="*/ 9470 w 9470"/>
                <a:gd name="connsiteY3" fmla="*/ 55993 h 55993"/>
                <a:gd name="connsiteX4" fmla="*/ 9470 w 9470"/>
                <a:gd name="connsiteY4" fmla="*/ 5470 h 5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0" h="55993">
                  <a:moveTo>
                    <a:pt x="9470" y="5470"/>
                  </a:moveTo>
                  <a:lnTo>
                    <a:pt x="0" y="0"/>
                  </a:lnTo>
                  <a:lnTo>
                    <a:pt x="0" y="50528"/>
                  </a:lnTo>
                  <a:lnTo>
                    <a:pt x="9470" y="55993"/>
                  </a:lnTo>
                  <a:lnTo>
                    <a:pt x="9470" y="5470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9" name="任意多边形: 形状 2968">
              <a:extLst>
                <a:ext uri="{FF2B5EF4-FFF2-40B4-BE49-F238E27FC236}">
                  <a16:creationId xmlns:a16="http://schemas.microsoft.com/office/drawing/2014/main" id="{0379CF9A-5F9D-3CD8-B9F8-A88A660CEBDD}"/>
                </a:ext>
              </a:extLst>
            </p:cNvPr>
            <p:cNvSpPr/>
            <p:nvPr/>
          </p:nvSpPr>
          <p:spPr>
            <a:xfrm>
              <a:off x="8524228" y="1685493"/>
              <a:ext cx="138693" cy="80075"/>
            </a:xfrm>
            <a:custGeom>
              <a:avLst/>
              <a:gdLst>
                <a:gd name="connsiteX0" fmla="*/ 41710 w 138693"/>
                <a:gd name="connsiteY0" fmla="*/ 0 h 80075"/>
                <a:gd name="connsiteX1" fmla="*/ 0 w 138693"/>
                <a:gd name="connsiteY1" fmla="*/ 24082 h 80075"/>
                <a:gd name="connsiteX2" fmla="*/ 9470 w 138693"/>
                <a:gd name="connsiteY2" fmla="*/ 29552 h 80075"/>
                <a:gd name="connsiteX3" fmla="*/ 51180 w 138693"/>
                <a:gd name="connsiteY3" fmla="*/ 5470 h 80075"/>
                <a:gd name="connsiteX4" fmla="*/ 41710 w 138693"/>
                <a:gd name="connsiteY4" fmla="*/ 0 h 80075"/>
                <a:gd name="connsiteX5" fmla="*/ 129224 w 138693"/>
                <a:gd name="connsiteY5" fmla="*/ 50528 h 80075"/>
                <a:gd name="connsiteX6" fmla="*/ 87514 w 138693"/>
                <a:gd name="connsiteY6" fmla="*/ 74610 h 80075"/>
                <a:gd name="connsiteX7" fmla="*/ 96984 w 138693"/>
                <a:gd name="connsiteY7" fmla="*/ 80075 h 80075"/>
                <a:gd name="connsiteX8" fmla="*/ 138694 w 138693"/>
                <a:gd name="connsiteY8" fmla="*/ 55998 h 80075"/>
                <a:gd name="connsiteX9" fmla="*/ 129224 w 138693"/>
                <a:gd name="connsiteY9" fmla="*/ 50528 h 8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693" h="80075">
                  <a:moveTo>
                    <a:pt x="41710" y="0"/>
                  </a:moveTo>
                  <a:lnTo>
                    <a:pt x="0" y="24082"/>
                  </a:lnTo>
                  <a:lnTo>
                    <a:pt x="9470" y="29552"/>
                  </a:lnTo>
                  <a:lnTo>
                    <a:pt x="51180" y="5470"/>
                  </a:lnTo>
                  <a:lnTo>
                    <a:pt x="41710" y="0"/>
                  </a:lnTo>
                  <a:close/>
                  <a:moveTo>
                    <a:pt x="129224" y="50528"/>
                  </a:moveTo>
                  <a:lnTo>
                    <a:pt x="87514" y="74610"/>
                  </a:lnTo>
                  <a:lnTo>
                    <a:pt x="96984" y="80075"/>
                  </a:lnTo>
                  <a:lnTo>
                    <a:pt x="138694" y="55998"/>
                  </a:lnTo>
                  <a:lnTo>
                    <a:pt x="129224" y="50528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0" name="任意多边形: 形状 2969">
              <a:extLst>
                <a:ext uri="{FF2B5EF4-FFF2-40B4-BE49-F238E27FC236}">
                  <a16:creationId xmlns:a16="http://schemas.microsoft.com/office/drawing/2014/main" id="{FA0297B3-D6EC-F77C-3651-8D7C1E928397}"/>
                </a:ext>
              </a:extLst>
            </p:cNvPr>
            <p:cNvSpPr/>
            <p:nvPr/>
          </p:nvSpPr>
          <p:spPr>
            <a:xfrm>
              <a:off x="8427790" y="1555729"/>
              <a:ext cx="439241" cy="385881"/>
            </a:xfrm>
            <a:custGeom>
              <a:avLst/>
              <a:gdLst>
                <a:gd name="connsiteX0" fmla="*/ 311635 w 439241"/>
                <a:gd name="connsiteY0" fmla="*/ 174337 h 385881"/>
                <a:gd name="connsiteX1" fmla="*/ 12210 w 439241"/>
                <a:gd name="connsiteY1" fmla="*/ 1463 h 385881"/>
                <a:gd name="connsiteX2" fmla="*/ 0 w 439241"/>
                <a:gd name="connsiteY2" fmla="*/ 10695 h 385881"/>
                <a:gd name="connsiteX3" fmla="*/ 0 w 439241"/>
                <a:gd name="connsiteY3" fmla="*/ 69742 h 385881"/>
                <a:gd name="connsiteX4" fmla="*/ 311635 w 439241"/>
                <a:gd name="connsiteY4" fmla="*/ 249660 h 385881"/>
                <a:gd name="connsiteX5" fmla="*/ 311635 w 439241"/>
                <a:gd name="connsiteY5" fmla="*/ 174337 h 385881"/>
                <a:gd name="connsiteX6" fmla="*/ 439241 w 439241"/>
                <a:gd name="connsiteY6" fmla="*/ 323338 h 385881"/>
                <a:gd name="connsiteX7" fmla="*/ 0 w 439241"/>
                <a:gd name="connsiteY7" fmla="*/ 69742 h 385881"/>
                <a:gd name="connsiteX8" fmla="*/ 0 w 439241"/>
                <a:gd name="connsiteY8" fmla="*/ 132290 h 385881"/>
                <a:gd name="connsiteX9" fmla="*/ 439241 w 439241"/>
                <a:gd name="connsiteY9" fmla="*/ 385881 h 385881"/>
                <a:gd name="connsiteX10" fmla="*/ 439241 w 439241"/>
                <a:gd name="connsiteY10" fmla="*/ 323338 h 38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9241" h="385881">
                  <a:moveTo>
                    <a:pt x="311635" y="174337"/>
                  </a:moveTo>
                  <a:lnTo>
                    <a:pt x="12210" y="1463"/>
                  </a:lnTo>
                  <a:cubicBezTo>
                    <a:pt x="5470" y="-2428"/>
                    <a:pt x="0" y="1710"/>
                    <a:pt x="0" y="10695"/>
                  </a:cubicBezTo>
                  <a:lnTo>
                    <a:pt x="0" y="69742"/>
                  </a:lnTo>
                  <a:lnTo>
                    <a:pt x="311635" y="249660"/>
                  </a:lnTo>
                  <a:lnTo>
                    <a:pt x="311635" y="174337"/>
                  </a:lnTo>
                  <a:close/>
                  <a:moveTo>
                    <a:pt x="439241" y="323338"/>
                  </a:moveTo>
                  <a:lnTo>
                    <a:pt x="0" y="69742"/>
                  </a:lnTo>
                  <a:lnTo>
                    <a:pt x="0" y="132290"/>
                  </a:lnTo>
                  <a:lnTo>
                    <a:pt x="439241" y="385881"/>
                  </a:lnTo>
                  <a:lnTo>
                    <a:pt x="439241" y="323338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1" name="任意多边形: 形状 2970">
              <a:extLst>
                <a:ext uri="{FF2B5EF4-FFF2-40B4-BE49-F238E27FC236}">
                  <a16:creationId xmlns:a16="http://schemas.microsoft.com/office/drawing/2014/main" id="{1E653A27-C99B-93DA-999F-705A38C95291}"/>
                </a:ext>
              </a:extLst>
            </p:cNvPr>
            <p:cNvSpPr/>
            <p:nvPr/>
          </p:nvSpPr>
          <p:spPr>
            <a:xfrm>
              <a:off x="8427790" y="1688018"/>
              <a:ext cx="439241" cy="316138"/>
            </a:xfrm>
            <a:custGeom>
              <a:avLst/>
              <a:gdLst>
                <a:gd name="connsiteX0" fmla="*/ 439241 w 439241"/>
                <a:gd name="connsiteY0" fmla="*/ 253591 h 316138"/>
                <a:gd name="connsiteX1" fmla="*/ 0 w 439241"/>
                <a:gd name="connsiteY1" fmla="*/ 0 h 316138"/>
                <a:gd name="connsiteX2" fmla="*/ 0 w 439241"/>
                <a:gd name="connsiteY2" fmla="*/ 62543 h 316138"/>
                <a:gd name="connsiteX3" fmla="*/ 439241 w 439241"/>
                <a:gd name="connsiteY3" fmla="*/ 316139 h 316138"/>
                <a:gd name="connsiteX4" fmla="*/ 439241 w 439241"/>
                <a:gd name="connsiteY4" fmla="*/ 253591 h 31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241" h="316138">
                  <a:moveTo>
                    <a:pt x="439241" y="253591"/>
                  </a:moveTo>
                  <a:lnTo>
                    <a:pt x="0" y="0"/>
                  </a:lnTo>
                  <a:lnTo>
                    <a:pt x="0" y="62543"/>
                  </a:lnTo>
                  <a:lnTo>
                    <a:pt x="439241" y="316139"/>
                  </a:lnTo>
                  <a:lnTo>
                    <a:pt x="439241" y="25359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2" name="任意多边形: 形状 2971">
              <a:extLst>
                <a:ext uri="{FF2B5EF4-FFF2-40B4-BE49-F238E27FC236}">
                  <a16:creationId xmlns:a16="http://schemas.microsoft.com/office/drawing/2014/main" id="{73AF740D-F1AE-74C0-4DFC-B7488185AC37}"/>
                </a:ext>
              </a:extLst>
            </p:cNvPr>
            <p:cNvSpPr/>
            <p:nvPr/>
          </p:nvSpPr>
          <p:spPr>
            <a:xfrm>
              <a:off x="8427790" y="1742837"/>
              <a:ext cx="439241" cy="323849"/>
            </a:xfrm>
            <a:custGeom>
              <a:avLst/>
              <a:gdLst>
                <a:gd name="connsiteX0" fmla="*/ 439241 w 439241"/>
                <a:gd name="connsiteY0" fmla="*/ 261302 h 323849"/>
                <a:gd name="connsiteX1" fmla="*/ 0 w 439241"/>
                <a:gd name="connsiteY1" fmla="*/ 7710 h 323849"/>
                <a:gd name="connsiteX2" fmla="*/ 0 w 439241"/>
                <a:gd name="connsiteY2" fmla="*/ 70253 h 323849"/>
                <a:gd name="connsiteX3" fmla="*/ 439241 w 439241"/>
                <a:gd name="connsiteY3" fmla="*/ 323849 h 323849"/>
                <a:gd name="connsiteX4" fmla="*/ 439241 w 439241"/>
                <a:gd name="connsiteY4" fmla="*/ 261302 h 323849"/>
                <a:gd name="connsiteX5" fmla="*/ 439241 w 439241"/>
                <a:gd name="connsiteY5" fmla="*/ 73664 h 323849"/>
                <a:gd name="connsiteX6" fmla="*/ 311649 w 439241"/>
                <a:gd name="connsiteY6" fmla="*/ 0 h 323849"/>
                <a:gd name="connsiteX7" fmla="*/ 311649 w 439241"/>
                <a:gd name="connsiteY7" fmla="*/ 62543 h 323849"/>
                <a:gd name="connsiteX8" fmla="*/ 439241 w 439241"/>
                <a:gd name="connsiteY8" fmla="*/ 136211 h 323849"/>
                <a:gd name="connsiteX9" fmla="*/ 439241 w 439241"/>
                <a:gd name="connsiteY9" fmla="*/ 73664 h 32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241" h="323849">
                  <a:moveTo>
                    <a:pt x="439241" y="261302"/>
                  </a:moveTo>
                  <a:lnTo>
                    <a:pt x="0" y="7710"/>
                  </a:lnTo>
                  <a:lnTo>
                    <a:pt x="0" y="70253"/>
                  </a:lnTo>
                  <a:lnTo>
                    <a:pt x="439241" y="323849"/>
                  </a:lnTo>
                  <a:lnTo>
                    <a:pt x="439241" y="261302"/>
                  </a:lnTo>
                  <a:close/>
                  <a:moveTo>
                    <a:pt x="439241" y="73664"/>
                  </a:moveTo>
                  <a:lnTo>
                    <a:pt x="311649" y="0"/>
                  </a:lnTo>
                  <a:lnTo>
                    <a:pt x="311649" y="62543"/>
                  </a:lnTo>
                  <a:lnTo>
                    <a:pt x="439241" y="136211"/>
                  </a:lnTo>
                  <a:lnTo>
                    <a:pt x="439241" y="73664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3" name="任意多边形: 形状 2972">
              <a:extLst>
                <a:ext uri="{FF2B5EF4-FFF2-40B4-BE49-F238E27FC236}">
                  <a16:creationId xmlns:a16="http://schemas.microsoft.com/office/drawing/2014/main" id="{B2F6A2E4-5FEB-A73F-7BAA-8D609676EBDD}"/>
                </a:ext>
              </a:extLst>
            </p:cNvPr>
            <p:cNvSpPr/>
            <p:nvPr/>
          </p:nvSpPr>
          <p:spPr>
            <a:xfrm>
              <a:off x="8427877" y="1535155"/>
              <a:ext cx="488179" cy="283190"/>
            </a:xfrm>
            <a:custGeom>
              <a:avLst/>
              <a:gdLst>
                <a:gd name="connsiteX0" fmla="*/ 61268 w 488179"/>
                <a:gd name="connsiteY0" fmla="*/ 3501 h 283190"/>
                <a:gd name="connsiteX1" fmla="*/ 36477 w 488179"/>
                <a:gd name="connsiteY1" fmla="*/ 2473 h 283190"/>
                <a:gd name="connsiteX2" fmla="*/ 5664 w 488179"/>
                <a:gd name="connsiteY2" fmla="*/ 20263 h 283190"/>
                <a:gd name="connsiteX3" fmla="*/ 8019 w 488179"/>
                <a:gd name="connsiteY3" fmla="*/ 39184 h 283190"/>
                <a:gd name="connsiteX4" fmla="*/ 430650 w 488179"/>
                <a:gd name="connsiteY4" fmla="*/ 283191 h 283190"/>
                <a:gd name="connsiteX5" fmla="*/ 488180 w 488179"/>
                <a:gd name="connsiteY5" fmla="*/ 249981 h 283190"/>
                <a:gd name="connsiteX6" fmla="*/ 61268 w 488179"/>
                <a:gd name="connsiteY6" fmla="*/ 3501 h 28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179" h="283190">
                  <a:moveTo>
                    <a:pt x="61268" y="3501"/>
                  </a:moveTo>
                  <a:cubicBezTo>
                    <a:pt x="53938" y="-733"/>
                    <a:pt x="42827" y="-1189"/>
                    <a:pt x="36477" y="2473"/>
                  </a:cubicBezTo>
                  <a:lnTo>
                    <a:pt x="5664" y="20263"/>
                  </a:lnTo>
                  <a:cubicBezTo>
                    <a:pt x="-2726" y="25109"/>
                    <a:pt x="-1675" y="33590"/>
                    <a:pt x="8019" y="39184"/>
                  </a:cubicBezTo>
                  <a:lnTo>
                    <a:pt x="430650" y="283191"/>
                  </a:lnTo>
                  <a:lnTo>
                    <a:pt x="488180" y="249981"/>
                  </a:lnTo>
                  <a:lnTo>
                    <a:pt x="61268" y="350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4" name="任意多边形: 形状 2973">
              <a:extLst>
                <a:ext uri="{FF2B5EF4-FFF2-40B4-BE49-F238E27FC236}">
                  <a16:creationId xmlns:a16="http://schemas.microsoft.com/office/drawing/2014/main" id="{DB3E435F-0749-584B-31A4-50645C330B5A}"/>
                </a:ext>
              </a:extLst>
            </p:cNvPr>
            <p:cNvSpPr/>
            <p:nvPr/>
          </p:nvSpPr>
          <p:spPr>
            <a:xfrm>
              <a:off x="8469200" y="1624481"/>
              <a:ext cx="401974" cy="444615"/>
            </a:xfrm>
            <a:custGeom>
              <a:avLst/>
              <a:gdLst>
                <a:gd name="connsiteX0" fmla="*/ 76969 w 401974"/>
                <a:gd name="connsiteY0" fmla="*/ 6768 h 444615"/>
                <a:gd name="connsiteX1" fmla="*/ 65249 w 401974"/>
                <a:gd name="connsiteY1" fmla="*/ 0 h 444615"/>
                <a:gd name="connsiteX2" fmla="*/ 65249 w 401974"/>
                <a:gd name="connsiteY2" fmla="*/ 62548 h 444615"/>
                <a:gd name="connsiteX3" fmla="*/ 76969 w 401974"/>
                <a:gd name="connsiteY3" fmla="*/ 69316 h 444615"/>
                <a:gd name="connsiteX4" fmla="*/ 76969 w 401974"/>
                <a:gd name="connsiteY4" fmla="*/ 6768 h 444615"/>
                <a:gd name="connsiteX5" fmla="*/ 11725 w 401974"/>
                <a:gd name="connsiteY5" fmla="*/ 38437 h 444615"/>
                <a:gd name="connsiteX6" fmla="*/ 0 w 401974"/>
                <a:gd name="connsiteY6" fmla="*/ 31669 h 444615"/>
                <a:gd name="connsiteX7" fmla="*/ 0 w 401974"/>
                <a:gd name="connsiteY7" fmla="*/ 94216 h 444615"/>
                <a:gd name="connsiteX8" fmla="*/ 11725 w 401974"/>
                <a:gd name="connsiteY8" fmla="*/ 100985 h 444615"/>
                <a:gd name="connsiteX9" fmla="*/ 11725 w 401974"/>
                <a:gd name="connsiteY9" fmla="*/ 38437 h 444615"/>
                <a:gd name="connsiteX10" fmla="*/ 114407 w 401974"/>
                <a:gd name="connsiteY10" fmla="*/ 97722 h 444615"/>
                <a:gd name="connsiteX11" fmla="*/ 102683 w 401974"/>
                <a:gd name="connsiteY11" fmla="*/ 90953 h 444615"/>
                <a:gd name="connsiteX12" fmla="*/ 102683 w 401974"/>
                <a:gd name="connsiteY12" fmla="*/ 153501 h 444615"/>
                <a:gd name="connsiteX13" fmla="*/ 114407 w 401974"/>
                <a:gd name="connsiteY13" fmla="*/ 160269 h 444615"/>
                <a:gd name="connsiteX14" fmla="*/ 114407 w 401974"/>
                <a:gd name="connsiteY14" fmla="*/ 97722 h 444615"/>
                <a:gd name="connsiteX15" fmla="*/ 43755 w 401974"/>
                <a:gd name="connsiteY15" fmla="*/ 119478 h 444615"/>
                <a:gd name="connsiteX16" fmla="*/ 32030 w 401974"/>
                <a:gd name="connsiteY16" fmla="*/ 112709 h 444615"/>
                <a:gd name="connsiteX17" fmla="*/ 32030 w 401974"/>
                <a:gd name="connsiteY17" fmla="*/ 175257 h 444615"/>
                <a:gd name="connsiteX18" fmla="*/ 43755 w 401974"/>
                <a:gd name="connsiteY18" fmla="*/ 182025 h 444615"/>
                <a:gd name="connsiteX19" fmla="*/ 43755 w 401974"/>
                <a:gd name="connsiteY19" fmla="*/ 119478 h 444615"/>
                <a:gd name="connsiteX20" fmla="*/ 148787 w 401974"/>
                <a:gd name="connsiteY20" fmla="*/ 180118 h 444615"/>
                <a:gd name="connsiteX21" fmla="*/ 137067 w 401974"/>
                <a:gd name="connsiteY21" fmla="*/ 173350 h 444615"/>
                <a:gd name="connsiteX22" fmla="*/ 137067 w 401974"/>
                <a:gd name="connsiteY22" fmla="*/ 235897 h 444615"/>
                <a:gd name="connsiteX23" fmla="*/ 148787 w 401974"/>
                <a:gd name="connsiteY23" fmla="*/ 242666 h 444615"/>
                <a:gd name="connsiteX24" fmla="*/ 148787 w 401974"/>
                <a:gd name="connsiteY24" fmla="*/ 180118 h 444615"/>
                <a:gd name="connsiteX25" fmla="*/ 76969 w 401974"/>
                <a:gd name="connsiteY25" fmla="*/ 194430 h 444615"/>
                <a:gd name="connsiteX26" fmla="*/ 65249 w 401974"/>
                <a:gd name="connsiteY26" fmla="*/ 187662 h 444615"/>
                <a:gd name="connsiteX27" fmla="*/ 65249 w 401974"/>
                <a:gd name="connsiteY27" fmla="*/ 250209 h 444615"/>
                <a:gd name="connsiteX28" fmla="*/ 76969 w 401974"/>
                <a:gd name="connsiteY28" fmla="*/ 256978 h 444615"/>
                <a:gd name="connsiteX29" fmla="*/ 76969 w 401974"/>
                <a:gd name="connsiteY29" fmla="*/ 194430 h 444615"/>
                <a:gd name="connsiteX30" fmla="*/ 179443 w 401974"/>
                <a:gd name="connsiteY30" fmla="*/ 253591 h 444615"/>
                <a:gd name="connsiteX31" fmla="*/ 167723 w 401974"/>
                <a:gd name="connsiteY31" fmla="*/ 246823 h 444615"/>
                <a:gd name="connsiteX32" fmla="*/ 167723 w 401974"/>
                <a:gd name="connsiteY32" fmla="*/ 309371 h 444615"/>
                <a:gd name="connsiteX33" fmla="*/ 179443 w 401974"/>
                <a:gd name="connsiteY33" fmla="*/ 316139 h 444615"/>
                <a:gd name="connsiteX34" fmla="*/ 179443 w 401974"/>
                <a:gd name="connsiteY34" fmla="*/ 253591 h 444615"/>
                <a:gd name="connsiteX35" fmla="*/ 306426 w 401974"/>
                <a:gd name="connsiteY35" fmla="*/ 326903 h 444615"/>
                <a:gd name="connsiteX36" fmla="*/ 294702 w 401974"/>
                <a:gd name="connsiteY36" fmla="*/ 320134 h 444615"/>
                <a:gd name="connsiteX37" fmla="*/ 294702 w 401974"/>
                <a:gd name="connsiteY37" fmla="*/ 382682 h 444615"/>
                <a:gd name="connsiteX38" fmla="*/ 306426 w 401974"/>
                <a:gd name="connsiteY38" fmla="*/ 389450 h 444615"/>
                <a:gd name="connsiteX39" fmla="*/ 306426 w 401974"/>
                <a:gd name="connsiteY39" fmla="*/ 326903 h 444615"/>
                <a:gd name="connsiteX40" fmla="*/ 401974 w 401974"/>
                <a:gd name="connsiteY40" fmla="*/ 382068 h 444615"/>
                <a:gd name="connsiteX41" fmla="*/ 390250 w 401974"/>
                <a:gd name="connsiteY41" fmla="*/ 375300 h 444615"/>
                <a:gd name="connsiteX42" fmla="*/ 390250 w 401974"/>
                <a:gd name="connsiteY42" fmla="*/ 437848 h 444615"/>
                <a:gd name="connsiteX43" fmla="*/ 401974 w 401974"/>
                <a:gd name="connsiteY43" fmla="*/ 444616 h 444615"/>
                <a:gd name="connsiteX44" fmla="*/ 401974 w 401974"/>
                <a:gd name="connsiteY44" fmla="*/ 382068 h 444615"/>
                <a:gd name="connsiteX45" fmla="*/ 263884 w 401974"/>
                <a:gd name="connsiteY45" fmla="*/ 246571 h 444615"/>
                <a:gd name="connsiteX46" fmla="*/ 252160 w 401974"/>
                <a:gd name="connsiteY46" fmla="*/ 239802 h 444615"/>
                <a:gd name="connsiteX47" fmla="*/ 252160 w 401974"/>
                <a:gd name="connsiteY47" fmla="*/ 302345 h 444615"/>
                <a:gd name="connsiteX48" fmla="*/ 263884 w 401974"/>
                <a:gd name="connsiteY48" fmla="*/ 309114 h 444615"/>
                <a:gd name="connsiteX49" fmla="*/ 263884 w 401974"/>
                <a:gd name="connsiteY49" fmla="*/ 246571 h 444615"/>
                <a:gd name="connsiteX50" fmla="*/ 359675 w 401974"/>
                <a:gd name="connsiteY50" fmla="*/ 301874 h 444615"/>
                <a:gd name="connsiteX51" fmla="*/ 347955 w 401974"/>
                <a:gd name="connsiteY51" fmla="*/ 295106 h 444615"/>
                <a:gd name="connsiteX52" fmla="*/ 347955 w 401974"/>
                <a:gd name="connsiteY52" fmla="*/ 357653 h 444615"/>
                <a:gd name="connsiteX53" fmla="*/ 359675 w 401974"/>
                <a:gd name="connsiteY53" fmla="*/ 364422 h 444615"/>
                <a:gd name="connsiteX54" fmla="*/ 359675 w 401974"/>
                <a:gd name="connsiteY54" fmla="*/ 301874 h 444615"/>
                <a:gd name="connsiteX55" fmla="*/ 225557 w 401974"/>
                <a:gd name="connsiteY55" fmla="*/ 161896 h 444615"/>
                <a:gd name="connsiteX56" fmla="*/ 213832 w 401974"/>
                <a:gd name="connsiteY56" fmla="*/ 155128 h 444615"/>
                <a:gd name="connsiteX57" fmla="*/ 213832 w 401974"/>
                <a:gd name="connsiteY57" fmla="*/ 217670 h 444615"/>
                <a:gd name="connsiteX58" fmla="*/ 225557 w 401974"/>
                <a:gd name="connsiteY58" fmla="*/ 224439 h 444615"/>
                <a:gd name="connsiteX59" fmla="*/ 225557 w 401974"/>
                <a:gd name="connsiteY59" fmla="*/ 161896 h 444615"/>
                <a:gd name="connsiteX60" fmla="*/ 328239 w 401974"/>
                <a:gd name="connsiteY60" fmla="*/ 221176 h 444615"/>
                <a:gd name="connsiteX61" fmla="*/ 316515 w 401974"/>
                <a:gd name="connsiteY61" fmla="*/ 214408 h 444615"/>
                <a:gd name="connsiteX62" fmla="*/ 316515 w 401974"/>
                <a:gd name="connsiteY62" fmla="*/ 276955 h 444615"/>
                <a:gd name="connsiteX63" fmla="*/ 328239 w 401974"/>
                <a:gd name="connsiteY63" fmla="*/ 283724 h 444615"/>
                <a:gd name="connsiteX64" fmla="*/ 328239 w 401974"/>
                <a:gd name="connsiteY64" fmla="*/ 221176 h 444615"/>
                <a:gd name="connsiteX65" fmla="*/ 401974 w 401974"/>
                <a:gd name="connsiteY65" fmla="*/ 263751 h 444615"/>
                <a:gd name="connsiteX66" fmla="*/ 390250 w 401974"/>
                <a:gd name="connsiteY66" fmla="*/ 256983 h 444615"/>
                <a:gd name="connsiteX67" fmla="*/ 390250 w 401974"/>
                <a:gd name="connsiteY67" fmla="*/ 319526 h 444615"/>
                <a:gd name="connsiteX68" fmla="*/ 401974 w 401974"/>
                <a:gd name="connsiteY68" fmla="*/ 326294 h 444615"/>
                <a:gd name="connsiteX69" fmla="*/ 401974 w 401974"/>
                <a:gd name="connsiteY69" fmla="*/ 263751 h 444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01974" h="444615">
                  <a:moveTo>
                    <a:pt x="76969" y="6768"/>
                  </a:moveTo>
                  <a:lnTo>
                    <a:pt x="65249" y="0"/>
                  </a:lnTo>
                  <a:lnTo>
                    <a:pt x="65249" y="62548"/>
                  </a:lnTo>
                  <a:lnTo>
                    <a:pt x="76969" y="69316"/>
                  </a:lnTo>
                  <a:lnTo>
                    <a:pt x="76969" y="6768"/>
                  </a:lnTo>
                  <a:close/>
                  <a:moveTo>
                    <a:pt x="11725" y="38437"/>
                  </a:moveTo>
                  <a:lnTo>
                    <a:pt x="0" y="31669"/>
                  </a:lnTo>
                  <a:lnTo>
                    <a:pt x="0" y="94216"/>
                  </a:lnTo>
                  <a:lnTo>
                    <a:pt x="11725" y="100985"/>
                  </a:lnTo>
                  <a:lnTo>
                    <a:pt x="11725" y="38437"/>
                  </a:lnTo>
                  <a:close/>
                  <a:moveTo>
                    <a:pt x="114407" y="97722"/>
                  </a:moveTo>
                  <a:lnTo>
                    <a:pt x="102683" y="90953"/>
                  </a:lnTo>
                  <a:lnTo>
                    <a:pt x="102683" y="153501"/>
                  </a:lnTo>
                  <a:lnTo>
                    <a:pt x="114407" y="160269"/>
                  </a:lnTo>
                  <a:lnTo>
                    <a:pt x="114407" y="97722"/>
                  </a:lnTo>
                  <a:close/>
                  <a:moveTo>
                    <a:pt x="43755" y="119478"/>
                  </a:moveTo>
                  <a:lnTo>
                    <a:pt x="32030" y="112709"/>
                  </a:lnTo>
                  <a:lnTo>
                    <a:pt x="32030" y="175257"/>
                  </a:lnTo>
                  <a:lnTo>
                    <a:pt x="43755" y="182025"/>
                  </a:lnTo>
                  <a:lnTo>
                    <a:pt x="43755" y="119478"/>
                  </a:lnTo>
                  <a:close/>
                  <a:moveTo>
                    <a:pt x="148787" y="180118"/>
                  </a:moveTo>
                  <a:lnTo>
                    <a:pt x="137067" y="173350"/>
                  </a:lnTo>
                  <a:lnTo>
                    <a:pt x="137067" y="235897"/>
                  </a:lnTo>
                  <a:lnTo>
                    <a:pt x="148787" y="242666"/>
                  </a:lnTo>
                  <a:lnTo>
                    <a:pt x="148787" y="180118"/>
                  </a:lnTo>
                  <a:close/>
                  <a:moveTo>
                    <a:pt x="76969" y="194430"/>
                  </a:moveTo>
                  <a:lnTo>
                    <a:pt x="65249" y="187662"/>
                  </a:lnTo>
                  <a:lnTo>
                    <a:pt x="65249" y="250209"/>
                  </a:lnTo>
                  <a:lnTo>
                    <a:pt x="76969" y="256978"/>
                  </a:lnTo>
                  <a:lnTo>
                    <a:pt x="76969" y="194430"/>
                  </a:lnTo>
                  <a:close/>
                  <a:moveTo>
                    <a:pt x="179443" y="253591"/>
                  </a:moveTo>
                  <a:lnTo>
                    <a:pt x="167723" y="246823"/>
                  </a:lnTo>
                  <a:lnTo>
                    <a:pt x="167723" y="309371"/>
                  </a:lnTo>
                  <a:lnTo>
                    <a:pt x="179443" y="316139"/>
                  </a:lnTo>
                  <a:lnTo>
                    <a:pt x="179443" y="253591"/>
                  </a:lnTo>
                  <a:close/>
                  <a:moveTo>
                    <a:pt x="306426" y="326903"/>
                  </a:moveTo>
                  <a:lnTo>
                    <a:pt x="294702" y="320134"/>
                  </a:lnTo>
                  <a:lnTo>
                    <a:pt x="294702" y="382682"/>
                  </a:lnTo>
                  <a:lnTo>
                    <a:pt x="306426" y="389450"/>
                  </a:lnTo>
                  <a:lnTo>
                    <a:pt x="306426" y="326903"/>
                  </a:lnTo>
                  <a:close/>
                  <a:moveTo>
                    <a:pt x="401974" y="382068"/>
                  </a:moveTo>
                  <a:lnTo>
                    <a:pt x="390250" y="375300"/>
                  </a:lnTo>
                  <a:lnTo>
                    <a:pt x="390250" y="437848"/>
                  </a:lnTo>
                  <a:lnTo>
                    <a:pt x="401974" y="444616"/>
                  </a:lnTo>
                  <a:lnTo>
                    <a:pt x="401974" y="382068"/>
                  </a:lnTo>
                  <a:close/>
                  <a:moveTo>
                    <a:pt x="263884" y="246571"/>
                  </a:moveTo>
                  <a:lnTo>
                    <a:pt x="252160" y="239802"/>
                  </a:lnTo>
                  <a:lnTo>
                    <a:pt x="252160" y="302345"/>
                  </a:lnTo>
                  <a:lnTo>
                    <a:pt x="263884" y="309114"/>
                  </a:lnTo>
                  <a:lnTo>
                    <a:pt x="263884" y="246571"/>
                  </a:lnTo>
                  <a:close/>
                  <a:moveTo>
                    <a:pt x="359675" y="301874"/>
                  </a:moveTo>
                  <a:lnTo>
                    <a:pt x="347955" y="295106"/>
                  </a:lnTo>
                  <a:lnTo>
                    <a:pt x="347955" y="357653"/>
                  </a:lnTo>
                  <a:lnTo>
                    <a:pt x="359675" y="364422"/>
                  </a:lnTo>
                  <a:lnTo>
                    <a:pt x="359675" y="301874"/>
                  </a:lnTo>
                  <a:close/>
                  <a:moveTo>
                    <a:pt x="225557" y="161896"/>
                  </a:moveTo>
                  <a:lnTo>
                    <a:pt x="213832" y="155128"/>
                  </a:lnTo>
                  <a:lnTo>
                    <a:pt x="213832" y="217670"/>
                  </a:lnTo>
                  <a:lnTo>
                    <a:pt x="225557" y="224439"/>
                  </a:lnTo>
                  <a:lnTo>
                    <a:pt x="225557" y="161896"/>
                  </a:lnTo>
                  <a:close/>
                  <a:moveTo>
                    <a:pt x="328239" y="221176"/>
                  </a:moveTo>
                  <a:lnTo>
                    <a:pt x="316515" y="214408"/>
                  </a:lnTo>
                  <a:lnTo>
                    <a:pt x="316515" y="276955"/>
                  </a:lnTo>
                  <a:lnTo>
                    <a:pt x="328239" y="283724"/>
                  </a:lnTo>
                  <a:lnTo>
                    <a:pt x="328239" y="221176"/>
                  </a:lnTo>
                  <a:close/>
                  <a:moveTo>
                    <a:pt x="401974" y="263751"/>
                  </a:moveTo>
                  <a:lnTo>
                    <a:pt x="390250" y="256983"/>
                  </a:lnTo>
                  <a:lnTo>
                    <a:pt x="390250" y="319526"/>
                  </a:lnTo>
                  <a:lnTo>
                    <a:pt x="401974" y="326294"/>
                  </a:lnTo>
                  <a:lnTo>
                    <a:pt x="401974" y="263751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5" name="任意多边形: 形状 2974">
              <a:extLst>
                <a:ext uri="{FF2B5EF4-FFF2-40B4-BE49-F238E27FC236}">
                  <a16:creationId xmlns:a16="http://schemas.microsoft.com/office/drawing/2014/main" id="{C5294090-8E88-8700-904C-73429CDB86C9}"/>
                </a:ext>
              </a:extLst>
            </p:cNvPr>
            <p:cNvSpPr/>
            <p:nvPr/>
          </p:nvSpPr>
          <p:spPr>
            <a:xfrm>
              <a:off x="8427790" y="1563180"/>
              <a:ext cx="443384" cy="450142"/>
            </a:xfrm>
            <a:custGeom>
              <a:avLst/>
              <a:gdLst>
                <a:gd name="connsiteX0" fmla="*/ 443384 w 443384"/>
                <a:gd name="connsiteY0" fmla="*/ 387595 h 450142"/>
                <a:gd name="connsiteX1" fmla="*/ 431659 w 443384"/>
                <a:gd name="connsiteY1" fmla="*/ 380827 h 450142"/>
                <a:gd name="connsiteX2" fmla="*/ 431659 w 443384"/>
                <a:gd name="connsiteY2" fmla="*/ 443374 h 450142"/>
                <a:gd name="connsiteX3" fmla="*/ 443384 w 443384"/>
                <a:gd name="connsiteY3" fmla="*/ 450143 h 450142"/>
                <a:gd name="connsiteX4" fmla="*/ 443384 w 443384"/>
                <a:gd name="connsiteY4" fmla="*/ 387595 h 450142"/>
                <a:gd name="connsiteX5" fmla="*/ 443384 w 443384"/>
                <a:gd name="connsiteY5" fmla="*/ 318298 h 450142"/>
                <a:gd name="connsiteX6" fmla="*/ 0 w 443384"/>
                <a:gd name="connsiteY6" fmla="*/ 62310 h 450142"/>
                <a:gd name="connsiteX7" fmla="*/ 0 w 443384"/>
                <a:gd name="connsiteY7" fmla="*/ 75818 h 450142"/>
                <a:gd name="connsiteX8" fmla="*/ 443384 w 443384"/>
                <a:gd name="connsiteY8" fmla="*/ 331807 h 450142"/>
                <a:gd name="connsiteX9" fmla="*/ 443384 w 443384"/>
                <a:gd name="connsiteY9" fmla="*/ 318298 h 450142"/>
                <a:gd name="connsiteX10" fmla="*/ 443384 w 443384"/>
                <a:gd name="connsiteY10" fmla="*/ 255712 h 450142"/>
                <a:gd name="connsiteX11" fmla="*/ 604 w 443384"/>
                <a:gd name="connsiteY11" fmla="*/ 71 h 450142"/>
                <a:gd name="connsiteX12" fmla="*/ 0 w 443384"/>
                <a:gd name="connsiteY12" fmla="*/ 528 h 450142"/>
                <a:gd name="connsiteX13" fmla="*/ 0 w 443384"/>
                <a:gd name="connsiteY13" fmla="*/ 13232 h 450142"/>
                <a:gd name="connsiteX14" fmla="*/ 443384 w 443384"/>
                <a:gd name="connsiteY14" fmla="*/ 269221 h 450142"/>
                <a:gd name="connsiteX15" fmla="*/ 443384 w 443384"/>
                <a:gd name="connsiteY15" fmla="*/ 255712 h 45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3384" h="450142">
                  <a:moveTo>
                    <a:pt x="443384" y="387595"/>
                  </a:moveTo>
                  <a:lnTo>
                    <a:pt x="431659" y="380827"/>
                  </a:lnTo>
                  <a:lnTo>
                    <a:pt x="431659" y="443374"/>
                  </a:lnTo>
                  <a:lnTo>
                    <a:pt x="443384" y="450143"/>
                  </a:lnTo>
                  <a:lnTo>
                    <a:pt x="443384" y="387595"/>
                  </a:lnTo>
                  <a:close/>
                  <a:moveTo>
                    <a:pt x="443384" y="318298"/>
                  </a:moveTo>
                  <a:lnTo>
                    <a:pt x="0" y="62310"/>
                  </a:lnTo>
                  <a:lnTo>
                    <a:pt x="0" y="75818"/>
                  </a:lnTo>
                  <a:lnTo>
                    <a:pt x="443384" y="331807"/>
                  </a:lnTo>
                  <a:lnTo>
                    <a:pt x="443384" y="318298"/>
                  </a:lnTo>
                  <a:close/>
                  <a:moveTo>
                    <a:pt x="443384" y="255712"/>
                  </a:moveTo>
                  <a:lnTo>
                    <a:pt x="604" y="71"/>
                  </a:lnTo>
                  <a:cubicBezTo>
                    <a:pt x="271" y="-119"/>
                    <a:pt x="0" y="85"/>
                    <a:pt x="0" y="528"/>
                  </a:cubicBezTo>
                  <a:lnTo>
                    <a:pt x="0" y="13232"/>
                  </a:lnTo>
                  <a:lnTo>
                    <a:pt x="443384" y="269221"/>
                  </a:lnTo>
                  <a:lnTo>
                    <a:pt x="443384" y="255712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6" name="任意多边形: 形状 2975">
              <a:extLst>
                <a:ext uri="{FF2B5EF4-FFF2-40B4-BE49-F238E27FC236}">
                  <a16:creationId xmlns:a16="http://schemas.microsoft.com/office/drawing/2014/main" id="{3AE87F0F-C1E8-C463-76C4-9D9CC7CF52FD}"/>
                </a:ext>
              </a:extLst>
            </p:cNvPr>
            <p:cNvSpPr/>
            <p:nvPr/>
          </p:nvSpPr>
          <p:spPr>
            <a:xfrm>
              <a:off x="8427790" y="1594673"/>
              <a:ext cx="443384" cy="425423"/>
            </a:xfrm>
            <a:custGeom>
              <a:avLst/>
              <a:gdLst>
                <a:gd name="connsiteX0" fmla="*/ 443384 w 443384"/>
                <a:gd name="connsiteY0" fmla="*/ 349349 h 425423"/>
                <a:gd name="connsiteX1" fmla="*/ 0 w 443384"/>
                <a:gd name="connsiteY1" fmla="*/ 93360 h 425423"/>
                <a:gd name="connsiteX2" fmla="*/ 0 w 443384"/>
                <a:gd name="connsiteY2" fmla="*/ 106873 h 425423"/>
                <a:gd name="connsiteX3" fmla="*/ 443384 w 443384"/>
                <a:gd name="connsiteY3" fmla="*/ 362857 h 425423"/>
                <a:gd name="connsiteX4" fmla="*/ 443384 w 443384"/>
                <a:gd name="connsiteY4" fmla="*/ 349349 h 425423"/>
                <a:gd name="connsiteX5" fmla="*/ 443384 w 443384"/>
                <a:gd name="connsiteY5" fmla="*/ 411915 h 425423"/>
                <a:gd name="connsiteX6" fmla="*/ 0 w 443384"/>
                <a:gd name="connsiteY6" fmla="*/ 155927 h 425423"/>
                <a:gd name="connsiteX7" fmla="*/ 0 w 443384"/>
                <a:gd name="connsiteY7" fmla="*/ 169435 h 425423"/>
                <a:gd name="connsiteX8" fmla="*/ 443384 w 443384"/>
                <a:gd name="connsiteY8" fmla="*/ 425424 h 425423"/>
                <a:gd name="connsiteX9" fmla="*/ 443384 w 443384"/>
                <a:gd name="connsiteY9" fmla="*/ 411915 h 425423"/>
                <a:gd name="connsiteX10" fmla="*/ 335051 w 443384"/>
                <a:gd name="connsiteY10" fmla="*/ 161673 h 425423"/>
                <a:gd name="connsiteX11" fmla="*/ 323326 w 443384"/>
                <a:gd name="connsiteY11" fmla="*/ 154904 h 425423"/>
                <a:gd name="connsiteX12" fmla="*/ 323326 w 443384"/>
                <a:gd name="connsiteY12" fmla="*/ 217452 h 425423"/>
                <a:gd name="connsiteX13" fmla="*/ 335051 w 443384"/>
                <a:gd name="connsiteY13" fmla="*/ 224220 h 425423"/>
                <a:gd name="connsiteX14" fmla="*/ 335051 w 443384"/>
                <a:gd name="connsiteY14" fmla="*/ 161673 h 425423"/>
                <a:gd name="connsiteX15" fmla="*/ 443384 w 443384"/>
                <a:gd name="connsiteY15" fmla="*/ 228063 h 425423"/>
                <a:gd name="connsiteX16" fmla="*/ 431659 w 443384"/>
                <a:gd name="connsiteY16" fmla="*/ 221295 h 425423"/>
                <a:gd name="connsiteX17" fmla="*/ 431659 w 443384"/>
                <a:gd name="connsiteY17" fmla="*/ 279999 h 425423"/>
                <a:gd name="connsiteX18" fmla="*/ 443384 w 443384"/>
                <a:gd name="connsiteY18" fmla="*/ 286768 h 425423"/>
                <a:gd name="connsiteX19" fmla="*/ 443384 w 443384"/>
                <a:gd name="connsiteY19" fmla="*/ 228063 h 425423"/>
                <a:gd name="connsiteX20" fmla="*/ 158291 w 443384"/>
                <a:gd name="connsiteY20" fmla="*/ 0 h 425423"/>
                <a:gd name="connsiteX21" fmla="*/ 106659 w 443384"/>
                <a:gd name="connsiteY21" fmla="*/ 29809 h 425423"/>
                <a:gd name="connsiteX22" fmla="*/ 118379 w 443384"/>
                <a:gd name="connsiteY22" fmla="*/ 36577 h 425423"/>
                <a:gd name="connsiteX23" fmla="*/ 170011 w 443384"/>
                <a:gd name="connsiteY23" fmla="*/ 6768 h 425423"/>
                <a:gd name="connsiteX24" fmla="*/ 158291 w 443384"/>
                <a:gd name="connsiteY24" fmla="*/ 0 h 42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43384" h="425423">
                  <a:moveTo>
                    <a:pt x="443384" y="349349"/>
                  </a:moveTo>
                  <a:lnTo>
                    <a:pt x="0" y="93360"/>
                  </a:lnTo>
                  <a:lnTo>
                    <a:pt x="0" y="106873"/>
                  </a:lnTo>
                  <a:lnTo>
                    <a:pt x="443384" y="362857"/>
                  </a:lnTo>
                  <a:lnTo>
                    <a:pt x="443384" y="349349"/>
                  </a:lnTo>
                  <a:close/>
                  <a:moveTo>
                    <a:pt x="443384" y="411915"/>
                  </a:moveTo>
                  <a:lnTo>
                    <a:pt x="0" y="155927"/>
                  </a:lnTo>
                  <a:lnTo>
                    <a:pt x="0" y="169435"/>
                  </a:lnTo>
                  <a:lnTo>
                    <a:pt x="443384" y="425424"/>
                  </a:lnTo>
                  <a:lnTo>
                    <a:pt x="443384" y="411915"/>
                  </a:lnTo>
                  <a:close/>
                  <a:moveTo>
                    <a:pt x="335051" y="161673"/>
                  </a:moveTo>
                  <a:lnTo>
                    <a:pt x="323326" y="154904"/>
                  </a:lnTo>
                  <a:lnTo>
                    <a:pt x="323326" y="217452"/>
                  </a:lnTo>
                  <a:lnTo>
                    <a:pt x="335051" y="224220"/>
                  </a:lnTo>
                  <a:lnTo>
                    <a:pt x="335051" y="161673"/>
                  </a:lnTo>
                  <a:close/>
                  <a:moveTo>
                    <a:pt x="443384" y="228063"/>
                  </a:moveTo>
                  <a:lnTo>
                    <a:pt x="431659" y="221295"/>
                  </a:lnTo>
                  <a:lnTo>
                    <a:pt x="431659" y="279999"/>
                  </a:lnTo>
                  <a:lnTo>
                    <a:pt x="443384" y="286768"/>
                  </a:lnTo>
                  <a:lnTo>
                    <a:pt x="443384" y="228063"/>
                  </a:lnTo>
                  <a:close/>
                  <a:moveTo>
                    <a:pt x="158291" y="0"/>
                  </a:moveTo>
                  <a:lnTo>
                    <a:pt x="106659" y="29809"/>
                  </a:lnTo>
                  <a:lnTo>
                    <a:pt x="118379" y="36577"/>
                  </a:lnTo>
                  <a:lnTo>
                    <a:pt x="170011" y="6768"/>
                  </a:lnTo>
                  <a:lnTo>
                    <a:pt x="158291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7" name="任意多边形: 形状 2976">
              <a:extLst>
                <a:ext uri="{FF2B5EF4-FFF2-40B4-BE49-F238E27FC236}">
                  <a16:creationId xmlns:a16="http://schemas.microsoft.com/office/drawing/2014/main" id="{818A8008-1A48-A63F-36BB-59A2BFF808F9}"/>
                </a:ext>
              </a:extLst>
            </p:cNvPr>
            <p:cNvSpPr/>
            <p:nvPr/>
          </p:nvSpPr>
          <p:spPr>
            <a:xfrm>
              <a:off x="8871175" y="1788180"/>
              <a:ext cx="47488" cy="280208"/>
            </a:xfrm>
            <a:custGeom>
              <a:avLst/>
              <a:gdLst>
                <a:gd name="connsiteX0" fmla="*/ 47489 w 47488"/>
                <a:gd name="connsiteY0" fmla="*/ 0 h 280208"/>
                <a:gd name="connsiteX1" fmla="*/ 0 w 47488"/>
                <a:gd name="connsiteY1" fmla="*/ 27416 h 280208"/>
                <a:gd name="connsiteX2" fmla="*/ 0 w 47488"/>
                <a:gd name="connsiteY2" fmla="*/ 280209 h 280208"/>
                <a:gd name="connsiteX3" fmla="*/ 47489 w 47488"/>
                <a:gd name="connsiteY3" fmla="*/ 252792 h 280208"/>
                <a:gd name="connsiteX4" fmla="*/ 47489 w 47488"/>
                <a:gd name="connsiteY4" fmla="*/ 0 h 28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88" h="280208">
                  <a:moveTo>
                    <a:pt x="47489" y="0"/>
                  </a:moveTo>
                  <a:lnTo>
                    <a:pt x="0" y="27416"/>
                  </a:lnTo>
                  <a:lnTo>
                    <a:pt x="0" y="280209"/>
                  </a:lnTo>
                  <a:lnTo>
                    <a:pt x="47489" y="252792"/>
                  </a:lnTo>
                  <a:lnTo>
                    <a:pt x="47489" y="0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8" name="任意多边形: 形状 2977">
              <a:extLst>
                <a:ext uri="{FF2B5EF4-FFF2-40B4-BE49-F238E27FC236}">
                  <a16:creationId xmlns:a16="http://schemas.microsoft.com/office/drawing/2014/main" id="{AC6E32CF-3D2A-FFA3-9A7B-A01E09E6BE53}"/>
                </a:ext>
              </a:extLst>
            </p:cNvPr>
            <p:cNvSpPr/>
            <p:nvPr/>
          </p:nvSpPr>
          <p:spPr>
            <a:xfrm>
              <a:off x="8859450" y="1782287"/>
              <a:ext cx="59235" cy="237809"/>
            </a:xfrm>
            <a:custGeom>
              <a:avLst/>
              <a:gdLst>
                <a:gd name="connsiteX0" fmla="*/ 59213 w 59235"/>
                <a:gd name="connsiteY0" fmla="*/ 196885 h 237809"/>
                <a:gd name="connsiteX1" fmla="*/ 11725 w 59235"/>
                <a:gd name="connsiteY1" fmla="*/ 224301 h 237809"/>
                <a:gd name="connsiteX2" fmla="*/ 11725 w 59235"/>
                <a:gd name="connsiteY2" fmla="*/ 237809 h 237809"/>
                <a:gd name="connsiteX3" fmla="*/ 59213 w 59235"/>
                <a:gd name="connsiteY3" fmla="*/ 210393 h 237809"/>
                <a:gd name="connsiteX4" fmla="*/ 59213 w 59235"/>
                <a:gd name="connsiteY4" fmla="*/ 196885 h 237809"/>
                <a:gd name="connsiteX5" fmla="*/ 59213 w 59235"/>
                <a:gd name="connsiteY5" fmla="*/ 134304 h 237809"/>
                <a:gd name="connsiteX6" fmla="*/ 11725 w 59235"/>
                <a:gd name="connsiteY6" fmla="*/ 161720 h 237809"/>
                <a:gd name="connsiteX7" fmla="*/ 11725 w 59235"/>
                <a:gd name="connsiteY7" fmla="*/ 175228 h 237809"/>
                <a:gd name="connsiteX8" fmla="*/ 59213 w 59235"/>
                <a:gd name="connsiteY8" fmla="*/ 147812 h 237809"/>
                <a:gd name="connsiteX9" fmla="*/ 59213 w 59235"/>
                <a:gd name="connsiteY9" fmla="*/ 134304 h 237809"/>
                <a:gd name="connsiteX10" fmla="*/ 59213 w 59235"/>
                <a:gd name="connsiteY10" fmla="*/ 71737 h 237809"/>
                <a:gd name="connsiteX11" fmla="*/ 11725 w 59235"/>
                <a:gd name="connsiteY11" fmla="*/ 99153 h 237809"/>
                <a:gd name="connsiteX12" fmla="*/ 11725 w 59235"/>
                <a:gd name="connsiteY12" fmla="*/ 112662 h 237809"/>
                <a:gd name="connsiteX13" fmla="*/ 59213 w 59235"/>
                <a:gd name="connsiteY13" fmla="*/ 85245 h 237809"/>
                <a:gd name="connsiteX14" fmla="*/ 59213 w 59235"/>
                <a:gd name="connsiteY14" fmla="*/ 71737 h 237809"/>
                <a:gd name="connsiteX15" fmla="*/ 51674 w 59235"/>
                <a:gd name="connsiteY15" fmla="*/ 0 h 237809"/>
                <a:gd name="connsiteX16" fmla="*/ 0 w 59235"/>
                <a:gd name="connsiteY16" fmla="*/ 29837 h 237809"/>
                <a:gd name="connsiteX17" fmla="*/ 11725 w 59235"/>
                <a:gd name="connsiteY17" fmla="*/ 36606 h 237809"/>
                <a:gd name="connsiteX18" fmla="*/ 56764 w 59235"/>
                <a:gd name="connsiteY18" fmla="*/ 10602 h 237809"/>
                <a:gd name="connsiteX19" fmla="*/ 55736 w 59235"/>
                <a:gd name="connsiteY19" fmla="*/ 2345 h 237809"/>
                <a:gd name="connsiteX20" fmla="*/ 51674 w 59235"/>
                <a:gd name="connsiteY20" fmla="*/ 0 h 237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235" h="237809">
                  <a:moveTo>
                    <a:pt x="59213" y="196885"/>
                  </a:moveTo>
                  <a:lnTo>
                    <a:pt x="11725" y="224301"/>
                  </a:lnTo>
                  <a:lnTo>
                    <a:pt x="11725" y="237809"/>
                  </a:lnTo>
                  <a:lnTo>
                    <a:pt x="59213" y="210393"/>
                  </a:lnTo>
                  <a:lnTo>
                    <a:pt x="59213" y="196885"/>
                  </a:lnTo>
                  <a:close/>
                  <a:moveTo>
                    <a:pt x="59213" y="134304"/>
                  </a:moveTo>
                  <a:lnTo>
                    <a:pt x="11725" y="161720"/>
                  </a:lnTo>
                  <a:lnTo>
                    <a:pt x="11725" y="175228"/>
                  </a:lnTo>
                  <a:lnTo>
                    <a:pt x="59213" y="147812"/>
                  </a:lnTo>
                  <a:lnTo>
                    <a:pt x="59213" y="134304"/>
                  </a:lnTo>
                  <a:close/>
                  <a:moveTo>
                    <a:pt x="59213" y="71737"/>
                  </a:moveTo>
                  <a:lnTo>
                    <a:pt x="11725" y="99153"/>
                  </a:lnTo>
                  <a:lnTo>
                    <a:pt x="11725" y="112662"/>
                  </a:lnTo>
                  <a:lnTo>
                    <a:pt x="59213" y="85245"/>
                  </a:lnTo>
                  <a:lnTo>
                    <a:pt x="59213" y="71737"/>
                  </a:lnTo>
                  <a:close/>
                  <a:moveTo>
                    <a:pt x="51674" y="0"/>
                  </a:moveTo>
                  <a:lnTo>
                    <a:pt x="0" y="29837"/>
                  </a:lnTo>
                  <a:lnTo>
                    <a:pt x="11725" y="36606"/>
                  </a:lnTo>
                  <a:lnTo>
                    <a:pt x="56764" y="10602"/>
                  </a:lnTo>
                  <a:cubicBezTo>
                    <a:pt x="60426" y="8486"/>
                    <a:pt x="59965" y="4790"/>
                    <a:pt x="55736" y="2345"/>
                  </a:cubicBezTo>
                  <a:lnTo>
                    <a:pt x="51674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979" name="组合 2978">
            <a:extLst>
              <a:ext uri="{FF2B5EF4-FFF2-40B4-BE49-F238E27FC236}">
                <a16:creationId xmlns:a16="http://schemas.microsoft.com/office/drawing/2014/main" id="{19020D56-190B-3971-6311-94716644CD56}"/>
              </a:ext>
            </a:extLst>
          </p:cNvPr>
          <p:cNvGrpSpPr/>
          <p:nvPr/>
        </p:nvGrpSpPr>
        <p:grpSpPr>
          <a:xfrm>
            <a:off x="2818949" y="3339572"/>
            <a:ext cx="296739" cy="412084"/>
            <a:chOff x="8427790" y="1387386"/>
            <a:chExt cx="490895" cy="681710"/>
          </a:xfrm>
        </p:grpSpPr>
        <p:sp>
          <p:nvSpPr>
            <p:cNvPr id="2980" name="任意多边形: 形状 2979">
              <a:extLst>
                <a:ext uri="{FF2B5EF4-FFF2-40B4-BE49-F238E27FC236}">
                  <a16:creationId xmlns:a16="http://schemas.microsoft.com/office/drawing/2014/main" id="{8EF4D0AE-B32B-8347-A5AB-582CD477A8CD}"/>
                </a:ext>
              </a:extLst>
            </p:cNvPr>
            <p:cNvSpPr/>
            <p:nvPr/>
          </p:nvSpPr>
          <p:spPr>
            <a:xfrm>
              <a:off x="8607699" y="1456097"/>
              <a:ext cx="72089" cy="26317"/>
            </a:xfrm>
            <a:custGeom>
              <a:avLst/>
              <a:gdLst>
                <a:gd name="connsiteX0" fmla="*/ 0 w 72089"/>
                <a:gd name="connsiteY0" fmla="*/ 17095 h 26317"/>
                <a:gd name="connsiteX1" fmla="*/ 71228 w 72089"/>
                <a:gd name="connsiteY1" fmla="*/ 0 h 26317"/>
                <a:gd name="connsiteX2" fmla="*/ 72089 w 72089"/>
                <a:gd name="connsiteY2" fmla="*/ 12514 h 26317"/>
                <a:gd name="connsiteX3" fmla="*/ 31773 w 72089"/>
                <a:gd name="connsiteY3" fmla="*/ 26318 h 26317"/>
                <a:gd name="connsiteX4" fmla="*/ 0 w 72089"/>
                <a:gd name="connsiteY4" fmla="*/ 17095 h 2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89" h="26317">
                  <a:moveTo>
                    <a:pt x="0" y="17095"/>
                  </a:moveTo>
                  <a:cubicBezTo>
                    <a:pt x="0" y="17095"/>
                    <a:pt x="35964" y="1513"/>
                    <a:pt x="71228" y="0"/>
                  </a:cubicBezTo>
                  <a:lnTo>
                    <a:pt x="72089" y="12514"/>
                  </a:lnTo>
                  <a:lnTo>
                    <a:pt x="31773" y="26318"/>
                  </a:lnTo>
                  <a:lnTo>
                    <a:pt x="0" y="17095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1" name="任意多边形: 形状 2980">
              <a:extLst>
                <a:ext uri="{FF2B5EF4-FFF2-40B4-BE49-F238E27FC236}">
                  <a16:creationId xmlns:a16="http://schemas.microsoft.com/office/drawing/2014/main" id="{A18B3C8F-E600-7499-FD1B-961EF87520A4}"/>
                </a:ext>
              </a:extLst>
            </p:cNvPr>
            <p:cNvSpPr/>
            <p:nvPr/>
          </p:nvSpPr>
          <p:spPr>
            <a:xfrm>
              <a:off x="8594541" y="1387386"/>
              <a:ext cx="305876" cy="372691"/>
            </a:xfrm>
            <a:custGeom>
              <a:avLst/>
              <a:gdLst>
                <a:gd name="connsiteX0" fmla="*/ 1495 w 305876"/>
                <a:gd name="connsiteY0" fmla="*/ 234826 h 372691"/>
                <a:gd name="connsiteX1" fmla="*/ 83392 w 305876"/>
                <a:gd name="connsiteY1" fmla="*/ 68668 h 372691"/>
                <a:gd name="connsiteX2" fmla="*/ 115051 w 305876"/>
                <a:gd name="connsiteY2" fmla="*/ 148192 h 372691"/>
                <a:gd name="connsiteX3" fmla="*/ 136322 w 305876"/>
                <a:gd name="connsiteY3" fmla="*/ 87066 h 372691"/>
                <a:gd name="connsiteX4" fmla="*/ 209700 w 305876"/>
                <a:gd name="connsiteY4" fmla="*/ 1359 h 372691"/>
                <a:gd name="connsiteX5" fmla="*/ 203860 w 305876"/>
                <a:gd name="connsiteY5" fmla="*/ 36334 h 372691"/>
                <a:gd name="connsiteX6" fmla="*/ 215817 w 305876"/>
                <a:gd name="connsiteY6" fmla="*/ 89017 h 372691"/>
                <a:gd name="connsiteX7" fmla="*/ 248061 w 305876"/>
                <a:gd name="connsiteY7" fmla="*/ 128257 h 372691"/>
                <a:gd name="connsiteX8" fmla="*/ 287245 w 305876"/>
                <a:gd name="connsiteY8" fmla="*/ 180650 h 372691"/>
                <a:gd name="connsiteX9" fmla="*/ 305848 w 305876"/>
                <a:gd name="connsiteY9" fmla="*/ 249067 h 372691"/>
                <a:gd name="connsiteX10" fmla="*/ 213292 w 305876"/>
                <a:gd name="connsiteY10" fmla="*/ 370623 h 372691"/>
                <a:gd name="connsiteX11" fmla="*/ 110799 w 305876"/>
                <a:gd name="connsiteY11" fmla="*/ 287985 h 372691"/>
                <a:gd name="connsiteX12" fmla="*/ 1495 w 305876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76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66" y="104651"/>
                    <a:pt x="115051" y="148192"/>
                  </a:cubicBezTo>
                  <a:cubicBezTo>
                    <a:pt x="115051" y="148192"/>
                    <a:pt x="144432" y="152558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4"/>
                  </a:cubicBezTo>
                  <a:cubicBezTo>
                    <a:pt x="199850" y="53976"/>
                    <a:pt x="206052" y="75832"/>
                    <a:pt x="215817" y="89017"/>
                  </a:cubicBezTo>
                  <a:cubicBezTo>
                    <a:pt x="227052" y="104175"/>
                    <a:pt x="235818" y="115829"/>
                    <a:pt x="248061" y="128257"/>
                  </a:cubicBezTo>
                  <a:cubicBezTo>
                    <a:pt x="263301" y="143740"/>
                    <a:pt x="276871" y="161258"/>
                    <a:pt x="287245" y="180650"/>
                  </a:cubicBezTo>
                  <a:cubicBezTo>
                    <a:pt x="298870" y="202382"/>
                    <a:pt x="306400" y="226407"/>
                    <a:pt x="305848" y="249067"/>
                  </a:cubicBezTo>
                  <a:cubicBezTo>
                    <a:pt x="304426" y="307886"/>
                    <a:pt x="268148" y="386472"/>
                    <a:pt x="213292" y="370623"/>
                  </a:cubicBezTo>
                  <a:cubicBezTo>
                    <a:pt x="181504" y="361439"/>
                    <a:pt x="140808" y="305750"/>
                    <a:pt x="110799" y="287985"/>
                  </a:cubicBezTo>
                  <a:cubicBezTo>
                    <a:pt x="74973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2" name="任意多边形: 形状 2981">
              <a:extLst>
                <a:ext uri="{FF2B5EF4-FFF2-40B4-BE49-F238E27FC236}">
                  <a16:creationId xmlns:a16="http://schemas.microsoft.com/office/drawing/2014/main" id="{16DF8E20-9107-F9D4-9D02-AE4DB07BB232}"/>
                </a:ext>
              </a:extLst>
            </p:cNvPr>
            <p:cNvSpPr/>
            <p:nvPr/>
          </p:nvSpPr>
          <p:spPr>
            <a:xfrm>
              <a:off x="8713166" y="1387433"/>
              <a:ext cx="72344" cy="20472"/>
            </a:xfrm>
            <a:custGeom>
              <a:avLst/>
              <a:gdLst>
                <a:gd name="connsiteX0" fmla="*/ 72345 w 72344"/>
                <a:gd name="connsiteY0" fmla="*/ 57 h 20472"/>
                <a:gd name="connsiteX1" fmla="*/ 34312 w 72344"/>
                <a:gd name="connsiteY1" fmla="*/ 2731 h 20472"/>
                <a:gd name="connsiteX2" fmla="*/ 1811 w 72344"/>
                <a:gd name="connsiteY2" fmla="*/ 16268 h 20472"/>
                <a:gd name="connsiteX3" fmla="*/ 6905 w 72344"/>
                <a:gd name="connsiteY3" fmla="*/ 20472 h 20472"/>
                <a:gd name="connsiteX4" fmla="*/ 57723 w 72344"/>
                <a:gd name="connsiteY4" fmla="*/ 10579 h 20472"/>
                <a:gd name="connsiteX5" fmla="*/ 72345 w 72344"/>
                <a:gd name="connsiteY5" fmla="*/ 57 h 20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44" h="20472">
                  <a:moveTo>
                    <a:pt x="72345" y="57"/>
                  </a:moveTo>
                  <a:cubicBezTo>
                    <a:pt x="72345" y="57"/>
                    <a:pt x="51107" y="-627"/>
                    <a:pt x="34312" y="2731"/>
                  </a:cubicBezTo>
                  <a:cubicBezTo>
                    <a:pt x="18811" y="5832"/>
                    <a:pt x="5017" y="14208"/>
                    <a:pt x="1811" y="16268"/>
                  </a:cubicBezTo>
                  <a:cubicBezTo>
                    <a:pt x="-4268" y="20182"/>
                    <a:pt x="6905" y="20472"/>
                    <a:pt x="6905" y="20472"/>
                  </a:cubicBezTo>
                  <a:lnTo>
                    <a:pt x="57723" y="10579"/>
                  </a:lnTo>
                  <a:lnTo>
                    <a:pt x="72345" y="57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3" name="任意多边形: 形状 2982">
              <a:extLst>
                <a:ext uri="{FF2B5EF4-FFF2-40B4-BE49-F238E27FC236}">
                  <a16:creationId xmlns:a16="http://schemas.microsoft.com/office/drawing/2014/main" id="{EF37B2F1-6C54-0B7B-7362-1D4D607985F6}"/>
                </a:ext>
              </a:extLst>
            </p:cNvPr>
            <p:cNvSpPr/>
            <p:nvPr/>
          </p:nvSpPr>
          <p:spPr>
            <a:xfrm>
              <a:off x="8547804" y="1396895"/>
              <a:ext cx="305880" cy="372691"/>
            </a:xfrm>
            <a:custGeom>
              <a:avLst/>
              <a:gdLst>
                <a:gd name="connsiteX0" fmla="*/ 1495 w 305880"/>
                <a:gd name="connsiteY0" fmla="*/ 234826 h 372691"/>
                <a:gd name="connsiteX1" fmla="*/ 83392 w 305880"/>
                <a:gd name="connsiteY1" fmla="*/ 68668 h 372691"/>
                <a:gd name="connsiteX2" fmla="*/ 115051 w 305880"/>
                <a:gd name="connsiteY2" fmla="*/ 148192 h 372691"/>
                <a:gd name="connsiteX3" fmla="*/ 136322 w 305880"/>
                <a:gd name="connsiteY3" fmla="*/ 87066 h 372691"/>
                <a:gd name="connsiteX4" fmla="*/ 209700 w 305880"/>
                <a:gd name="connsiteY4" fmla="*/ 1359 h 372691"/>
                <a:gd name="connsiteX5" fmla="*/ 203860 w 305880"/>
                <a:gd name="connsiteY5" fmla="*/ 36339 h 372691"/>
                <a:gd name="connsiteX6" fmla="*/ 215822 w 305880"/>
                <a:gd name="connsiteY6" fmla="*/ 89016 h 372691"/>
                <a:gd name="connsiteX7" fmla="*/ 248061 w 305880"/>
                <a:gd name="connsiteY7" fmla="*/ 128262 h 372691"/>
                <a:gd name="connsiteX8" fmla="*/ 287245 w 305880"/>
                <a:gd name="connsiteY8" fmla="*/ 180650 h 372691"/>
                <a:gd name="connsiteX9" fmla="*/ 305853 w 305880"/>
                <a:gd name="connsiteY9" fmla="*/ 249072 h 372691"/>
                <a:gd name="connsiteX10" fmla="*/ 213296 w 305880"/>
                <a:gd name="connsiteY10" fmla="*/ 370623 h 372691"/>
                <a:gd name="connsiteX11" fmla="*/ 110799 w 305880"/>
                <a:gd name="connsiteY11" fmla="*/ 287984 h 372691"/>
                <a:gd name="connsiteX12" fmla="*/ 1495 w 305880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80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71" y="104651"/>
                    <a:pt x="115051" y="148192"/>
                  </a:cubicBezTo>
                  <a:cubicBezTo>
                    <a:pt x="115051" y="148192"/>
                    <a:pt x="144437" y="152563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9"/>
                  </a:cubicBezTo>
                  <a:cubicBezTo>
                    <a:pt x="199855" y="53976"/>
                    <a:pt x="206052" y="75832"/>
                    <a:pt x="215822" y="89016"/>
                  </a:cubicBezTo>
                  <a:cubicBezTo>
                    <a:pt x="227052" y="104175"/>
                    <a:pt x="235823" y="115829"/>
                    <a:pt x="248061" y="128262"/>
                  </a:cubicBezTo>
                  <a:cubicBezTo>
                    <a:pt x="263301" y="143744"/>
                    <a:pt x="276871" y="161258"/>
                    <a:pt x="287245" y="180650"/>
                  </a:cubicBezTo>
                  <a:cubicBezTo>
                    <a:pt x="298875" y="202382"/>
                    <a:pt x="306400" y="226407"/>
                    <a:pt x="305853" y="249072"/>
                  </a:cubicBezTo>
                  <a:cubicBezTo>
                    <a:pt x="304426" y="307886"/>
                    <a:pt x="268148" y="386472"/>
                    <a:pt x="213296" y="370623"/>
                  </a:cubicBezTo>
                  <a:cubicBezTo>
                    <a:pt x="181504" y="361443"/>
                    <a:pt x="140808" y="305755"/>
                    <a:pt x="110799" y="287984"/>
                  </a:cubicBezTo>
                  <a:cubicBezTo>
                    <a:pt x="74978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4" name="任意多边形: 形状 2983">
              <a:extLst>
                <a:ext uri="{FF2B5EF4-FFF2-40B4-BE49-F238E27FC236}">
                  <a16:creationId xmlns:a16="http://schemas.microsoft.com/office/drawing/2014/main" id="{93D4C88A-5973-25DC-5D46-64C4E0535903}"/>
                </a:ext>
              </a:extLst>
            </p:cNvPr>
            <p:cNvSpPr/>
            <p:nvPr/>
          </p:nvSpPr>
          <p:spPr>
            <a:xfrm>
              <a:off x="8524228" y="1709575"/>
              <a:ext cx="9470" cy="55993"/>
            </a:xfrm>
            <a:custGeom>
              <a:avLst/>
              <a:gdLst>
                <a:gd name="connsiteX0" fmla="*/ 9470 w 9470"/>
                <a:gd name="connsiteY0" fmla="*/ 5470 h 55993"/>
                <a:gd name="connsiteX1" fmla="*/ 0 w 9470"/>
                <a:gd name="connsiteY1" fmla="*/ 0 h 55993"/>
                <a:gd name="connsiteX2" fmla="*/ 0 w 9470"/>
                <a:gd name="connsiteY2" fmla="*/ 50528 h 55993"/>
                <a:gd name="connsiteX3" fmla="*/ 9470 w 9470"/>
                <a:gd name="connsiteY3" fmla="*/ 55993 h 55993"/>
                <a:gd name="connsiteX4" fmla="*/ 9470 w 9470"/>
                <a:gd name="connsiteY4" fmla="*/ 5470 h 5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0" h="55993">
                  <a:moveTo>
                    <a:pt x="9470" y="5470"/>
                  </a:moveTo>
                  <a:lnTo>
                    <a:pt x="0" y="0"/>
                  </a:lnTo>
                  <a:lnTo>
                    <a:pt x="0" y="50528"/>
                  </a:lnTo>
                  <a:lnTo>
                    <a:pt x="9470" y="55993"/>
                  </a:lnTo>
                  <a:lnTo>
                    <a:pt x="9470" y="5470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5" name="任意多边形: 形状 2984">
              <a:extLst>
                <a:ext uri="{FF2B5EF4-FFF2-40B4-BE49-F238E27FC236}">
                  <a16:creationId xmlns:a16="http://schemas.microsoft.com/office/drawing/2014/main" id="{A13668E2-3B4C-23E4-A304-605380492808}"/>
                </a:ext>
              </a:extLst>
            </p:cNvPr>
            <p:cNvSpPr/>
            <p:nvPr/>
          </p:nvSpPr>
          <p:spPr>
            <a:xfrm>
              <a:off x="8524228" y="1685493"/>
              <a:ext cx="138693" cy="80075"/>
            </a:xfrm>
            <a:custGeom>
              <a:avLst/>
              <a:gdLst>
                <a:gd name="connsiteX0" fmla="*/ 41710 w 138693"/>
                <a:gd name="connsiteY0" fmla="*/ 0 h 80075"/>
                <a:gd name="connsiteX1" fmla="*/ 0 w 138693"/>
                <a:gd name="connsiteY1" fmla="*/ 24082 h 80075"/>
                <a:gd name="connsiteX2" fmla="*/ 9470 w 138693"/>
                <a:gd name="connsiteY2" fmla="*/ 29552 h 80075"/>
                <a:gd name="connsiteX3" fmla="*/ 51180 w 138693"/>
                <a:gd name="connsiteY3" fmla="*/ 5470 h 80075"/>
                <a:gd name="connsiteX4" fmla="*/ 41710 w 138693"/>
                <a:gd name="connsiteY4" fmla="*/ 0 h 80075"/>
                <a:gd name="connsiteX5" fmla="*/ 129224 w 138693"/>
                <a:gd name="connsiteY5" fmla="*/ 50528 h 80075"/>
                <a:gd name="connsiteX6" fmla="*/ 87514 w 138693"/>
                <a:gd name="connsiteY6" fmla="*/ 74610 h 80075"/>
                <a:gd name="connsiteX7" fmla="*/ 96984 w 138693"/>
                <a:gd name="connsiteY7" fmla="*/ 80075 h 80075"/>
                <a:gd name="connsiteX8" fmla="*/ 138694 w 138693"/>
                <a:gd name="connsiteY8" fmla="*/ 55998 h 80075"/>
                <a:gd name="connsiteX9" fmla="*/ 129224 w 138693"/>
                <a:gd name="connsiteY9" fmla="*/ 50528 h 8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693" h="80075">
                  <a:moveTo>
                    <a:pt x="41710" y="0"/>
                  </a:moveTo>
                  <a:lnTo>
                    <a:pt x="0" y="24082"/>
                  </a:lnTo>
                  <a:lnTo>
                    <a:pt x="9470" y="29552"/>
                  </a:lnTo>
                  <a:lnTo>
                    <a:pt x="51180" y="5470"/>
                  </a:lnTo>
                  <a:lnTo>
                    <a:pt x="41710" y="0"/>
                  </a:lnTo>
                  <a:close/>
                  <a:moveTo>
                    <a:pt x="129224" y="50528"/>
                  </a:moveTo>
                  <a:lnTo>
                    <a:pt x="87514" y="74610"/>
                  </a:lnTo>
                  <a:lnTo>
                    <a:pt x="96984" y="80075"/>
                  </a:lnTo>
                  <a:lnTo>
                    <a:pt x="138694" y="55998"/>
                  </a:lnTo>
                  <a:lnTo>
                    <a:pt x="129224" y="50528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6" name="任意多边形: 形状 2985">
              <a:extLst>
                <a:ext uri="{FF2B5EF4-FFF2-40B4-BE49-F238E27FC236}">
                  <a16:creationId xmlns:a16="http://schemas.microsoft.com/office/drawing/2014/main" id="{899FBCEB-C569-30A7-27E5-36C3BFC804ED}"/>
                </a:ext>
              </a:extLst>
            </p:cNvPr>
            <p:cNvSpPr/>
            <p:nvPr/>
          </p:nvSpPr>
          <p:spPr>
            <a:xfrm>
              <a:off x="8427790" y="1555729"/>
              <a:ext cx="439241" cy="385881"/>
            </a:xfrm>
            <a:custGeom>
              <a:avLst/>
              <a:gdLst>
                <a:gd name="connsiteX0" fmla="*/ 311635 w 439241"/>
                <a:gd name="connsiteY0" fmla="*/ 174337 h 385881"/>
                <a:gd name="connsiteX1" fmla="*/ 12210 w 439241"/>
                <a:gd name="connsiteY1" fmla="*/ 1463 h 385881"/>
                <a:gd name="connsiteX2" fmla="*/ 0 w 439241"/>
                <a:gd name="connsiteY2" fmla="*/ 10695 h 385881"/>
                <a:gd name="connsiteX3" fmla="*/ 0 w 439241"/>
                <a:gd name="connsiteY3" fmla="*/ 69742 h 385881"/>
                <a:gd name="connsiteX4" fmla="*/ 311635 w 439241"/>
                <a:gd name="connsiteY4" fmla="*/ 249660 h 385881"/>
                <a:gd name="connsiteX5" fmla="*/ 311635 w 439241"/>
                <a:gd name="connsiteY5" fmla="*/ 174337 h 385881"/>
                <a:gd name="connsiteX6" fmla="*/ 439241 w 439241"/>
                <a:gd name="connsiteY6" fmla="*/ 323338 h 385881"/>
                <a:gd name="connsiteX7" fmla="*/ 0 w 439241"/>
                <a:gd name="connsiteY7" fmla="*/ 69742 h 385881"/>
                <a:gd name="connsiteX8" fmla="*/ 0 w 439241"/>
                <a:gd name="connsiteY8" fmla="*/ 132290 h 385881"/>
                <a:gd name="connsiteX9" fmla="*/ 439241 w 439241"/>
                <a:gd name="connsiteY9" fmla="*/ 385881 h 385881"/>
                <a:gd name="connsiteX10" fmla="*/ 439241 w 439241"/>
                <a:gd name="connsiteY10" fmla="*/ 323338 h 38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9241" h="385881">
                  <a:moveTo>
                    <a:pt x="311635" y="174337"/>
                  </a:moveTo>
                  <a:lnTo>
                    <a:pt x="12210" y="1463"/>
                  </a:lnTo>
                  <a:cubicBezTo>
                    <a:pt x="5470" y="-2428"/>
                    <a:pt x="0" y="1710"/>
                    <a:pt x="0" y="10695"/>
                  </a:cubicBezTo>
                  <a:lnTo>
                    <a:pt x="0" y="69742"/>
                  </a:lnTo>
                  <a:lnTo>
                    <a:pt x="311635" y="249660"/>
                  </a:lnTo>
                  <a:lnTo>
                    <a:pt x="311635" y="174337"/>
                  </a:lnTo>
                  <a:close/>
                  <a:moveTo>
                    <a:pt x="439241" y="323338"/>
                  </a:moveTo>
                  <a:lnTo>
                    <a:pt x="0" y="69742"/>
                  </a:lnTo>
                  <a:lnTo>
                    <a:pt x="0" y="132290"/>
                  </a:lnTo>
                  <a:lnTo>
                    <a:pt x="439241" y="385881"/>
                  </a:lnTo>
                  <a:lnTo>
                    <a:pt x="439241" y="323338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7" name="任意多边形: 形状 2986">
              <a:extLst>
                <a:ext uri="{FF2B5EF4-FFF2-40B4-BE49-F238E27FC236}">
                  <a16:creationId xmlns:a16="http://schemas.microsoft.com/office/drawing/2014/main" id="{5BC85FEE-480F-15CF-3ADF-3FC60ED42C56}"/>
                </a:ext>
              </a:extLst>
            </p:cNvPr>
            <p:cNvSpPr/>
            <p:nvPr/>
          </p:nvSpPr>
          <p:spPr>
            <a:xfrm>
              <a:off x="8427790" y="1688018"/>
              <a:ext cx="439241" cy="316138"/>
            </a:xfrm>
            <a:custGeom>
              <a:avLst/>
              <a:gdLst>
                <a:gd name="connsiteX0" fmla="*/ 439241 w 439241"/>
                <a:gd name="connsiteY0" fmla="*/ 253591 h 316138"/>
                <a:gd name="connsiteX1" fmla="*/ 0 w 439241"/>
                <a:gd name="connsiteY1" fmla="*/ 0 h 316138"/>
                <a:gd name="connsiteX2" fmla="*/ 0 w 439241"/>
                <a:gd name="connsiteY2" fmla="*/ 62543 h 316138"/>
                <a:gd name="connsiteX3" fmla="*/ 439241 w 439241"/>
                <a:gd name="connsiteY3" fmla="*/ 316139 h 316138"/>
                <a:gd name="connsiteX4" fmla="*/ 439241 w 439241"/>
                <a:gd name="connsiteY4" fmla="*/ 253591 h 31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241" h="316138">
                  <a:moveTo>
                    <a:pt x="439241" y="253591"/>
                  </a:moveTo>
                  <a:lnTo>
                    <a:pt x="0" y="0"/>
                  </a:lnTo>
                  <a:lnTo>
                    <a:pt x="0" y="62543"/>
                  </a:lnTo>
                  <a:lnTo>
                    <a:pt x="439241" y="316139"/>
                  </a:lnTo>
                  <a:lnTo>
                    <a:pt x="439241" y="25359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8" name="任意多边形: 形状 2987">
              <a:extLst>
                <a:ext uri="{FF2B5EF4-FFF2-40B4-BE49-F238E27FC236}">
                  <a16:creationId xmlns:a16="http://schemas.microsoft.com/office/drawing/2014/main" id="{7B4E3351-F26D-58DF-28A3-3CFDF14F8593}"/>
                </a:ext>
              </a:extLst>
            </p:cNvPr>
            <p:cNvSpPr/>
            <p:nvPr/>
          </p:nvSpPr>
          <p:spPr>
            <a:xfrm>
              <a:off x="8427790" y="1742837"/>
              <a:ext cx="439241" cy="323849"/>
            </a:xfrm>
            <a:custGeom>
              <a:avLst/>
              <a:gdLst>
                <a:gd name="connsiteX0" fmla="*/ 439241 w 439241"/>
                <a:gd name="connsiteY0" fmla="*/ 261302 h 323849"/>
                <a:gd name="connsiteX1" fmla="*/ 0 w 439241"/>
                <a:gd name="connsiteY1" fmla="*/ 7710 h 323849"/>
                <a:gd name="connsiteX2" fmla="*/ 0 w 439241"/>
                <a:gd name="connsiteY2" fmla="*/ 70253 h 323849"/>
                <a:gd name="connsiteX3" fmla="*/ 439241 w 439241"/>
                <a:gd name="connsiteY3" fmla="*/ 323849 h 323849"/>
                <a:gd name="connsiteX4" fmla="*/ 439241 w 439241"/>
                <a:gd name="connsiteY4" fmla="*/ 261302 h 323849"/>
                <a:gd name="connsiteX5" fmla="*/ 439241 w 439241"/>
                <a:gd name="connsiteY5" fmla="*/ 73664 h 323849"/>
                <a:gd name="connsiteX6" fmla="*/ 311649 w 439241"/>
                <a:gd name="connsiteY6" fmla="*/ 0 h 323849"/>
                <a:gd name="connsiteX7" fmla="*/ 311649 w 439241"/>
                <a:gd name="connsiteY7" fmla="*/ 62543 h 323849"/>
                <a:gd name="connsiteX8" fmla="*/ 439241 w 439241"/>
                <a:gd name="connsiteY8" fmla="*/ 136211 h 323849"/>
                <a:gd name="connsiteX9" fmla="*/ 439241 w 439241"/>
                <a:gd name="connsiteY9" fmla="*/ 73664 h 32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241" h="323849">
                  <a:moveTo>
                    <a:pt x="439241" y="261302"/>
                  </a:moveTo>
                  <a:lnTo>
                    <a:pt x="0" y="7710"/>
                  </a:lnTo>
                  <a:lnTo>
                    <a:pt x="0" y="70253"/>
                  </a:lnTo>
                  <a:lnTo>
                    <a:pt x="439241" y="323849"/>
                  </a:lnTo>
                  <a:lnTo>
                    <a:pt x="439241" y="261302"/>
                  </a:lnTo>
                  <a:close/>
                  <a:moveTo>
                    <a:pt x="439241" y="73664"/>
                  </a:moveTo>
                  <a:lnTo>
                    <a:pt x="311649" y="0"/>
                  </a:lnTo>
                  <a:lnTo>
                    <a:pt x="311649" y="62543"/>
                  </a:lnTo>
                  <a:lnTo>
                    <a:pt x="439241" y="136211"/>
                  </a:lnTo>
                  <a:lnTo>
                    <a:pt x="439241" y="73664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9" name="任意多边形: 形状 2988">
              <a:extLst>
                <a:ext uri="{FF2B5EF4-FFF2-40B4-BE49-F238E27FC236}">
                  <a16:creationId xmlns:a16="http://schemas.microsoft.com/office/drawing/2014/main" id="{18CE2268-E3A5-16C2-4B66-AA5031D51B16}"/>
                </a:ext>
              </a:extLst>
            </p:cNvPr>
            <p:cNvSpPr/>
            <p:nvPr/>
          </p:nvSpPr>
          <p:spPr>
            <a:xfrm>
              <a:off x="8427877" y="1535155"/>
              <a:ext cx="488179" cy="283190"/>
            </a:xfrm>
            <a:custGeom>
              <a:avLst/>
              <a:gdLst>
                <a:gd name="connsiteX0" fmla="*/ 61268 w 488179"/>
                <a:gd name="connsiteY0" fmla="*/ 3501 h 283190"/>
                <a:gd name="connsiteX1" fmla="*/ 36477 w 488179"/>
                <a:gd name="connsiteY1" fmla="*/ 2473 h 283190"/>
                <a:gd name="connsiteX2" fmla="*/ 5664 w 488179"/>
                <a:gd name="connsiteY2" fmla="*/ 20263 h 283190"/>
                <a:gd name="connsiteX3" fmla="*/ 8019 w 488179"/>
                <a:gd name="connsiteY3" fmla="*/ 39184 h 283190"/>
                <a:gd name="connsiteX4" fmla="*/ 430650 w 488179"/>
                <a:gd name="connsiteY4" fmla="*/ 283191 h 283190"/>
                <a:gd name="connsiteX5" fmla="*/ 488180 w 488179"/>
                <a:gd name="connsiteY5" fmla="*/ 249981 h 283190"/>
                <a:gd name="connsiteX6" fmla="*/ 61268 w 488179"/>
                <a:gd name="connsiteY6" fmla="*/ 3501 h 28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179" h="283190">
                  <a:moveTo>
                    <a:pt x="61268" y="3501"/>
                  </a:moveTo>
                  <a:cubicBezTo>
                    <a:pt x="53938" y="-733"/>
                    <a:pt x="42827" y="-1189"/>
                    <a:pt x="36477" y="2473"/>
                  </a:cubicBezTo>
                  <a:lnTo>
                    <a:pt x="5664" y="20263"/>
                  </a:lnTo>
                  <a:cubicBezTo>
                    <a:pt x="-2726" y="25109"/>
                    <a:pt x="-1675" y="33590"/>
                    <a:pt x="8019" y="39184"/>
                  </a:cubicBezTo>
                  <a:lnTo>
                    <a:pt x="430650" y="283191"/>
                  </a:lnTo>
                  <a:lnTo>
                    <a:pt x="488180" y="249981"/>
                  </a:lnTo>
                  <a:lnTo>
                    <a:pt x="61268" y="350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0" name="任意多边形: 形状 2989">
              <a:extLst>
                <a:ext uri="{FF2B5EF4-FFF2-40B4-BE49-F238E27FC236}">
                  <a16:creationId xmlns:a16="http://schemas.microsoft.com/office/drawing/2014/main" id="{61BAB834-F9A2-DCEC-1B96-08358D3BA4F2}"/>
                </a:ext>
              </a:extLst>
            </p:cNvPr>
            <p:cNvSpPr/>
            <p:nvPr/>
          </p:nvSpPr>
          <p:spPr>
            <a:xfrm>
              <a:off x="8469200" y="1624481"/>
              <a:ext cx="401974" cy="444615"/>
            </a:xfrm>
            <a:custGeom>
              <a:avLst/>
              <a:gdLst>
                <a:gd name="connsiteX0" fmla="*/ 76969 w 401974"/>
                <a:gd name="connsiteY0" fmla="*/ 6768 h 444615"/>
                <a:gd name="connsiteX1" fmla="*/ 65249 w 401974"/>
                <a:gd name="connsiteY1" fmla="*/ 0 h 444615"/>
                <a:gd name="connsiteX2" fmla="*/ 65249 w 401974"/>
                <a:gd name="connsiteY2" fmla="*/ 62548 h 444615"/>
                <a:gd name="connsiteX3" fmla="*/ 76969 w 401974"/>
                <a:gd name="connsiteY3" fmla="*/ 69316 h 444615"/>
                <a:gd name="connsiteX4" fmla="*/ 76969 w 401974"/>
                <a:gd name="connsiteY4" fmla="*/ 6768 h 444615"/>
                <a:gd name="connsiteX5" fmla="*/ 11725 w 401974"/>
                <a:gd name="connsiteY5" fmla="*/ 38437 h 444615"/>
                <a:gd name="connsiteX6" fmla="*/ 0 w 401974"/>
                <a:gd name="connsiteY6" fmla="*/ 31669 h 444615"/>
                <a:gd name="connsiteX7" fmla="*/ 0 w 401974"/>
                <a:gd name="connsiteY7" fmla="*/ 94216 h 444615"/>
                <a:gd name="connsiteX8" fmla="*/ 11725 w 401974"/>
                <a:gd name="connsiteY8" fmla="*/ 100985 h 444615"/>
                <a:gd name="connsiteX9" fmla="*/ 11725 w 401974"/>
                <a:gd name="connsiteY9" fmla="*/ 38437 h 444615"/>
                <a:gd name="connsiteX10" fmla="*/ 114407 w 401974"/>
                <a:gd name="connsiteY10" fmla="*/ 97722 h 444615"/>
                <a:gd name="connsiteX11" fmla="*/ 102683 w 401974"/>
                <a:gd name="connsiteY11" fmla="*/ 90953 h 444615"/>
                <a:gd name="connsiteX12" fmla="*/ 102683 w 401974"/>
                <a:gd name="connsiteY12" fmla="*/ 153501 h 444615"/>
                <a:gd name="connsiteX13" fmla="*/ 114407 w 401974"/>
                <a:gd name="connsiteY13" fmla="*/ 160269 h 444615"/>
                <a:gd name="connsiteX14" fmla="*/ 114407 w 401974"/>
                <a:gd name="connsiteY14" fmla="*/ 97722 h 444615"/>
                <a:gd name="connsiteX15" fmla="*/ 43755 w 401974"/>
                <a:gd name="connsiteY15" fmla="*/ 119478 h 444615"/>
                <a:gd name="connsiteX16" fmla="*/ 32030 w 401974"/>
                <a:gd name="connsiteY16" fmla="*/ 112709 h 444615"/>
                <a:gd name="connsiteX17" fmla="*/ 32030 w 401974"/>
                <a:gd name="connsiteY17" fmla="*/ 175257 h 444615"/>
                <a:gd name="connsiteX18" fmla="*/ 43755 w 401974"/>
                <a:gd name="connsiteY18" fmla="*/ 182025 h 444615"/>
                <a:gd name="connsiteX19" fmla="*/ 43755 w 401974"/>
                <a:gd name="connsiteY19" fmla="*/ 119478 h 444615"/>
                <a:gd name="connsiteX20" fmla="*/ 148787 w 401974"/>
                <a:gd name="connsiteY20" fmla="*/ 180118 h 444615"/>
                <a:gd name="connsiteX21" fmla="*/ 137067 w 401974"/>
                <a:gd name="connsiteY21" fmla="*/ 173350 h 444615"/>
                <a:gd name="connsiteX22" fmla="*/ 137067 w 401974"/>
                <a:gd name="connsiteY22" fmla="*/ 235897 h 444615"/>
                <a:gd name="connsiteX23" fmla="*/ 148787 w 401974"/>
                <a:gd name="connsiteY23" fmla="*/ 242666 h 444615"/>
                <a:gd name="connsiteX24" fmla="*/ 148787 w 401974"/>
                <a:gd name="connsiteY24" fmla="*/ 180118 h 444615"/>
                <a:gd name="connsiteX25" fmla="*/ 76969 w 401974"/>
                <a:gd name="connsiteY25" fmla="*/ 194430 h 444615"/>
                <a:gd name="connsiteX26" fmla="*/ 65249 w 401974"/>
                <a:gd name="connsiteY26" fmla="*/ 187662 h 444615"/>
                <a:gd name="connsiteX27" fmla="*/ 65249 w 401974"/>
                <a:gd name="connsiteY27" fmla="*/ 250209 h 444615"/>
                <a:gd name="connsiteX28" fmla="*/ 76969 w 401974"/>
                <a:gd name="connsiteY28" fmla="*/ 256978 h 444615"/>
                <a:gd name="connsiteX29" fmla="*/ 76969 w 401974"/>
                <a:gd name="connsiteY29" fmla="*/ 194430 h 444615"/>
                <a:gd name="connsiteX30" fmla="*/ 179443 w 401974"/>
                <a:gd name="connsiteY30" fmla="*/ 253591 h 444615"/>
                <a:gd name="connsiteX31" fmla="*/ 167723 w 401974"/>
                <a:gd name="connsiteY31" fmla="*/ 246823 h 444615"/>
                <a:gd name="connsiteX32" fmla="*/ 167723 w 401974"/>
                <a:gd name="connsiteY32" fmla="*/ 309371 h 444615"/>
                <a:gd name="connsiteX33" fmla="*/ 179443 w 401974"/>
                <a:gd name="connsiteY33" fmla="*/ 316139 h 444615"/>
                <a:gd name="connsiteX34" fmla="*/ 179443 w 401974"/>
                <a:gd name="connsiteY34" fmla="*/ 253591 h 444615"/>
                <a:gd name="connsiteX35" fmla="*/ 306426 w 401974"/>
                <a:gd name="connsiteY35" fmla="*/ 326903 h 444615"/>
                <a:gd name="connsiteX36" fmla="*/ 294702 w 401974"/>
                <a:gd name="connsiteY36" fmla="*/ 320134 h 444615"/>
                <a:gd name="connsiteX37" fmla="*/ 294702 w 401974"/>
                <a:gd name="connsiteY37" fmla="*/ 382682 h 444615"/>
                <a:gd name="connsiteX38" fmla="*/ 306426 w 401974"/>
                <a:gd name="connsiteY38" fmla="*/ 389450 h 444615"/>
                <a:gd name="connsiteX39" fmla="*/ 306426 w 401974"/>
                <a:gd name="connsiteY39" fmla="*/ 326903 h 444615"/>
                <a:gd name="connsiteX40" fmla="*/ 401974 w 401974"/>
                <a:gd name="connsiteY40" fmla="*/ 382068 h 444615"/>
                <a:gd name="connsiteX41" fmla="*/ 390250 w 401974"/>
                <a:gd name="connsiteY41" fmla="*/ 375300 h 444615"/>
                <a:gd name="connsiteX42" fmla="*/ 390250 w 401974"/>
                <a:gd name="connsiteY42" fmla="*/ 437848 h 444615"/>
                <a:gd name="connsiteX43" fmla="*/ 401974 w 401974"/>
                <a:gd name="connsiteY43" fmla="*/ 444616 h 444615"/>
                <a:gd name="connsiteX44" fmla="*/ 401974 w 401974"/>
                <a:gd name="connsiteY44" fmla="*/ 382068 h 444615"/>
                <a:gd name="connsiteX45" fmla="*/ 263884 w 401974"/>
                <a:gd name="connsiteY45" fmla="*/ 246571 h 444615"/>
                <a:gd name="connsiteX46" fmla="*/ 252160 w 401974"/>
                <a:gd name="connsiteY46" fmla="*/ 239802 h 444615"/>
                <a:gd name="connsiteX47" fmla="*/ 252160 w 401974"/>
                <a:gd name="connsiteY47" fmla="*/ 302345 h 444615"/>
                <a:gd name="connsiteX48" fmla="*/ 263884 w 401974"/>
                <a:gd name="connsiteY48" fmla="*/ 309114 h 444615"/>
                <a:gd name="connsiteX49" fmla="*/ 263884 w 401974"/>
                <a:gd name="connsiteY49" fmla="*/ 246571 h 444615"/>
                <a:gd name="connsiteX50" fmla="*/ 359675 w 401974"/>
                <a:gd name="connsiteY50" fmla="*/ 301874 h 444615"/>
                <a:gd name="connsiteX51" fmla="*/ 347955 w 401974"/>
                <a:gd name="connsiteY51" fmla="*/ 295106 h 444615"/>
                <a:gd name="connsiteX52" fmla="*/ 347955 w 401974"/>
                <a:gd name="connsiteY52" fmla="*/ 357653 h 444615"/>
                <a:gd name="connsiteX53" fmla="*/ 359675 w 401974"/>
                <a:gd name="connsiteY53" fmla="*/ 364422 h 444615"/>
                <a:gd name="connsiteX54" fmla="*/ 359675 w 401974"/>
                <a:gd name="connsiteY54" fmla="*/ 301874 h 444615"/>
                <a:gd name="connsiteX55" fmla="*/ 225557 w 401974"/>
                <a:gd name="connsiteY55" fmla="*/ 161896 h 444615"/>
                <a:gd name="connsiteX56" fmla="*/ 213832 w 401974"/>
                <a:gd name="connsiteY56" fmla="*/ 155128 h 444615"/>
                <a:gd name="connsiteX57" fmla="*/ 213832 w 401974"/>
                <a:gd name="connsiteY57" fmla="*/ 217670 h 444615"/>
                <a:gd name="connsiteX58" fmla="*/ 225557 w 401974"/>
                <a:gd name="connsiteY58" fmla="*/ 224439 h 444615"/>
                <a:gd name="connsiteX59" fmla="*/ 225557 w 401974"/>
                <a:gd name="connsiteY59" fmla="*/ 161896 h 444615"/>
                <a:gd name="connsiteX60" fmla="*/ 328239 w 401974"/>
                <a:gd name="connsiteY60" fmla="*/ 221176 h 444615"/>
                <a:gd name="connsiteX61" fmla="*/ 316515 w 401974"/>
                <a:gd name="connsiteY61" fmla="*/ 214408 h 444615"/>
                <a:gd name="connsiteX62" fmla="*/ 316515 w 401974"/>
                <a:gd name="connsiteY62" fmla="*/ 276955 h 444615"/>
                <a:gd name="connsiteX63" fmla="*/ 328239 w 401974"/>
                <a:gd name="connsiteY63" fmla="*/ 283724 h 444615"/>
                <a:gd name="connsiteX64" fmla="*/ 328239 w 401974"/>
                <a:gd name="connsiteY64" fmla="*/ 221176 h 444615"/>
                <a:gd name="connsiteX65" fmla="*/ 401974 w 401974"/>
                <a:gd name="connsiteY65" fmla="*/ 263751 h 444615"/>
                <a:gd name="connsiteX66" fmla="*/ 390250 w 401974"/>
                <a:gd name="connsiteY66" fmla="*/ 256983 h 444615"/>
                <a:gd name="connsiteX67" fmla="*/ 390250 w 401974"/>
                <a:gd name="connsiteY67" fmla="*/ 319526 h 444615"/>
                <a:gd name="connsiteX68" fmla="*/ 401974 w 401974"/>
                <a:gd name="connsiteY68" fmla="*/ 326294 h 444615"/>
                <a:gd name="connsiteX69" fmla="*/ 401974 w 401974"/>
                <a:gd name="connsiteY69" fmla="*/ 263751 h 444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01974" h="444615">
                  <a:moveTo>
                    <a:pt x="76969" y="6768"/>
                  </a:moveTo>
                  <a:lnTo>
                    <a:pt x="65249" y="0"/>
                  </a:lnTo>
                  <a:lnTo>
                    <a:pt x="65249" y="62548"/>
                  </a:lnTo>
                  <a:lnTo>
                    <a:pt x="76969" y="69316"/>
                  </a:lnTo>
                  <a:lnTo>
                    <a:pt x="76969" y="6768"/>
                  </a:lnTo>
                  <a:close/>
                  <a:moveTo>
                    <a:pt x="11725" y="38437"/>
                  </a:moveTo>
                  <a:lnTo>
                    <a:pt x="0" y="31669"/>
                  </a:lnTo>
                  <a:lnTo>
                    <a:pt x="0" y="94216"/>
                  </a:lnTo>
                  <a:lnTo>
                    <a:pt x="11725" y="100985"/>
                  </a:lnTo>
                  <a:lnTo>
                    <a:pt x="11725" y="38437"/>
                  </a:lnTo>
                  <a:close/>
                  <a:moveTo>
                    <a:pt x="114407" y="97722"/>
                  </a:moveTo>
                  <a:lnTo>
                    <a:pt x="102683" y="90953"/>
                  </a:lnTo>
                  <a:lnTo>
                    <a:pt x="102683" y="153501"/>
                  </a:lnTo>
                  <a:lnTo>
                    <a:pt x="114407" y="160269"/>
                  </a:lnTo>
                  <a:lnTo>
                    <a:pt x="114407" y="97722"/>
                  </a:lnTo>
                  <a:close/>
                  <a:moveTo>
                    <a:pt x="43755" y="119478"/>
                  </a:moveTo>
                  <a:lnTo>
                    <a:pt x="32030" y="112709"/>
                  </a:lnTo>
                  <a:lnTo>
                    <a:pt x="32030" y="175257"/>
                  </a:lnTo>
                  <a:lnTo>
                    <a:pt x="43755" y="182025"/>
                  </a:lnTo>
                  <a:lnTo>
                    <a:pt x="43755" y="119478"/>
                  </a:lnTo>
                  <a:close/>
                  <a:moveTo>
                    <a:pt x="148787" y="180118"/>
                  </a:moveTo>
                  <a:lnTo>
                    <a:pt x="137067" y="173350"/>
                  </a:lnTo>
                  <a:lnTo>
                    <a:pt x="137067" y="235897"/>
                  </a:lnTo>
                  <a:lnTo>
                    <a:pt x="148787" y="242666"/>
                  </a:lnTo>
                  <a:lnTo>
                    <a:pt x="148787" y="180118"/>
                  </a:lnTo>
                  <a:close/>
                  <a:moveTo>
                    <a:pt x="76969" y="194430"/>
                  </a:moveTo>
                  <a:lnTo>
                    <a:pt x="65249" y="187662"/>
                  </a:lnTo>
                  <a:lnTo>
                    <a:pt x="65249" y="250209"/>
                  </a:lnTo>
                  <a:lnTo>
                    <a:pt x="76969" y="256978"/>
                  </a:lnTo>
                  <a:lnTo>
                    <a:pt x="76969" y="194430"/>
                  </a:lnTo>
                  <a:close/>
                  <a:moveTo>
                    <a:pt x="179443" y="253591"/>
                  </a:moveTo>
                  <a:lnTo>
                    <a:pt x="167723" y="246823"/>
                  </a:lnTo>
                  <a:lnTo>
                    <a:pt x="167723" y="309371"/>
                  </a:lnTo>
                  <a:lnTo>
                    <a:pt x="179443" y="316139"/>
                  </a:lnTo>
                  <a:lnTo>
                    <a:pt x="179443" y="253591"/>
                  </a:lnTo>
                  <a:close/>
                  <a:moveTo>
                    <a:pt x="306426" y="326903"/>
                  </a:moveTo>
                  <a:lnTo>
                    <a:pt x="294702" y="320134"/>
                  </a:lnTo>
                  <a:lnTo>
                    <a:pt x="294702" y="382682"/>
                  </a:lnTo>
                  <a:lnTo>
                    <a:pt x="306426" y="389450"/>
                  </a:lnTo>
                  <a:lnTo>
                    <a:pt x="306426" y="326903"/>
                  </a:lnTo>
                  <a:close/>
                  <a:moveTo>
                    <a:pt x="401974" y="382068"/>
                  </a:moveTo>
                  <a:lnTo>
                    <a:pt x="390250" y="375300"/>
                  </a:lnTo>
                  <a:lnTo>
                    <a:pt x="390250" y="437848"/>
                  </a:lnTo>
                  <a:lnTo>
                    <a:pt x="401974" y="444616"/>
                  </a:lnTo>
                  <a:lnTo>
                    <a:pt x="401974" y="382068"/>
                  </a:lnTo>
                  <a:close/>
                  <a:moveTo>
                    <a:pt x="263884" y="246571"/>
                  </a:moveTo>
                  <a:lnTo>
                    <a:pt x="252160" y="239802"/>
                  </a:lnTo>
                  <a:lnTo>
                    <a:pt x="252160" y="302345"/>
                  </a:lnTo>
                  <a:lnTo>
                    <a:pt x="263884" y="309114"/>
                  </a:lnTo>
                  <a:lnTo>
                    <a:pt x="263884" y="246571"/>
                  </a:lnTo>
                  <a:close/>
                  <a:moveTo>
                    <a:pt x="359675" y="301874"/>
                  </a:moveTo>
                  <a:lnTo>
                    <a:pt x="347955" y="295106"/>
                  </a:lnTo>
                  <a:lnTo>
                    <a:pt x="347955" y="357653"/>
                  </a:lnTo>
                  <a:lnTo>
                    <a:pt x="359675" y="364422"/>
                  </a:lnTo>
                  <a:lnTo>
                    <a:pt x="359675" y="301874"/>
                  </a:lnTo>
                  <a:close/>
                  <a:moveTo>
                    <a:pt x="225557" y="161896"/>
                  </a:moveTo>
                  <a:lnTo>
                    <a:pt x="213832" y="155128"/>
                  </a:lnTo>
                  <a:lnTo>
                    <a:pt x="213832" y="217670"/>
                  </a:lnTo>
                  <a:lnTo>
                    <a:pt x="225557" y="224439"/>
                  </a:lnTo>
                  <a:lnTo>
                    <a:pt x="225557" y="161896"/>
                  </a:lnTo>
                  <a:close/>
                  <a:moveTo>
                    <a:pt x="328239" y="221176"/>
                  </a:moveTo>
                  <a:lnTo>
                    <a:pt x="316515" y="214408"/>
                  </a:lnTo>
                  <a:lnTo>
                    <a:pt x="316515" y="276955"/>
                  </a:lnTo>
                  <a:lnTo>
                    <a:pt x="328239" y="283724"/>
                  </a:lnTo>
                  <a:lnTo>
                    <a:pt x="328239" y="221176"/>
                  </a:lnTo>
                  <a:close/>
                  <a:moveTo>
                    <a:pt x="401974" y="263751"/>
                  </a:moveTo>
                  <a:lnTo>
                    <a:pt x="390250" y="256983"/>
                  </a:lnTo>
                  <a:lnTo>
                    <a:pt x="390250" y="319526"/>
                  </a:lnTo>
                  <a:lnTo>
                    <a:pt x="401974" y="326294"/>
                  </a:lnTo>
                  <a:lnTo>
                    <a:pt x="401974" y="263751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1" name="任意多边形: 形状 2990">
              <a:extLst>
                <a:ext uri="{FF2B5EF4-FFF2-40B4-BE49-F238E27FC236}">
                  <a16:creationId xmlns:a16="http://schemas.microsoft.com/office/drawing/2014/main" id="{A38F742C-A9CF-5F91-4289-E28AA142B76C}"/>
                </a:ext>
              </a:extLst>
            </p:cNvPr>
            <p:cNvSpPr/>
            <p:nvPr/>
          </p:nvSpPr>
          <p:spPr>
            <a:xfrm>
              <a:off x="8427790" y="1563180"/>
              <a:ext cx="443384" cy="450142"/>
            </a:xfrm>
            <a:custGeom>
              <a:avLst/>
              <a:gdLst>
                <a:gd name="connsiteX0" fmla="*/ 443384 w 443384"/>
                <a:gd name="connsiteY0" fmla="*/ 387595 h 450142"/>
                <a:gd name="connsiteX1" fmla="*/ 431659 w 443384"/>
                <a:gd name="connsiteY1" fmla="*/ 380827 h 450142"/>
                <a:gd name="connsiteX2" fmla="*/ 431659 w 443384"/>
                <a:gd name="connsiteY2" fmla="*/ 443374 h 450142"/>
                <a:gd name="connsiteX3" fmla="*/ 443384 w 443384"/>
                <a:gd name="connsiteY3" fmla="*/ 450143 h 450142"/>
                <a:gd name="connsiteX4" fmla="*/ 443384 w 443384"/>
                <a:gd name="connsiteY4" fmla="*/ 387595 h 450142"/>
                <a:gd name="connsiteX5" fmla="*/ 443384 w 443384"/>
                <a:gd name="connsiteY5" fmla="*/ 318298 h 450142"/>
                <a:gd name="connsiteX6" fmla="*/ 0 w 443384"/>
                <a:gd name="connsiteY6" fmla="*/ 62310 h 450142"/>
                <a:gd name="connsiteX7" fmla="*/ 0 w 443384"/>
                <a:gd name="connsiteY7" fmla="*/ 75818 h 450142"/>
                <a:gd name="connsiteX8" fmla="*/ 443384 w 443384"/>
                <a:gd name="connsiteY8" fmla="*/ 331807 h 450142"/>
                <a:gd name="connsiteX9" fmla="*/ 443384 w 443384"/>
                <a:gd name="connsiteY9" fmla="*/ 318298 h 450142"/>
                <a:gd name="connsiteX10" fmla="*/ 443384 w 443384"/>
                <a:gd name="connsiteY10" fmla="*/ 255712 h 450142"/>
                <a:gd name="connsiteX11" fmla="*/ 604 w 443384"/>
                <a:gd name="connsiteY11" fmla="*/ 71 h 450142"/>
                <a:gd name="connsiteX12" fmla="*/ 0 w 443384"/>
                <a:gd name="connsiteY12" fmla="*/ 528 h 450142"/>
                <a:gd name="connsiteX13" fmla="*/ 0 w 443384"/>
                <a:gd name="connsiteY13" fmla="*/ 13232 h 450142"/>
                <a:gd name="connsiteX14" fmla="*/ 443384 w 443384"/>
                <a:gd name="connsiteY14" fmla="*/ 269221 h 450142"/>
                <a:gd name="connsiteX15" fmla="*/ 443384 w 443384"/>
                <a:gd name="connsiteY15" fmla="*/ 255712 h 45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3384" h="450142">
                  <a:moveTo>
                    <a:pt x="443384" y="387595"/>
                  </a:moveTo>
                  <a:lnTo>
                    <a:pt x="431659" y="380827"/>
                  </a:lnTo>
                  <a:lnTo>
                    <a:pt x="431659" y="443374"/>
                  </a:lnTo>
                  <a:lnTo>
                    <a:pt x="443384" y="450143"/>
                  </a:lnTo>
                  <a:lnTo>
                    <a:pt x="443384" y="387595"/>
                  </a:lnTo>
                  <a:close/>
                  <a:moveTo>
                    <a:pt x="443384" y="318298"/>
                  </a:moveTo>
                  <a:lnTo>
                    <a:pt x="0" y="62310"/>
                  </a:lnTo>
                  <a:lnTo>
                    <a:pt x="0" y="75818"/>
                  </a:lnTo>
                  <a:lnTo>
                    <a:pt x="443384" y="331807"/>
                  </a:lnTo>
                  <a:lnTo>
                    <a:pt x="443384" y="318298"/>
                  </a:lnTo>
                  <a:close/>
                  <a:moveTo>
                    <a:pt x="443384" y="255712"/>
                  </a:moveTo>
                  <a:lnTo>
                    <a:pt x="604" y="71"/>
                  </a:lnTo>
                  <a:cubicBezTo>
                    <a:pt x="271" y="-119"/>
                    <a:pt x="0" y="85"/>
                    <a:pt x="0" y="528"/>
                  </a:cubicBezTo>
                  <a:lnTo>
                    <a:pt x="0" y="13232"/>
                  </a:lnTo>
                  <a:lnTo>
                    <a:pt x="443384" y="269221"/>
                  </a:lnTo>
                  <a:lnTo>
                    <a:pt x="443384" y="255712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2" name="任意多边形: 形状 2991">
              <a:extLst>
                <a:ext uri="{FF2B5EF4-FFF2-40B4-BE49-F238E27FC236}">
                  <a16:creationId xmlns:a16="http://schemas.microsoft.com/office/drawing/2014/main" id="{8357EDCB-7060-A858-F446-0CAB0C9599A7}"/>
                </a:ext>
              </a:extLst>
            </p:cNvPr>
            <p:cNvSpPr/>
            <p:nvPr/>
          </p:nvSpPr>
          <p:spPr>
            <a:xfrm>
              <a:off x="8427790" y="1594673"/>
              <a:ext cx="443384" cy="425423"/>
            </a:xfrm>
            <a:custGeom>
              <a:avLst/>
              <a:gdLst>
                <a:gd name="connsiteX0" fmla="*/ 443384 w 443384"/>
                <a:gd name="connsiteY0" fmla="*/ 349349 h 425423"/>
                <a:gd name="connsiteX1" fmla="*/ 0 w 443384"/>
                <a:gd name="connsiteY1" fmla="*/ 93360 h 425423"/>
                <a:gd name="connsiteX2" fmla="*/ 0 w 443384"/>
                <a:gd name="connsiteY2" fmla="*/ 106873 h 425423"/>
                <a:gd name="connsiteX3" fmla="*/ 443384 w 443384"/>
                <a:gd name="connsiteY3" fmla="*/ 362857 h 425423"/>
                <a:gd name="connsiteX4" fmla="*/ 443384 w 443384"/>
                <a:gd name="connsiteY4" fmla="*/ 349349 h 425423"/>
                <a:gd name="connsiteX5" fmla="*/ 443384 w 443384"/>
                <a:gd name="connsiteY5" fmla="*/ 411915 h 425423"/>
                <a:gd name="connsiteX6" fmla="*/ 0 w 443384"/>
                <a:gd name="connsiteY6" fmla="*/ 155927 h 425423"/>
                <a:gd name="connsiteX7" fmla="*/ 0 w 443384"/>
                <a:gd name="connsiteY7" fmla="*/ 169435 h 425423"/>
                <a:gd name="connsiteX8" fmla="*/ 443384 w 443384"/>
                <a:gd name="connsiteY8" fmla="*/ 425424 h 425423"/>
                <a:gd name="connsiteX9" fmla="*/ 443384 w 443384"/>
                <a:gd name="connsiteY9" fmla="*/ 411915 h 425423"/>
                <a:gd name="connsiteX10" fmla="*/ 335051 w 443384"/>
                <a:gd name="connsiteY10" fmla="*/ 161673 h 425423"/>
                <a:gd name="connsiteX11" fmla="*/ 323326 w 443384"/>
                <a:gd name="connsiteY11" fmla="*/ 154904 h 425423"/>
                <a:gd name="connsiteX12" fmla="*/ 323326 w 443384"/>
                <a:gd name="connsiteY12" fmla="*/ 217452 h 425423"/>
                <a:gd name="connsiteX13" fmla="*/ 335051 w 443384"/>
                <a:gd name="connsiteY13" fmla="*/ 224220 h 425423"/>
                <a:gd name="connsiteX14" fmla="*/ 335051 w 443384"/>
                <a:gd name="connsiteY14" fmla="*/ 161673 h 425423"/>
                <a:gd name="connsiteX15" fmla="*/ 443384 w 443384"/>
                <a:gd name="connsiteY15" fmla="*/ 228063 h 425423"/>
                <a:gd name="connsiteX16" fmla="*/ 431659 w 443384"/>
                <a:gd name="connsiteY16" fmla="*/ 221295 h 425423"/>
                <a:gd name="connsiteX17" fmla="*/ 431659 w 443384"/>
                <a:gd name="connsiteY17" fmla="*/ 279999 h 425423"/>
                <a:gd name="connsiteX18" fmla="*/ 443384 w 443384"/>
                <a:gd name="connsiteY18" fmla="*/ 286768 h 425423"/>
                <a:gd name="connsiteX19" fmla="*/ 443384 w 443384"/>
                <a:gd name="connsiteY19" fmla="*/ 228063 h 425423"/>
                <a:gd name="connsiteX20" fmla="*/ 158291 w 443384"/>
                <a:gd name="connsiteY20" fmla="*/ 0 h 425423"/>
                <a:gd name="connsiteX21" fmla="*/ 106659 w 443384"/>
                <a:gd name="connsiteY21" fmla="*/ 29809 h 425423"/>
                <a:gd name="connsiteX22" fmla="*/ 118379 w 443384"/>
                <a:gd name="connsiteY22" fmla="*/ 36577 h 425423"/>
                <a:gd name="connsiteX23" fmla="*/ 170011 w 443384"/>
                <a:gd name="connsiteY23" fmla="*/ 6768 h 425423"/>
                <a:gd name="connsiteX24" fmla="*/ 158291 w 443384"/>
                <a:gd name="connsiteY24" fmla="*/ 0 h 42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43384" h="425423">
                  <a:moveTo>
                    <a:pt x="443384" y="349349"/>
                  </a:moveTo>
                  <a:lnTo>
                    <a:pt x="0" y="93360"/>
                  </a:lnTo>
                  <a:lnTo>
                    <a:pt x="0" y="106873"/>
                  </a:lnTo>
                  <a:lnTo>
                    <a:pt x="443384" y="362857"/>
                  </a:lnTo>
                  <a:lnTo>
                    <a:pt x="443384" y="349349"/>
                  </a:lnTo>
                  <a:close/>
                  <a:moveTo>
                    <a:pt x="443384" y="411915"/>
                  </a:moveTo>
                  <a:lnTo>
                    <a:pt x="0" y="155927"/>
                  </a:lnTo>
                  <a:lnTo>
                    <a:pt x="0" y="169435"/>
                  </a:lnTo>
                  <a:lnTo>
                    <a:pt x="443384" y="425424"/>
                  </a:lnTo>
                  <a:lnTo>
                    <a:pt x="443384" y="411915"/>
                  </a:lnTo>
                  <a:close/>
                  <a:moveTo>
                    <a:pt x="335051" y="161673"/>
                  </a:moveTo>
                  <a:lnTo>
                    <a:pt x="323326" y="154904"/>
                  </a:lnTo>
                  <a:lnTo>
                    <a:pt x="323326" y="217452"/>
                  </a:lnTo>
                  <a:lnTo>
                    <a:pt x="335051" y="224220"/>
                  </a:lnTo>
                  <a:lnTo>
                    <a:pt x="335051" y="161673"/>
                  </a:lnTo>
                  <a:close/>
                  <a:moveTo>
                    <a:pt x="443384" y="228063"/>
                  </a:moveTo>
                  <a:lnTo>
                    <a:pt x="431659" y="221295"/>
                  </a:lnTo>
                  <a:lnTo>
                    <a:pt x="431659" y="279999"/>
                  </a:lnTo>
                  <a:lnTo>
                    <a:pt x="443384" y="286768"/>
                  </a:lnTo>
                  <a:lnTo>
                    <a:pt x="443384" y="228063"/>
                  </a:lnTo>
                  <a:close/>
                  <a:moveTo>
                    <a:pt x="158291" y="0"/>
                  </a:moveTo>
                  <a:lnTo>
                    <a:pt x="106659" y="29809"/>
                  </a:lnTo>
                  <a:lnTo>
                    <a:pt x="118379" y="36577"/>
                  </a:lnTo>
                  <a:lnTo>
                    <a:pt x="170011" y="6768"/>
                  </a:lnTo>
                  <a:lnTo>
                    <a:pt x="158291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3" name="任意多边形: 形状 2992">
              <a:extLst>
                <a:ext uri="{FF2B5EF4-FFF2-40B4-BE49-F238E27FC236}">
                  <a16:creationId xmlns:a16="http://schemas.microsoft.com/office/drawing/2014/main" id="{B2A757B1-785F-9D17-FA76-8690589197BD}"/>
                </a:ext>
              </a:extLst>
            </p:cNvPr>
            <p:cNvSpPr/>
            <p:nvPr/>
          </p:nvSpPr>
          <p:spPr>
            <a:xfrm>
              <a:off x="8871175" y="1788180"/>
              <a:ext cx="47488" cy="280208"/>
            </a:xfrm>
            <a:custGeom>
              <a:avLst/>
              <a:gdLst>
                <a:gd name="connsiteX0" fmla="*/ 47489 w 47488"/>
                <a:gd name="connsiteY0" fmla="*/ 0 h 280208"/>
                <a:gd name="connsiteX1" fmla="*/ 0 w 47488"/>
                <a:gd name="connsiteY1" fmla="*/ 27416 h 280208"/>
                <a:gd name="connsiteX2" fmla="*/ 0 w 47488"/>
                <a:gd name="connsiteY2" fmla="*/ 280209 h 280208"/>
                <a:gd name="connsiteX3" fmla="*/ 47489 w 47488"/>
                <a:gd name="connsiteY3" fmla="*/ 252792 h 280208"/>
                <a:gd name="connsiteX4" fmla="*/ 47489 w 47488"/>
                <a:gd name="connsiteY4" fmla="*/ 0 h 28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88" h="280208">
                  <a:moveTo>
                    <a:pt x="47489" y="0"/>
                  </a:moveTo>
                  <a:lnTo>
                    <a:pt x="0" y="27416"/>
                  </a:lnTo>
                  <a:lnTo>
                    <a:pt x="0" y="280209"/>
                  </a:lnTo>
                  <a:lnTo>
                    <a:pt x="47489" y="252792"/>
                  </a:lnTo>
                  <a:lnTo>
                    <a:pt x="47489" y="0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4" name="任意多边形: 形状 2993">
              <a:extLst>
                <a:ext uri="{FF2B5EF4-FFF2-40B4-BE49-F238E27FC236}">
                  <a16:creationId xmlns:a16="http://schemas.microsoft.com/office/drawing/2014/main" id="{968787CA-D923-BF5F-9E25-4EC7F3C155BF}"/>
                </a:ext>
              </a:extLst>
            </p:cNvPr>
            <p:cNvSpPr/>
            <p:nvPr/>
          </p:nvSpPr>
          <p:spPr>
            <a:xfrm>
              <a:off x="8859450" y="1782287"/>
              <a:ext cx="59235" cy="237809"/>
            </a:xfrm>
            <a:custGeom>
              <a:avLst/>
              <a:gdLst>
                <a:gd name="connsiteX0" fmla="*/ 59213 w 59235"/>
                <a:gd name="connsiteY0" fmla="*/ 196885 h 237809"/>
                <a:gd name="connsiteX1" fmla="*/ 11725 w 59235"/>
                <a:gd name="connsiteY1" fmla="*/ 224301 h 237809"/>
                <a:gd name="connsiteX2" fmla="*/ 11725 w 59235"/>
                <a:gd name="connsiteY2" fmla="*/ 237809 h 237809"/>
                <a:gd name="connsiteX3" fmla="*/ 59213 w 59235"/>
                <a:gd name="connsiteY3" fmla="*/ 210393 h 237809"/>
                <a:gd name="connsiteX4" fmla="*/ 59213 w 59235"/>
                <a:gd name="connsiteY4" fmla="*/ 196885 h 237809"/>
                <a:gd name="connsiteX5" fmla="*/ 59213 w 59235"/>
                <a:gd name="connsiteY5" fmla="*/ 134304 h 237809"/>
                <a:gd name="connsiteX6" fmla="*/ 11725 w 59235"/>
                <a:gd name="connsiteY6" fmla="*/ 161720 h 237809"/>
                <a:gd name="connsiteX7" fmla="*/ 11725 w 59235"/>
                <a:gd name="connsiteY7" fmla="*/ 175228 h 237809"/>
                <a:gd name="connsiteX8" fmla="*/ 59213 w 59235"/>
                <a:gd name="connsiteY8" fmla="*/ 147812 h 237809"/>
                <a:gd name="connsiteX9" fmla="*/ 59213 w 59235"/>
                <a:gd name="connsiteY9" fmla="*/ 134304 h 237809"/>
                <a:gd name="connsiteX10" fmla="*/ 59213 w 59235"/>
                <a:gd name="connsiteY10" fmla="*/ 71737 h 237809"/>
                <a:gd name="connsiteX11" fmla="*/ 11725 w 59235"/>
                <a:gd name="connsiteY11" fmla="*/ 99153 h 237809"/>
                <a:gd name="connsiteX12" fmla="*/ 11725 w 59235"/>
                <a:gd name="connsiteY12" fmla="*/ 112662 h 237809"/>
                <a:gd name="connsiteX13" fmla="*/ 59213 w 59235"/>
                <a:gd name="connsiteY13" fmla="*/ 85245 h 237809"/>
                <a:gd name="connsiteX14" fmla="*/ 59213 w 59235"/>
                <a:gd name="connsiteY14" fmla="*/ 71737 h 237809"/>
                <a:gd name="connsiteX15" fmla="*/ 51674 w 59235"/>
                <a:gd name="connsiteY15" fmla="*/ 0 h 237809"/>
                <a:gd name="connsiteX16" fmla="*/ 0 w 59235"/>
                <a:gd name="connsiteY16" fmla="*/ 29837 h 237809"/>
                <a:gd name="connsiteX17" fmla="*/ 11725 w 59235"/>
                <a:gd name="connsiteY17" fmla="*/ 36606 h 237809"/>
                <a:gd name="connsiteX18" fmla="*/ 56764 w 59235"/>
                <a:gd name="connsiteY18" fmla="*/ 10602 h 237809"/>
                <a:gd name="connsiteX19" fmla="*/ 55736 w 59235"/>
                <a:gd name="connsiteY19" fmla="*/ 2345 h 237809"/>
                <a:gd name="connsiteX20" fmla="*/ 51674 w 59235"/>
                <a:gd name="connsiteY20" fmla="*/ 0 h 237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235" h="237809">
                  <a:moveTo>
                    <a:pt x="59213" y="196885"/>
                  </a:moveTo>
                  <a:lnTo>
                    <a:pt x="11725" y="224301"/>
                  </a:lnTo>
                  <a:lnTo>
                    <a:pt x="11725" y="237809"/>
                  </a:lnTo>
                  <a:lnTo>
                    <a:pt x="59213" y="210393"/>
                  </a:lnTo>
                  <a:lnTo>
                    <a:pt x="59213" y="196885"/>
                  </a:lnTo>
                  <a:close/>
                  <a:moveTo>
                    <a:pt x="59213" y="134304"/>
                  </a:moveTo>
                  <a:lnTo>
                    <a:pt x="11725" y="161720"/>
                  </a:lnTo>
                  <a:lnTo>
                    <a:pt x="11725" y="175228"/>
                  </a:lnTo>
                  <a:lnTo>
                    <a:pt x="59213" y="147812"/>
                  </a:lnTo>
                  <a:lnTo>
                    <a:pt x="59213" y="134304"/>
                  </a:lnTo>
                  <a:close/>
                  <a:moveTo>
                    <a:pt x="59213" y="71737"/>
                  </a:moveTo>
                  <a:lnTo>
                    <a:pt x="11725" y="99153"/>
                  </a:lnTo>
                  <a:lnTo>
                    <a:pt x="11725" y="112662"/>
                  </a:lnTo>
                  <a:lnTo>
                    <a:pt x="59213" y="85245"/>
                  </a:lnTo>
                  <a:lnTo>
                    <a:pt x="59213" y="71737"/>
                  </a:lnTo>
                  <a:close/>
                  <a:moveTo>
                    <a:pt x="51674" y="0"/>
                  </a:moveTo>
                  <a:lnTo>
                    <a:pt x="0" y="29837"/>
                  </a:lnTo>
                  <a:lnTo>
                    <a:pt x="11725" y="36606"/>
                  </a:lnTo>
                  <a:lnTo>
                    <a:pt x="56764" y="10602"/>
                  </a:lnTo>
                  <a:cubicBezTo>
                    <a:pt x="60426" y="8486"/>
                    <a:pt x="59965" y="4790"/>
                    <a:pt x="55736" y="2345"/>
                  </a:cubicBezTo>
                  <a:lnTo>
                    <a:pt x="51674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995" name="文本框 2994">
            <a:extLst>
              <a:ext uri="{FF2B5EF4-FFF2-40B4-BE49-F238E27FC236}">
                <a16:creationId xmlns:a16="http://schemas.microsoft.com/office/drawing/2014/main" id="{B5449006-DAC9-448F-DD74-A673297AB071}"/>
              </a:ext>
            </a:extLst>
          </p:cNvPr>
          <p:cNvSpPr txBox="1"/>
          <p:nvPr/>
        </p:nvSpPr>
        <p:spPr>
          <a:xfrm>
            <a:off x="1427112" y="2355455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172.16.29.101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96" name="文本框 2995">
            <a:extLst>
              <a:ext uri="{FF2B5EF4-FFF2-40B4-BE49-F238E27FC236}">
                <a16:creationId xmlns:a16="http://schemas.microsoft.com/office/drawing/2014/main" id="{B816FF68-39ED-47EA-DFBA-CD35AA35FB82}"/>
              </a:ext>
            </a:extLst>
          </p:cNvPr>
          <p:cNvSpPr txBox="1"/>
          <p:nvPr/>
        </p:nvSpPr>
        <p:spPr>
          <a:xfrm>
            <a:off x="3519840" y="2348963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172.16.29.102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97" name="文本框 2996">
            <a:extLst>
              <a:ext uri="{FF2B5EF4-FFF2-40B4-BE49-F238E27FC236}">
                <a16:creationId xmlns:a16="http://schemas.microsoft.com/office/drawing/2014/main" id="{26F71CC3-2FDB-B893-A655-F945F4519A80}"/>
              </a:ext>
            </a:extLst>
          </p:cNvPr>
          <p:cNvSpPr txBox="1"/>
          <p:nvPr/>
        </p:nvSpPr>
        <p:spPr>
          <a:xfrm>
            <a:off x="3027474" y="3012253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172.16.29.254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98" name="文本框 2997">
            <a:extLst>
              <a:ext uri="{FF2B5EF4-FFF2-40B4-BE49-F238E27FC236}">
                <a16:creationId xmlns:a16="http://schemas.microsoft.com/office/drawing/2014/main" id="{49C93ED1-DE95-9805-D6BD-C9D8A7A97627}"/>
              </a:ext>
            </a:extLst>
          </p:cNvPr>
          <p:cNvSpPr txBox="1"/>
          <p:nvPr/>
        </p:nvSpPr>
        <p:spPr>
          <a:xfrm>
            <a:off x="1750175" y="5873488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172.16.31.101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99" name="文本框 2998">
            <a:extLst>
              <a:ext uri="{FF2B5EF4-FFF2-40B4-BE49-F238E27FC236}">
                <a16:creationId xmlns:a16="http://schemas.microsoft.com/office/drawing/2014/main" id="{4FE5640C-D6A9-4647-1FC2-8A9AB315FC0A}"/>
              </a:ext>
            </a:extLst>
          </p:cNvPr>
          <p:cNvSpPr txBox="1"/>
          <p:nvPr/>
        </p:nvSpPr>
        <p:spPr>
          <a:xfrm>
            <a:off x="1777249" y="4674771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172.16.31.254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01" name="文本框 3000">
            <a:extLst>
              <a:ext uri="{FF2B5EF4-FFF2-40B4-BE49-F238E27FC236}">
                <a16:creationId xmlns:a16="http://schemas.microsoft.com/office/drawing/2014/main" id="{A2CC3F69-D928-31F1-503C-FBEBE0C864D5}"/>
              </a:ext>
            </a:extLst>
          </p:cNvPr>
          <p:cNvSpPr txBox="1"/>
          <p:nvPr/>
        </p:nvSpPr>
        <p:spPr>
          <a:xfrm>
            <a:off x="3879367" y="4051703"/>
            <a:ext cx="10663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dirty="0">
                <a:solidFill>
                  <a:srgbClr val="FF0000"/>
                </a:solidFill>
              </a:rPr>
              <a:t>172.16.31.254</a:t>
            </a: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端口 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10101</a:t>
            </a:r>
          </a:p>
        </p:txBody>
      </p:sp>
      <p:sp>
        <p:nvSpPr>
          <p:cNvPr id="3002" name="文本框 3001">
            <a:extLst>
              <a:ext uri="{FF2B5EF4-FFF2-40B4-BE49-F238E27FC236}">
                <a16:creationId xmlns:a16="http://schemas.microsoft.com/office/drawing/2014/main" id="{9DB1B29E-A296-873D-280B-6E012F7674EF}"/>
              </a:ext>
            </a:extLst>
          </p:cNvPr>
          <p:cNvSpPr txBox="1"/>
          <p:nvPr/>
        </p:nvSpPr>
        <p:spPr>
          <a:xfrm>
            <a:off x="5284043" y="4132560"/>
            <a:ext cx="9877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10.10.10.</a:t>
            </a:r>
            <a:r>
              <a:rPr lang="en-US" altLang="zh-CN" dirty="0">
                <a:solidFill>
                  <a:srgbClr val="FF0000"/>
                </a:solidFill>
              </a:rPr>
              <a:t>101</a:t>
            </a:r>
            <a:endParaRPr lang="zh-CN" altLang="en-US" sz="10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03" name="直接箭头连接符 3002">
            <a:extLst>
              <a:ext uri="{FF2B5EF4-FFF2-40B4-BE49-F238E27FC236}">
                <a16:creationId xmlns:a16="http://schemas.microsoft.com/office/drawing/2014/main" id="{A113FC45-C5D1-91BF-48DE-2416BE5DD29D}"/>
              </a:ext>
            </a:extLst>
          </p:cNvPr>
          <p:cNvCxnSpPr>
            <a:cxnSpLocks/>
            <a:stCxn id="3002" idx="1"/>
            <a:endCxn id="3001" idx="3"/>
          </p:cNvCxnSpPr>
          <p:nvPr/>
        </p:nvCxnSpPr>
        <p:spPr>
          <a:xfrm flipH="1" flipV="1">
            <a:off x="4945685" y="4259452"/>
            <a:ext cx="338358" cy="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4" name="矩形: 圆角 3003">
            <a:extLst>
              <a:ext uri="{FF2B5EF4-FFF2-40B4-BE49-F238E27FC236}">
                <a16:creationId xmlns:a16="http://schemas.microsoft.com/office/drawing/2014/main" id="{413D8752-8457-91CD-3B0B-D2029525AF8E}"/>
              </a:ext>
            </a:extLst>
          </p:cNvPr>
          <p:cNvSpPr/>
          <p:nvPr/>
        </p:nvSpPr>
        <p:spPr>
          <a:xfrm>
            <a:off x="5979596" y="1517956"/>
            <a:ext cx="2576218" cy="1943478"/>
          </a:xfrm>
          <a:prstGeom prst="roundRect">
            <a:avLst>
              <a:gd name="adj" fmla="val 794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5" name="文本框 3004">
            <a:extLst>
              <a:ext uri="{FF2B5EF4-FFF2-40B4-BE49-F238E27FC236}">
                <a16:creationId xmlns:a16="http://schemas.microsoft.com/office/drawing/2014/main" id="{0FF6CD84-578A-7B58-010F-CD74640AFADB}"/>
              </a:ext>
            </a:extLst>
          </p:cNvPr>
          <p:cNvSpPr txBox="1"/>
          <p:nvPr/>
        </p:nvSpPr>
        <p:spPr>
          <a:xfrm>
            <a:off x="5968523" y="1519746"/>
            <a:ext cx="13997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外网服务器区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(DMZ)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06" name="组合 3005">
            <a:extLst>
              <a:ext uri="{FF2B5EF4-FFF2-40B4-BE49-F238E27FC236}">
                <a16:creationId xmlns:a16="http://schemas.microsoft.com/office/drawing/2014/main" id="{5A53CEFB-D7AA-5F02-971A-3B780AE5B7C3}"/>
              </a:ext>
            </a:extLst>
          </p:cNvPr>
          <p:cNvGrpSpPr/>
          <p:nvPr/>
        </p:nvGrpSpPr>
        <p:grpSpPr>
          <a:xfrm>
            <a:off x="7139253" y="2805511"/>
            <a:ext cx="412121" cy="405650"/>
            <a:chOff x="2426067" y="1603671"/>
            <a:chExt cx="303498" cy="298733"/>
          </a:xfrm>
        </p:grpSpPr>
        <p:sp>
          <p:nvSpPr>
            <p:cNvPr id="3007" name="任意多边形: 形状 3006">
              <a:extLst>
                <a:ext uri="{FF2B5EF4-FFF2-40B4-BE49-F238E27FC236}">
                  <a16:creationId xmlns:a16="http://schemas.microsoft.com/office/drawing/2014/main" id="{422341C4-F9C3-0EB8-7C89-FF835D08AD5F}"/>
                </a:ext>
              </a:extLst>
            </p:cNvPr>
            <p:cNvSpPr/>
            <p:nvPr/>
          </p:nvSpPr>
          <p:spPr>
            <a:xfrm>
              <a:off x="2428801" y="1665701"/>
              <a:ext cx="298104" cy="234005"/>
            </a:xfrm>
            <a:custGeom>
              <a:avLst/>
              <a:gdLst>
                <a:gd name="connsiteX0" fmla="*/ 107262 w 214498"/>
                <a:gd name="connsiteY0" fmla="*/ 168377 h 168376"/>
                <a:gd name="connsiteX1" fmla="*/ 106279 w 214498"/>
                <a:gd name="connsiteY1" fmla="*/ 168111 h 168376"/>
                <a:gd name="connsiteX2" fmla="*/ 957 w 214498"/>
                <a:gd name="connsiteY2" fmla="*/ 106970 h 168376"/>
                <a:gd name="connsiteX3" fmla="*/ 0 w 214498"/>
                <a:gd name="connsiteY3" fmla="*/ 105295 h 168376"/>
                <a:gd name="connsiteX4" fmla="*/ 0 w 214498"/>
                <a:gd name="connsiteY4" fmla="*/ 63985 h 168376"/>
                <a:gd name="connsiteX5" fmla="*/ 957 w 214498"/>
                <a:gd name="connsiteY5" fmla="*/ 62311 h 168376"/>
                <a:gd name="connsiteX6" fmla="*/ 106279 w 214498"/>
                <a:gd name="connsiteY6" fmla="*/ 266 h 168376"/>
                <a:gd name="connsiteX7" fmla="*/ 107262 w 214498"/>
                <a:gd name="connsiteY7" fmla="*/ 0 h 168376"/>
                <a:gd name="connsiteX8" fmla="*/ 108246 w 214498"/>
                <a:gd name="connsiteY8" fmla="*/ 266 h 168376"/>
                <a:gd name="connsiteX9" fmla="*/ 213541 w 214498"/>
                <a:gd name="connsiteY9" fmla="*/ 62311 h 168376"/>
                <a:gd name="connsiteX10" fmla="*/ 214498 w 214498"/>
                <a:gd name="connsiteY10" fmla="*/ 63985 h 168376"/>
                <a:gd name="connsiteX11" fmla="*/ 214498 w 214498"/>
                <a:gd name="connsiteY11" fmla="*/ 105295 h 168376"/>
                <a:gd name="connsiteX12" fmla="*/ 213541 w 214498"/>
                <a:gd name="connsiteY12" fmla="*/ 106970 h 168376"/>
                <a:gd name="connsiteX13" fmla="*/ 108219 w 214498"/>
                <a:gd name="connsiteY13" fmla="*/ 168111 h 168376"/>
                <a:gd name="connsiteX14" fmla="*/ 107262 w 214498"/>
                <a:gd name="connsiteY14" fmla="*/ 168377 h 16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76">
                  <a:moveTo>
                    <a:pt x="107262" y="168377"/>
                  </a:moveTo>
                  <a:cubicBezTo>
                    <a:pt x="106917" y="168377"/>
                    <a:pt x="106598" y="168297"/>
                    <a:pt x="106279" y="168111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77"/>
                    <a:pt x="107262" y="168377"/>
                  </a:cubicBezTo>
                  <a:close/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8" name="任意多边形: 形状 3007">
              <a:extLst>
                <a:ext uri="{FF2B5EF4-FFF2-40B4-BE49-F238E27FC236}">
                  <a16:creationId xmlns:a16="http://schemas.microsoft.com/office/drawing/2014/main" id="{18850642-D2D7-C1DF-D796-BD1E74224848}"/>
                </a:ext>
              </a:extLst>
            </p:cNvPr>
            <p:cNvSpPr/>
            <p:nvPr/>
          </p:nvSpPr>
          <p:spPr>
            <a:xfrm>
              <a:off x="2426067" y="1663005"/>
              <a:ext cx="303498" cy="239399"/>
            </a:xfrm>
            <a:custGeom>
              <a:avLst/>
              <a:gdLst>
                <a:gd name="connsiteX0" fmla="*/ 109230 w 218379"/>
                <a:gd name="connsiteY0" fmla="*/ 3881 h 172257"/>
                <a:gd name="connsiteX1" fmla="*/ 214525 w 218379"/>
                <a:gd name="connsiteY1" fmla="*/ 65926 h 172257"/>
                <a:gd name="connsiteX2" fmla="*/ 214525 w 218379"/>
                <a:gd name="connsiteY2" fmla="*/ 107236 h 172257"/>
                <a:gd name="connsiteX3" fmla="*/ 197352 w 218379"/>
                <a:gd name="connsiteY3" fmla="*/ 117204 h 172257"/>
                <a:gd name="connsiteX4" fmla="*/ 109230 w 218379"/>
                <a:gd name="connsiteY4" fmla="*/ 168350 h 172257"/>
                <a:gd name="connsiteX5" fmla="*/ 21080 w 218379"/>
                <a:gd name="connsiteY5" fmla="*/ 117204 h 172257"/>
                <a:gd name="connsiteX6" fmla="*/ 3908 w 218379"/>
                <a:gd name="connsiteY6" fmla="*/ 107236 h 172257"/>
                <a:gd name="connsiteX7" fmla="*/ 3908 w 218379"/>
                <a:gd name="connsiteY7" fmla="*/ 65926 h 172257"/>
                <a:gd name="connsiteX8" fmla="*/ 109230 w 218379"/>
                <a:gd name="connsiteY8" fmla="*/ 3881 h 172257"/>
                <a:gd name="connsiteX9" fmla="*/ 109230 w 218379"/>
                <a:gd name="connsiteY9" fmla="*/ 0 h 172257"/>
                <a:gd name="connsiteX10" fmla="*/ 107262 w 218379"/>
                <a:gd name="connsiteY10" fmla="*/ 532 h 172257"/>
                <a:gd name="connsiteX11" fmla="*/ 1914 w 218379"/>
                <a:gd name="connsiteY11" fmla="*/ 62576 h 172257"/>
                <a:gd name="connsiteX12" fmla="*/ 0 w 218379"/>
                <a:gd name="connsiteY12" fmla="*/ 65926 h 172257"/>
                <a:gd name="connsiteX13" fmla="*/ 0 w 218379"/>
                <a:gd name="connsiteY13" fmla="*/ 107236 h 172257"/>
                <a:gd name="connsiteX14" fmla="*/ 1941 w 218379"/>
                <a:gd name="connsiteY14" fmla="*/ 110585 h 172257"/>
                <a:gd name="connsiteX15" fmla="*/ 19113 w 218379"/>
                <a:gd name="connsiteY15" fmla="*/ 120554 h 172257"/>
                <a:gd name="connsiteX16" fmla="*/ 107262 w 218379"/>
                <a:gd name="connsiteY16" fmla="*/ 171726 h 172257"/>
                <a:gd name="connsiteX17" fmla="*/ 109203 w 218379"/>
                <a:gd name="connsiteY17" fmla="*/ 172258 h 172257"/>
                <a:gd name="connsiteX18" fmla="*/ 111144 w 218379"/>
                <a:gd name="connsiteY18" fmla="*/ 171726 h 172257"/>
                <a:gd name="connsiteX19" fmla="*/ 199266 w 218379"/>
                <a:gd name="connsiteY19" fmla="*/ 120554 h 172257"/>
                <a:gd name="connsiteX20" fmla="*/ 216439 w 218379"/>
                <a:gd name="connsiteY20" fmla="*/ 110585 h 172257"/>
                <a:gd name="connsiteX21" fmla="*/ 218379 w 218379"/>
                <a:gd name="connsiteY21" fmla="*/ 107236 h 172257"/>
                <a:gd name="connsiteX22" fmla="*/ 218379 w 218379"/>
                <a:gd name="connsiteY22" fmla="*/ 65926 h 172257"/>
                <a:gd name="connsiteX23" fmla="*/ 216465 w 218379"/>
                <a:gd name="connsiteY23" fmla="*/ 62576 h 172257"/>
                <a:gd name="connsiteX24" fmla="*/ 111197 w 218379"/>
                <a:gd name="connsiteY24" fmla="*/ 532 h 172257"/>
                <a:gd name="connsiteX25" fmla="*/ 109230 w 218379"/>
                <a:gd name="connsiteY25" fmla="*/ 0 h 172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57">
                  <a:moveTo>
                    <a:pt x="109230" y="3881"/>
                  </a:moveTo>
                  <a:lnTo>
                    <a:pt x="214525" y="65926"/>
                  </a:lnTo>
                  <a:lnTo>
                    <a:pt x="214525" y="107236"/>
                  </a:lnTo>
                  <a:lnTo>
                    <a:pt x="197352" y="117204"/>
                  </a:lnTo>
                  <a:lnTo>
                    <a:pt x="109230" y="168350"/>
                  </a:lnTo>
                  <a:lnTo>
                    <a:pt x="21080" y="117204"/>
                  </a:lnTo>
                  <a:lnTo>
                    <a:pt x="3908" y="107236"/>
                  </a:lnTo>
                  <a:lnTo>
                    <a:pt x="3908" y="65926"/>
                  </a:lnTo>
                  <a:lnTo>
                    <a:pt x="109230" y="3881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576"/>
                  </a:lnTo>
                  <a:cubicBezTo>
                    <a:pt x="718" y="63268"/>
                    <a:pt x="0" y="64544"/>
                    <a:pt x="0" y="65926"/>
                  </a:cubicBezTo>
                  <a:lnTo>
                    <a:pt x="0" y="107236"/>
                  </a:lnTo>
                  <a:cubicBezTo>
                    <a:pt x="0" y="108618"/>
                    <a:pt x="744" y="109894"/>
                    <a:pt x="1941" y="110585"/>
                  </a:cubicBezTo>
                  <a:lnTo>
                    <a:pt x="19113" y="120554"/>
                  </a:lnTo>
                  <a:lnTo>
                    <a:pt x="107262" y="171726"/>
                  </a:lnTo>
                  <a:cubicBezTo>
                    <a:pt x="107874" y="172072"/>
                    <a:pt x="108538" y="172258"/>
                    <a:pt x="109203" y="172258"/>
                  </a:cubicBezTo>
                  <a:cubicBezTo>
                    <a:pt x="109868" y="172258"/>
                    <a:pt x="110559" y="172072"/>
                    <a:pt x="111144" y="171726"/>
                  </a:cubicBezTo>
                  <a:lnTo>
                    <a:pt x="199266" y="120554"/>
                  </a:lnTo>
                  <a:lnTo>
                    <a:pt x="216439" y="110585"/>
                  </a:lnTo>
                  <a:cubicBezTo>
                    <a:pt x="217635" y="109894"/>
                    <a:pt x="218379" y="108618"/>
                    <a:pt x="218379" y="107236"/>
                  </a:cubicBezTo>
                  <a:lnTo>
                    <a:pt x="218379" y="65926"/>
                  </a:lnTo>
                  <a:cubicBezTo>
                    <a:pt x="218379" y="64544"/>
                    <a:pt x="217662" y="63268"/>
                    <a:pt x="216465" y="62576"/>
                  </a:cubicBezTo>
                  <a:lnTo>
                    <a:pt x="111197" y="532"/>
                  </a:lnTo>
                  <a:cubicBezTo>
                    <a:pt x="110585" y="159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9" name="任意多边形: 形状 3008">
              <a:extLst>
                <a:ext uri="{FF2B5EF4-FFF2-40B4-BE49-F238E27FC236}">
                  <a16:creationId xmlns:a16="http://schemas.microsoft.com/office/drawing/2014/main" id="{527E4839-9134-9471-2E6B-63E9902E4040}"/>
                </a:ext>
              </a:extLst>
            </p:cNvPr>
            <p:cNvSpPr/>
            <p:nvPr/>
          </p:nvSpPr>
          <p:spPr>
            <a:xfrm>
              <a:off x="2431461" y="1668399"/>
              <a:ext cx="292747" cy="171791"/>
            </a:xfrm>
            <a:custGeom>
              <a:avLst/>
              <a:gdLst>
                <a:gd name="connsiteX0" fmla="*/ 0 w 210643"/>
                <a:gd name="connsiteY0" fmla="*/ 62045 h 123610"/>
                <a:gd name="connsiteX1" fmla="*/ 105322 w 210643"/>
                <a:gd name="connsiteY1" fmla="*/ 123611 h 123610"/>
                <a:gd name="connsiteX2" fmla="*/ 210644 w 210643"/>
                <a:gd name="connsiteY2" fmla="*/ 62045 h 123610"/>
                <a:gd name="connsiteX3" fmla="*/ 105348 w 210643"/>
                <a:gd name="connsiteY3" fmla="*/ 0 h 12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610">
                  <a:moveTo>
                    <a:pt x="0" y="62045"/>
                  </a:moveTo>
                  <a:lnTo>
                    <a:pt x="105322" y="123611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rgbClr val="FFFFFF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0" name="任意多边形: 形状 3009">
              <a:extLst>
                <a:ext uri="{FF2B5EF4-FFF2-40B4-BE49-F238E27FC236}">
                  <a16:creationId xmlns:a16="http://schemas.microsoft.com/office/drawing/2014/main" id="{C8286543-6D83-3470-0D05-AFF68E882CE3}"/>
                </a:ext>
              </a:extLst>
            </p:cNvPr>
            <p:cNvSpPr/>
            <p:nvPr/>
          </p:nvSpPr>
          <p:spPr>
            <a:xfrm>
              <a:off x="2452641" y="1766350"/>
              <a:ext cx="250347" cy="89541"/>
            </a:xfrm>
            <a:custGeom>
              <a:avLst/>
              <a:gdLst>
                <a:gd name="connsiteX0" fmla="*/ 90081 w 180135"/>
                <a:gd name="connsiteY0" fmla="*/ 55071 h 64428"/>
                <a:gd name="connsiteX1" fmla="*/ 89097 w 180135"/>
                <a:gd name="connsiteY1" fmla="*/ 54805 h 64428"/>
                <a:gd name="connsiteX2" fmla="*/ 975 w 180135"/>
                <a:gd name="connsiteY2" fmla="*/ 3633 h 64428"/>
                <a:gd name="connsiteX3" fmla="*/ 257 w 180135"/>
                <a:gd name="connsiteY3" fmla="*/ 975 h 64428"/>
                <a:gd name="connsiteX4" fmla="*/ 2915 w 180135"/>
                <a:gd name="connsiteY4" fmla="*/ 257 h 64428"/>
                <a:gd name="connsiteX5" fmla="*/ 90081 w 180135"/>
                <a:gd name="connsiteY5" fmla="*/ 50871 h 64428"/>
                <a:gd name="connsiteX6" fmla="*/ 177220 w 180135"/>
                <a:gd name="connsiteY6" fmla="*/ 284 h 64428"/>
                <a:gd name="connsiteX7" fmla="*/ 179878 w 180135"/>
                <a:gd name="connsiteY7" fmla="*/ 1001 h 64428"/>
                <a:gd name="connsiteX8" fmla="*/ 179161 w 180135"/>
                <a:gd name="connsiteY8" fmla="*/ 3660 h 64428"/>
                <a:gd name="connsiteX9" fmla="*/ 91065 w 180135"/>
                <a:gd name="connsiteY9" fmla="*/ 54805 h 64428"/>
                <a:gd name="connsiteX10" fmla="*/ 90081 w 180135"/>
                <a:gd name="connsiteY10" fmla="*/ 55071 h 64428"/>
                <a:gd name="connsiteX11" fmla="*/ 22082 w 180135"/>
                <a:gd name="connsiteY11" fmla="*/ 31997 h 64428"/>
                <a:gd name="connsiteX12" fmla="*/ 21045 w 180135"/>
                <a:gd name="connsiteY12" fmla="*/ 31705 h 64428"/>
                <a:gd name="connsiteX13" fmla="*/ 16366 w 180135"/>
                <a:gd name="connsiteY13" fmla="*/ 28781 h 64428"/>
                <a:gd name="connsiteX14" fmla="*/ 15755 w 180135"/>
                <a:gd name="connsiteY14" fmla="*/ 26096 h 64428"/>
                <a:gd name="connsiteX15" fmla="*/ 18440 w 180135"/>
                <a:gd name="connsiteY15" fmla="*/ 25484 h 64428"/>
                <a:gd name="connsiteX16" fmla="*/ 23118 w 180135"/>
                <a:gd name="connsiteY16" fmla="*/ 28408 h 64428"/>
                <a:gd name="connsiteX17" fmla="*/ 23730 w 180135"/>
                <a:gd name="connsiteY17" fmla="*/ 31093 h 64428"/>
                <a:gd name="connsiteX18" fmla="*/ 22082 w 180135"/>
                <a:gd name="connsiteY18" fmla="*/ 31997 h 64428"/>
                <a:gd name="connsiteX19" fmla="*/ 33539 w 180135"/>
                <a:gd name="connsiteY19" fmla="*/ 38483 h 64428"/>
                <a:gd name="connsiteX20" fmla="*/ 32502 w 180135"/>
                <a:gd name="connsiteY20" fmla="*/ 38191 h 64428"/>
                <a:gd name="connsiteX21" fmla="*/ 27824 w 180135"/>
                <a:gd name="connsiteY21" fmla="*/ 35267 h 64428"/>
                <a:gd name="connsiteX22" fmla="*/ 27212 w 180135"/>
                <a:gd name="connsiteY22" fmla="*/ 32582 h 64428"/>
                <a:gd name="connsiteX23" fmla="*/ 29897 w 180135"/>
                <a:gd name="connsiteY23" fmla="*/ 31971 h 64428"/>
                <a:gd name="connsiteX24" fmla="*/ 34576 w 180135"/>
                <a:gd name="connsiteY24" fmla="*/ 34895 h 64428"/>
                <a:gd name="connsiteX25" fmla="*/ 35187 w 180135"/>
                <a:gd name="connsiteY25" fmla="*/ 37580 h 64428"/>
                <a:gd name="connsiteX26" fmla="*/ 33539 w 180135"/>
                <a:gd name="connsiteY26" fmla="*/ 38483 h 64428"/>
                <a:gd name="connsiteX27" fmla="*/ 44996 w 180135"/>
                <a:gd name="connsiteY27" fmla="*/ 44970 h 64428"/>
                <a:gd name="connsiteX28" fmla="*/ 43960 w 180135"/>
                <a:gd name="connsiteY28" fmla="*/ 44677 h 64428"/>
                <a:gd name="connsiteX29" fmla="*/ 39281 w 180135"/>
                <a:gd name="connsiteY29" fmla="*/ 41753 h 64428"/>
                <a:gd name="connsiteX30" fmla="*/ 38669 w 180135"/>
                <a:gd name="connsiteY30" fmla="*/ 39068 h 64428"/>
                <a:gd name="connsiteX31" fmla="*/ 41354 w 180135"/>
                <a:gd name="connsiteY31" fmla="*/ 38457 h 64428"/>
                <a:gd name="connsiteX32" fmla="*/ 46033 w 180135"/>
                <a:gd name="connsiteY32" fmla="*/ 41381 h 64428"/>
                <a:gd name="connsiteX33" fmla="*/ 46644 w 180135"/>
                <a:gd name="connsiteY33" fmla="*/ 44066 h 64428"/>
                <a:gd name="connsiteX34" fmla="*/ 44996 w 180135"/>
                <a:gd name="connsiteY34" fmla="*/ 44970 h 64428"/>
                <a:gd name="connsiteX35" fmla="*/ 56480 w 180135"/>
                <a:gd name="connsiteY35" fmla="*/ 51456 h 64428"/>
                <a:gd name="connsiteX36" fmla="*/ 55443 w 180135"/>
                <a:gd name="connsiteY36" fmla="*/ 51164 h 64428"/>
                <a:gd name="connsiteX37" fmla="*/ 50765 w 180135"/>
                <a:gd name="connsiteY37" fmla="*/ 48239 h 64428"/>
                <a:gd name="connsiteX38" fmla="*/ 50153 w 180135"/>
                <a:gd name="connsiteY38" fmla="*/ 45554 h 64428"/>
                <a:gd name="connsiteX39" fmla="*/ 52838 w 180135"/>
                <a:gd name="connsiteY39" fmla="*/ 44943 h 64428"/>
                <a:gd name="connsiteX40" fmla="*/ 57517 w 180135"/>
                <a:gd name="connsiteY40" fmla="*/ 47867 h 64428"/>
                <a:gd name="connsiteX41" fmla="*/ 58128 w 180135"/>
                <a:gd name="connsiteY41" fmla="*/ 50552 h 64428"/>
                <a:gd name="connsiteX42" fmla="*/ 56480 w 180135"/>
                <a:gd name="connsiteY42" fmla="*/ 51456 h 64428"/>
                <a:gd name="connsiteX43" fmla="*/ 67937 w 180135"/>
                <a:gd name="connsiteY43" fmla="*/ 57942 h 64428"/>
                <a:gd name="connsiteX44" fmla="*/ 66901 w 180135"/>
                <a:gd name="connsiteY44" fmla="*/ 57650 h 64428"/>
                <a:gd name="connsiteX45" fmla="*/ 62222 w 180135"/>
                <a:gd name="connsiteY45" fmla="*/ 54726 h 64428"/>
                <a:gd name="connsiteX46" fmla="*/ 61611 w 180135"/>
                <a:gd name="connsiteY46" fmla="*/ 52041 h 64428"/>
                <a:gd name="connsiteX47" fmla="*/ 64296 w 180135"/>
                <a:gd name="connsiteY47" fmla="*/ 51429 h 64428"/>
                <a:gd name="connsiteX48" fmla="*/ 68974 w 180135"/>
                <a:gd name="connsiteY48" fmla="*/ 54353 h 64428"/>
                <a:gd name="connsiteX49" fmla="*/ 69586 w 180135"/>
                <a:gd name="connsiteY49" fmla="*/ 57038 h 64428"/>
                <a:gd name="connsiteX50" fmla="*/ 67937 w 180135"/>
                <a:gd name="connsiteY50" fmla="*/ 57942 h 64428"/>
                <a:gd name="connsiteX51" fmla="*/ 79395 w 180135"/>
                <a:gd name="connsiteY51" fmla="*/ 64428 h 64428"/>
                <a:gd name="connsiteX52" fmla="*/ 78358 w 180135"/>
                <a:gd name="connsiteY52" fmla="*/ 64136 h 64428"/>
                <a:gd name="connsiteX53" fmla="*/ 73679 w 180135"/>
                <a:gd name="connsiteY53" fmla="*/ 61212 h 64428"/>
                <a:gd name="connsiteX54" fmla="*/ 73068 w 180135"/>
                <a:gd name="connsiteY54" fmla="*/ 58527 h 64428"/>
                <a:gd name="connsiteX55" fmla="*/ 75753 w 180135"/>
                <a:gd name="connsiteY55" fmla="*/ 57916 h 64428"/>
                <a:gd name="connsiteX56" fmla="*/ 80431 w 180135"/>
                <a:gd name="connsiteY56" fmla="*/ 60840 h 64428"/>
                <a:gd name="connsiteX57" fmla="*/ 81043 w 180135"/>
                <a:gd name="connsiteY57" fmla="*/ 63525 h 64428"/>
                <a:gd name="connsiteX58" fmla="*/ 79395 w 180135"/>
                <a:gd name="connsiteY58" fmla="*/ 64428 h 64428"/>
                <a:gd name="connsiteX59" fmla="*/ 22082 w 180135"/>
                <a:gd name="connsiteY59" fmla="*/ 45475 h 64428"/>
                <a:gd name="connsiteX60" fmla="*/ 21045 w 180135"/>
                <a:gd name="connsiteY60" fmla="*/ 45182 h 64428"/>
                <a:gd name="connsiteX61" fmla="*/ 16366 w 180135"/>
                <a:gd name="connsiteY61" fmla="*/ 42258 h 64428"/>
                <a:gd name="connsiteX62" fmla="*/ 15755 w 180135"/>
                <a:gd name="connsiteY62" fmla="*/ 39573 h 64428"/>
                <a:gd name="connsiteX63" fmla="*/ 18440 w 180135"/>
                <a:gd name="connsiteY63" fmla="*/ 38962 h 64428"/>
                <a:gd name="connsiteX64" fmla="*/ 23118 w 180135"/>
                <a:gd name="connsiteY64" fmla="*/ 41886 h 64428"/>
                <a:gd name="connsiteX65" fmla="*/ 23730 w 180135"/>
                <a:gd name="connsiteY65" fmla="*/ 44571 h 64428"/>
                <a:gd name="connsiteX66" fmla="*/ 22082 w 180135"/>
                <a:gd name="connsiteY66" fmla="*/ 45475 h 64428"/>
                <a:gd name="connsiteX67" fmla="*/ 33539 w 180135"/>
                <a:gd name="connsiteY67" fmla="*/ 51988 h 64428"/>
                <a:gd name="connsiteX68" fmla="*/ 32502 w 180135"/>
                <a:gd name="connsiteY68" fmla="*/ 51695 h 64428"/>
                <a:gd name="connsiteX69" fmla="*/ 27824 w 180135"/>
                <a:gd name="connsiteY69" fmla="*/ 48771 h 64428"/>
                <a:gd name="connsiteX70" fmla="*/ 27212 w 180135"/>
                <a:gd name="connsiteY70" fmla="*/ 46086 h 64428"/>
                <a:gd name="connsiteX71" fmla="*/ 29897 w 180135"/>
                <a:gd name="connsiteY71" fmla="*/ 45475 h 64428"/>
                <a:gd name="connsiteX72" fmla="*/ 34576 w 180135"/>
                <a:gd name="connsiteY72" fmla="*/ 48399 h 64428"/>
                <a:gd name="connsiteX73" fmla="*/ 35187 w 180135"/>
                <a:gd name="connsiteY73" fmla="*/ 51084 h 64428"/>
                <a:gd name="connsiteX74" fmla="*/ 33539 w 180135"/>
                <a:gd name="connsiteY74" fmla="*/ 51988 h 64428"/>
                <a:gd name="connsiteX75" fmla="*/ 44996 w 180135"/>
                <a:gd name="connsiteY75" fmla="*/ 58474 h 64428"/>
                <a:gd name="connsiteX76" fmla="*/ 43960 w 180135"/>
                <a:gd name="connsiteY76" fmla="*/ 58181 h 64428"/>
                <a:gd name="connsiteX77" fmla="*/ 39281 w 180135"/>
                <a:gd name="connsiteY77" fmla="*/ 55257 h 64428"/>
                <a:gd name="connsiteX78" fmla="*/ 38669 w 180135"/>
                <a:gd name="connsiteY78" fmla="*/ 52572 h 64428"/>
                <a:gd name="connsiteX79" fmla="*/ 41354 w 180135"/>
                <a:gd name="connsiteY79" fmla="*/ 51961 h 64428"/>
                <a:gd name="connsiteX80" fmla="*/ 46033 w 180135"/>
                <a:gd name="connsiteY80" fmla="*/ 54885 h 64428"/>
                <a:gd name="connsiteX81" fmla="*/ 46644 w 180135"/>
                <a:gd name="connsiteY81" fmla="*/ 57570 h 64428"/>
                <a:gd name="connsiteX82" fmla="*/ 44996 w 180135"/>
                <a:gd name="connsiteY82" fmla="*/ 58474 h 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80135" h="64428">
                  <a:moveTo>
                    <a:pt x="90081" y="55071"/>
                  </a:moveTo>
                  <a:cubicBezTo>
                    <a:pt x="89735" y="55071"/>
                    <a:pt x="89416" y="54991"/>
                    <a:pt x="89097" y="54805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71"/>
                    <a:pt x="90081" y="55071"/>
                  </a:cubicBezTo>
                  <a:close/>
                  <a:moveTo>
                    <a:pt x="22082" y="31997"/>
                  </a:moveTo>
                  <a:cubicBezTo>
                    <a:pt x="21736" y="31997"/>
                    <a:pt x="21364" y="31891"/>
                    <a:pt x="21045" y="31705"/>
                  </a:cubicBezTo>
                  <a:lnTo>
                    <a:pt x="16366" y="28781"/>
                  </a:lnTo>
                  <a:cubicBezTo>
                    <a:pt x="15463" y="28222"/>
                    <a:pt x="15170" y="27026"/>
                    <a:pt x="15755" y="26096"/>
                  </a:cubicBezTo>
                  <a:cubicBezTo>
                    <a:pt x="16313" y="25192"/>
                    <a:pt x="17509" y="24899"/>
                    <a:pt x="18440" y="25484"/>
                  </a:cubicBezTo>
                  <a:lnTo>
                    <a:pt x="23118" y="28408"/>
                  </a:lnTo>
                  <a:cubicBezTo>
                    <a:pt x="24022" y="28967"/>
                    <a:pt x="24315" y="30163"/>
                    <a:pt x="23730" y="31093"/>
                  </a:cubicBezTo>
                  <a:cubicBezTo>
                    <a:pt x="23358" y="31652"/>
                    <a:pt x="22746" y="31997"/>
                    <a:pt x="22082" y="31997"/>
                  </a:cubicBezTo>
                  <a:close/>
                  <a:moveTo>
                    <a:pt x="33539" y="38483"/>
                  </a:moveTo>
                  <a:cubicBezTo>
                    <a:pt x="33193" y="38483"/>
                    <a:pt x="32821" y="38377"/>
                    <a:pt x="32502" y="38191"/>
                  </a:cubicBezTo>
                  <a:lnTo>
                    <a:pt x="27824" y="35267"/>
                  </a:lnTo>
                  <a:cubicBezTo>
                    <a:pt x="26920" y="34709"/>
                    <a:pt x="26627" y="33512"/>
                    <a:pt x="27212" y="32582"/>
                  </a:cubicBezTo>
                  <a:cubicBezTo>
                    <a:pt x="27770" y="31678"/>
                    <a:pt x="28967" y="31386"/>
                    <a:pt x="29897" y="31971"/>
                  </a:cubicBezTo>
                  <a:lnTo>
                    <a:pt x="34576" y="34895"/>
                  </a:lnTo>
                  <a:cubicBezTo>
                    <a:pt x="35480" y="35453"/>
                    <a:pt x="35772" y="36649"/>
                    <a:pt x="35187" y="37580"/>
                  </a:cubicBezTo>
                  <a:cubicBezTo>
                    <a:pt x="34842" y="38164"/>
                    <a:pt x="34204" y="38483"/>
                    <a:pt x="33539" y="38483"/>
                  </a:cubicBezTo>
                  <a:close/>
                  <a:moveTo>
                    <a:pt x="44996" y="44970"/>
                  </a:moveTo>
                  <a:cubicBezTo>
                    <a:pt x="44651" y="44970"/>
                    <a:pt x="44279" y="44863"/>
                    <a:pt x="43960" y="44677"/>
                  </a:cubicBezTo>
                  <a:lnTo>
                    <a:pt x="39281" y="41753"/>
                  </a:lnTo>
                  <a:cubicBezTo>
                    <a:pt x="38377" y="41195"/>
                    <a:pt x="38085" y="39999"/>
                    <a:pt x="38669" y="39068"/>
                  </a:cubicBezTo>
                  <a:cubicBezTo>
                    <a:pt x="39228" y="38164"/>
                    <a:pt x="40424" y="37872"/>
                    <a:pt x="41354" y="38457"/>
                  </a:cubicBezTo>
                  <a:lnTo>
                    <a:pt x="46033" y="41381"/>
                  </a:lnTo>
                  <a:cubicBezTo>
                    <a:pt x="46937" y="41939"/>
                    <a:pt x="47229" y="43135"/>
                    <a:pt x="46644" y="44066"/>
                  </a:cubicBezTo>
                  <a:cubicBezTo>
                    <a:pt x="46299" y="44651"/>
                    <a:pt x="45661" y="44970"/>
                    <a:pt x="44996" y="44970"/>
                  </a:cubicBezTo>
                  <a:close/>
                  <a:moveTo>
                    <a:pt x="56480" y="51456"/>
                  </a:moveTo>
                  <a:cubicBezTo>
                    <a:pt x="56135" y="51456"/>
                    <a:pt x="55762" y="51350"/>
                    <a:pt x="55443" y="51164"/>
                  </a:cubicBezTo>
                  <a:lnTo>
                    <a:pt x="50765" y="48239"/>
                  </a:lnTo>
                  <a:cubicBezTo>
                    <a:pt x="49861" y="47681"/>
                    <a:pt x="49569" y="46485"/>
                    <a:pt x="50153" y="45554"/>
                  </a:cubicBezTo>
                  <a:cubicBezTo>
                    <a:pt x="50712" y="44651"/>
                    <a:pt x="51908" y="44358"/>
                    <a:pt x="52838" y="44943"/>
                  </a:cubicBezTo>
                  <a:lnTo>
                    <a:pt x="57517" y="47867"/>
                  </a:lnTo>
                  <a:cubicBezTo>
                    <a:pt x="58421" y="48425"/>
                    <a:pt x="58713" y="49622"/>
                    <a:pt x="58128" y="50552"/>
                  </a:cubicBezTo>
                  <a:cubicBezTo>
                    <a:pt x="57756" y="51137"/>
                    <a:pt x="57118" y="51456"/>
                    <a:pt x="56480" y="51456"/>
                  </a:cubicBezTo>
                  <a:close/>
                  <a:moveTo>
                    <a:pt x="67937" y="57942"/>
                  </a:moveTo>
                  <a:cubicBezTo>
                    <a:pt x="67592" y="57942"/>
                    <a:pt x="67220" y="57836"/>
                    <a:pt x="66901" y="57650"/>
                  </a:cubicBezTo>
                  <a:lnTo>
                    <a:pt x="62222" y="54726"/>
                  </a:lnTo>
                  <a:cubicBezTo>
                    <a:pt x="61318" y="54167"/>
                    <a:pt x="61026" y="52971"/>
                    <a:pt x="61611" y="52041"/>
                  </a:cubicBezTo>
                  <a:cubicBezTo>
                    <a:pt x="62169" y="51137"/>
                    <a:pt x="63365" y="50845"/>
                    <a:pt x="64296" y="51429"/>
                  </a:cubicBezTo>
                  <a:lnTo>
                    <a:pt x="68974" y="54353"/>
                  </a:lnTo>
                  <a:cubicBezTo>
                    <a:pt x="69878" y="54912"/>
                    <a:pt x="70170" y="56108"/>
                    <a:pt x="69586" y="57038"/>
                  </a:cubicBezTo>
                  <a:cubicBezTo>
                    <a:pt x="69213" y="57623"/>
                    <a:pt x="68575" y="57942"/>
                    <a:pt x="67937" y="57942"/>
                  </a:cubicBezTo>
                  <a:close/>
                  <a:moveTo>
                    <a:pt x="79395" y="64428"/>
                  </a:moveTo>
                  <a:cubicBezTo>
                    <a:pt x="79049" y="64428"/>
                    <a:pt x="78677" y="64322"/>
                    <a:pt x="78358" y="64136"/>
                  </a:cubicBezTo>
                  <a:lnTo>
                    <a:pt x="73679" y="61212"/>
                  </a:lnTo>
                  <a:cubicBezTo>
                    <a:pt x="72775" y="60654"/>
                    <a:pt x="72483" y="59457"/>
                    <a:pt x="73068" y="58527"/>
                  </a:cubicBezTo>
                  <a:cubicBezTo>
                    <a:pt x="73626" y="57623"/>
                    <a:pt x="74849" y="57331"/>
                    <a:pt x="75753" y="57916"/>
                  </a:cubicBezTo>
                  <a:lnTo>
                    <a:pt x="80431" y="60840"/>
                  </a:lnTo>
                  <a:cubicBezTo>
                    <a:pt x="81335" y="61398"/>
                    <a:pt x="81628" y="62594"/>
                    <a:pt x="81043" y="63525"/>
                  </a:cubicBezTo>
                  <a:cubicBezTo>
                    <a:pt x="80671" y="64109"/>
                    <a:pt x="80033" y="64428"/>
                    <a:pt x="79395" y="64428"/>
                  </a:cubicBezTo>
                  <a:close/>
                  <a:moveTo>
                    <a:pt x="22082" y="45475"/>
                  </a:moveTo>
                  <a:cubicBezTo>
                    <a:pt x="21736" y="45475"/>
                    <a:pt x="21364" y="45368"/>
                    <a:pt x="21045" y="45182"/>
                  </a:cubicBezTo>
                  <a:lnTo>
                    <a:pt x="16366" y="42258"/>
                  </a:lnTo>
                  <a:cubicBezTo>
                    <a:pt x="15463" y="41700"/>
                    <a:pt x="15170" y="40504"/>
                    <a:pt x="15755" y="39573"/>
                  </a:cubicBezTo>
                  <a:cubicBezTo>
                    <a:pt x="16313" y="38669"/>
                    <a:pt x="17509" y="38377"/>
                    <a:pt x="18440" y="38962"/>
                  </a:cubicBezTo>
                  <a:lnTo>
                    <a:pt x="23118" y="41886"/>
                  </a:lnTo>
                  <a:cubicBezTo>
                    <a:pt x="24022" y="42444"/>
                    <a:pt x="24315" y="43641"/>
                    <a:pt x="23730" y="44571"/>
                  </a:cubicBezTo>
                  <a:cubicBezTo>
                    <a:pt x="23358" y="45156"/>
                    <a:pt x="22746" y="45475"/>
                    <a:pt x="22082" y="45475"/>
                  </a:cubicBezTo>
                  <a:close/>
                  <a:moveTo>
                    <a:pt x="33539" y="51988"/>
                  </a:moveTo>
                  <a:cubicBezTo>
                    <a:pt x="33193" y="51988"/>
                    <a:pt x="32821" y="51881"/>
                    <a:pt x="32502" y="51695"/>
                  </a:cubicBezTo>
                  <a:lnTo>
                    <a:pt x="27824" y="48771"/>
                  </a:lnTo>
                  <a:cubicBezTo>
                    <a:pt x="26920" y="48213"/>
                    <a:pt x="26627" y="47017"/>
                    <a:pt x="27212" y="46086"/>
                  </a:cubicBezTo>
                  <a:cubicBezTo>
                    <a:pt x="27770" y="45182"/>
                    <a:pt x="28967" y="44890"/>
                    <a:pt x="29897" y="45475"/>
                  </a:cubicBezTo>
                  <a:lnTo>
                    <a:pt x="34576" y="48399"/>
                  </a:lnTo>
                  <a:cubicBezTo>
                    <a:pt x="35480" y="48957"/>
                    <a:pt x="35772" y="50153"/>
                    <a:pt x="35187" y="51084"/>
                  </a:cubicBezTo>
                  <a:cubicBezTo>
                    <a:pt x="34842" y="51642"/>
                    <a:pt x="34204" y="51988"/>
                    <a:pt x="33539" y="51988"/>
                  </a:cubicBezTo>
                  <a:close/>
                  <a:moveTo>
                    <a:pt x="44996" y="58474"/>
                  </a:moveTo>
                  <a:cubicBezTo>
                    <a:pt x="44651" y="58474"/>
                    <a:pt x="44279" y="58367"/>
                    <a:pt x="43960" y="58181"/>
                  </a:cubicBezTo>
                  <a:lnTo>
                    <a:pt x="39281" y="55257"/>
                  </a:lnTo>
                  <a:cubicBezTo>
                    <a:pt x="38377" y="54699"/>
                    <a:pt x="38085" y="53503"/>
                    <a:pt x="38669" y="52572"/>
                  </a:cubicBezTo>
                  <a:cubicBezTo>
                    <a:pt x="39228" y="51669"/>
                    <a:pt x="40424" y="51376"/>
                    <a:pt x="41354" y="51961"/>
                  </a:cubicBezTo>
                  <a:lnTo>
                    <a:pt x="46033" y="54885"/>
                  </a:lnTo>
                  <a:cubicBezTo>
                    <a:pt x="46937" y="55443"/>
                    <a:pt x="47229" y="56640"/>
                    <a:pt x="46644" y="57570"/>
                  </a:cubicBezTo>
                  <a:cubicBezTo>
                    <a:pt x="46299" y="58155"/>
                    <a:pt x="45661" y="58474"/>
                    <a:pt x="44996" y="58474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1" name="任意多边形: 形状 3010">
              <a:extLst>
                <a:ext uri="{FF2B5EF4-FFF2-40B4-BE49-F238E27FC236}">
                  <a16:creationId xmlns:a16="http://schemas.microsoft.com/office/drawing/2014/main" id="{82DEB50E-AC7E-033E-D995-AB5A6A95D9F0}"/>
                </a:ext>
              </a:extLst>
            </p:cNvPr>
            <p:cNvSpPr/>
            <p:nvPr/>
          </p:nvSpPr>
          <p:spPr>
            <a:xfrm>
              <a:off x="2428801" y="1606406"/>
              <a:ext cx="298104" cy="233969"/>
            </a:xfrm>
            <a:custGeom>
              <a:avLst/>
              <a:gdLst>
                <a:gd name="connsiteX0" fmla="*/ 107262 w 214498"/>
                <a:gd name="connsiteY0" fmla="*/ 168350 h 168350"/>
                <a:gd name="connsiteX1" fmla="*/ 106279 w 214498"/>
                <a:gd name="connsiteY1" fmla="*/ 168084 h 168350"/>
                <a:gd name="connsiteX2" fmla="*/ 957 w 214498"/>
                <a:gd name="connsiteY2" fmla="*/ 106970 h 168350"/>
                <a:gd name="connsiteX3" fmla="*/ 0 w 214498"/>
                <a:gd name="connsiteY3" fmla="*/ 105295 h 168350"/>
                <a:gd name="connsiteX4" fmla="*/ 0 w 214498"/>
                <a:gd name="connsiteY4" fmla="*/ 63985 h 168350"/>
                <a:gd name="connsiteX5" fmla="*/ 957 w 214498"/>
                <a:gd name="connsiteY5" fmla="*/ 62311 h 168350"/>
                <a:gd name="connsiteX6" fmla="*/ 106279 w 214498"/>
                <a:gd name="connsiteY6" fmla="*/ 266 h 168350"/>
                <a:gd name="connsiteX7" fmla="*/ 107262 w 214498"/>
                <a:gd name="connsiteY7" fmla="*/ 0 h 168350"/>
                <a:gd name="connsiteX8" fmla="*/ 108246 w 214498"/>
                <a:gd name="connsiteY8" fmla="*/ 266 h 168350"/>
                <a:gd name="connsiteX9" fmla="*/ 213541 w 214498"/>
                <a:gd name="connsiteY9" fmla="*/ 62311 h 168350"/>
                <a:gd name="connsiteX10" fmla="*/ 214498 w 214498"/>
                <a:gd name="connsiteY10" fmla="*/ 63985 h 168350"/>
                <a:gd name="connsiteX11" fmla="*/ 214498 w 214498"/>
                <a:gd name="connsiteY11" fmla="*/ 105295 h 168350"/>
                <a:gd name="connsiteX12" fmla="*/ 213541 w 214498"/>
                <a:gd name="connsiteY12" fmla="*/ 106970 h 168350"/>
                <a:gd name="connsiteX13" fmla="*/ 108219 w 214498"/>
                <a:gd name="connsiteY13" fmla="*/ 168111 h 168350"/>
                <a:gd name="connsiteX14" fmla="*/ 107262 w 214498"/>
                <a:gd name="connsiteY14" fmla="*/ 168350 h 1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50">
                  <a:moveTo>
                    <a:pt x="107262" y="168350"/>
                  </a:moveTo>
                  <a:cubicBezTo>
                    <a:pt x="106917" y="168350"/>
                    <a:pt x="106598" y="168270"/>
                    <a:pt x="106279" y="168084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50"/>
                    <a:pt x="107262" y="168350"/>
                  </a:cubicBezTo>
                  <a:close/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2" name="任意多边形: 形状 3011">
              <a:extLst>
                <a:ext uri="{FF2B5EF4-FFF2-40B4-BE49-F238E27FC236}">
                  <a16:creationId xmlns:a16="http://schemas.microsoft.com/office/drawing/2014/main" id="{11D04C96-4801-E876-CDA0-296F3515A564}"/>
                </a:ext>
              </a:extLst>
            </p:cNvPr>
            <p:cNvSpPr/>
            <p:nvPr/>
          </p:nvSpPr>
          <p:spPr>
            <a:xfrm>
              <a:off x="2426067" y="1603671"/>
              <a:ext cx="303498" cy="239437"/>
            </a:xfrm>
            <a:custGeom>
              <a:avLst/>
              <a:gdLst>
                <a:gd name="connsiteX0" fmla="*/ 109230 w 218379"/>
                <a:gd name="connsiteY0" fmla="*/ 3908 h 172284"/>
                <a:gd name="connsiteX1" fmla="*/ 214525 w 218379"/>
                <a:gd name="connsiteY1" fmla="*/ 65952 h 172284"/>
                <a:gd name="connsiteX2" fmla="*/ 214525 w 218379"/>
                <a:gd name="connsiteY2" fmla="*/ 107262 h 172284"/>
                <a:gd name="connsiteX3" fmla="*/ 197352 w 218379"/>
                <a:gd name="connsiteY3" fmla="*/ 117231 h 172284"/>
                <a:gd name="connsiteX4" fmla="*/ 109230 w 218379"/>
                <a:gd name="connsiteY4" fmla="*/ 168377 h 172284"/>
                <a:gd name="connsiteX5" fmla="*/ 21080 w 218379"/>
                <a:gd name="connsiteY5" fmla="*/ 117231 h 172284"/>
                <a:gd name="connsiteX6" fmla="*/ 3908 w 218379"/>
                <a:gd name="connsiteY6" fmla="*/ 107262 h 172284"/>
                <a:gd name="connsiteX7" fmla="*/ 3908 w 218379"/>
                <a:gd name="connsiteY7" fmla="*/ 65952 h 172284"/>
                <a:gd name="connsiteX8" fmla="*/ 109230 w 218379"/>
                <a:gd name="connsiteY8" fmla="*/ 3908 h 172284"/>
                <a:gd name="connsiteX9" fmla="*/ 109230 w 218379"/>
                <a:gd name="connsiteY9" fmla="*/ 0 h 172284"/>
                <a:gd name="connsiteX10" fmla="*/ 107262 w 218379"/>
                <a:gd name="connsiteY10" fmla="*/ 532 h 172284"/>
                <a:gd name="connsiteX11" fmla="*/ 1914 w 218379"/>
                <a:gd name="connsiteY11" fmla="*/ 62603 h 172284"/>
                <a:gd name="connsiteX12" fmla="*/ 0 w 218379"/>
                <a:gd name="connsiteY12" fmla="*/ 65952 h 172284"/>
                <a:gd name="connsiteX13" fmla="*/ 0 w 218379"/>
                <a:gd name="connsiteY13" fmla="*/ 107262 h 172284"/>
                <a:gd name="connsiteX14" fmla="*/ 1941 w 218379"/>
                <a:gd name="connsiteY14" fmla="*/ 110612 h 172284"/>
                <a:gd name="connsiteX15" fmla="*/ 19113 w 218379"/>
                <a:gd name="connsiteY15" fmla="*/ 120581 h 172284"/>
                <a:gd name="connsiteX16" fmla="*/ 107262 w 218379"/>
                <a:gd name="connsiteY16" fmla="*/ 171753 h 172284"/>
                <a:gd name="connsiteX17" fmla="*/ 109203 w 218379"/>
                <a:gd name="connsiteY17" fmla="*/ 172284 h 172284"/>
                <a:gd name="connsiteX18" fmla="*/ 111144 w 218379"/>
                <a:gd name="connsiteY18" fmla="*/ 171753 h 172284"/>
                <a:gd name="connsiteX19" fmla="*/ 199266 w 218379"/>
                <a:gd name="connsiteY19" fmla="*/ 120581 h 172284"/>
                <a:gd name="connsiteX20" fmla="*/ 216439 w 218379"/>
                <a:gd name="connsiteY20" fmla="*/ 110612 h 172284"/>
                <a:gd name="connsiteX21" fmla="*/ 218379 w 218379"/>
                <a:gd name="connsiteY21" fmla="*/ 107262 h 172284"/>
                <a:gd name="connsiteX22" fmla="*/ 218379 w 218379"/>
                <a:gd name="connsiteY22" fmla="*/ 65952 h 172284"/>
                <a:gd name="connsiteX23" fmla="*/ 216465 w 218379"/>
                <a:gd name="connsiteY23" fmla="*/ 62603 h 172284"/>
                <a:gd name="connsiteX24" fmla="*/ 111197 w 218379"/>
                <a:gd name="connsiteY24" fmla="*/ 558 h 172284"/>
                <a:gd name="connsiteX25" fmla="*/ 109230 w 218379"/>
                <a:gd name="connsiteY25" fmla="*/ 0 h 17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84">
                  <a:moveTo>
                    <a:pt x="109230" y="3908"/>
                  </a:moveTo>
                  <a:lnTo>
                    <a:pt x="214525" y="65952"/>
                  </a:lnTo>
                  <a:lnTo>
                    <a:pt x="214525" y="107262"/>
                  </a:lnTo>
                  <a:lnTo>
                    <a:pt x="197352" y="117231"/>
                  </a:lnTo>
                  <a:lnTo>
                    <a:pt x="109230" y="168377"/>
                  </a:lnTo>
                  <a:lnTo>
                    <a:pt x="21080" y="117231"/>
                  </a:lnTo>
                  <a:lnTo>
                    <a:pt x="3908" y="107262"/>
                  </a:lnTo>
                  <a:lnTo>
                    <a:pt x="3908" y="65952"/>
                  </a:lnTo>
                  <a:lnTo>
                    <a:pt x="109230" y="3908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603"/>
                  </a:lnTo>
                  <a:cubicBezTo>
                    <a:pt x="718" y="63294"/>
                    <a:pt x="0" y="64570"/>
                    <a:pt x="0" y="65952"/>
                  </a:cubicBezTo>
                  <a:lnTo>
                    <a:pt x="0" y="107262"/>
                  </a:lnTo>
                  <a:cubicBezTo>
                    <a:pt x="0" y="108645"/>
                    <a:pt x="744" y="109921"/>
                    <a:pt x="1941" y="110612"/>
                  </a:cubicBezTo>
                  <a:lnTo>
                    <a:pt x="19113" y="120581"/>
                  </a:lnTo>
                  <a:lnTo>
                    <a:pt x="107262" y="171753"/>
                  </a:lnTo>
                  <a:cubicBezTo>
                    <a:pt x="107874" y="172098"/>
                    <a:pt x="108538" y="172284"/>
                    <a:pt x="109203" y="172284"/>
                  </a:cubicBezTo>
                  <a:cubicBezTo>
                    <a:pt x="109868" y="172284"/>
                    <a:pt x="110559" y="172098"/>
                    <a:pt x="111144" y="171753"/>
                  </a:cubicBezTo>
                  <a:lnTo>
                    <a:pt x="199266" y="120581"/>
                  </a:lnTo>
                  <a:lnTo>
                    <a:pt x="216439" y="110612"/>
                  </a:lnTo>
                  <a:cubicBezTo>
                    <a:pt x="217635" y="109921"/>
                    <a:pt x="218379" y="108645"/>
                    <a:pt x="218379" y="107262"/>
                  </a:cubicBezTo>
                  <a:lnTo>
                    <a:pt x="218379" y="65952"/>
                  </a:lnTo>
                  <a:cubicBezTo>
                    <a:pt x="218379" y="64570"/>
                    <a:pt x="217662" y="63294"/>
                    <a:pt x="216465" y="62603"/>
                  </a:cubicBezTo>
                  <a:lnTo>
                    <a:pt x="111197" y="558"/>
                  </a:lnTo>
                  <a:cubicBezTo>
                    <a:pt x="110585" y="186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3" name="任意多边形: 形状 3012">
              <a:extLst>
                <a:ext uri="{FF2B5EF4-FFF2-40B4-BE49-F238E27FC236}">
                  <a16:creationId xmlns:a16="http://schemas.microsoft.com/office/drawing/2014/main" id="{912AF7BD-A9FA-2654-52FE-34CFDAE7C702}"/>
                </a:ext>
              </a:extLst>
            </p:cNvPr>
            <p:cNvSpPr/>
            <p:nvPr/>
          </p:nvSpPr>
          <p:spPr>
            <a:xfrm>
              <a:off x="2431459" y="1609102"/>
              <a:ext cx="292747" cy="171754"/>
            </a:xfrm>
            <a:custGeom>
              <a:avLst/>
              <a:gdLst>
                <a:gd name="connsiteX0" fmla="*/ 0 w 210643"/>
                <a:gd name="connsiteY0" fmla="*/ 62045 h 123584"/>
                <a:gd name="connsiteX1" fmla="*/ 105322 w 210643"/>
                <a:gd name="connsiteY1" fmla="*/ 123584 h 123584"/>
                <a:gd name="connsiteX2" fmla="*/ 210644 w 210643"/>
                <a:gd name="connsiteY2" fmla="*/ 62045 h 123584"/>
                <a:gd name="connsiteX3" fmla="*/ 105348 w 210643"/>
                <a:gd name="connsiteY3" fmla="*/ 0 h 12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584">
                  <a:moveTo>
                    <a:pt x="0" y="62045"/>
                  </a:moveTo>
                  <a:lnTo>
                    <a:pt x="105322" y="123584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4" name="任意多边形: 形状 3013">
              <a:extLst>
                <a:ext uri="{FF2B5EF4-FFF2-40B4-BE49-F238E27FC236}">
                  <a16:creationId xmlns:a16="http://schemas.microsoft.com/office/drawing/2014/main" id="{679DD80C-C731-B895-BF2B-5A73B04E6330}"/>
                </a:ext>
              </a:extLst>
            </p:cNvPr>
            <p:cNvSpPr/>
            <p:nvPr/>
          </p:nvSpPr>
          <p:spPr>
            <a:xfrm>
              <a:off x="2452641" y="1707054"/>
              <a:ext cx="250347" cy="76499"/>
            </a:xfrm>
            <a:custGeom>
              <a:avLst/>
              <a:gdLst>
                <a:gd name="connsiteX0" fmla="*/ 90081 w 180135"/>
                <a:gd name="connsiteY0" fmla="*/ 55045 h 55044"/>
                <a:gd name="connsiteX1" fmla="*/ 89097 w 180135"/>
                <a:gd name="connsiteY1" fmla="*/ 54779 h 55044"/>
                <a:gd name="connsiteX2" fmla="*/ 975 w 180135"/>
                <a:gd name="connsiteY2" fmla="*/ 3633 h 55044"/>
                <a:gd name="connsiteX3" fmla="*/ 257 w 180135"/>
                <a:gd name="connsiteY3" fmla="*/ 975 h 55044"/>
                <a:gd name="connsiteX4" fmla="*/ 2915 w 180135"/>
                <a:gd name="connsiteY4" fmla="*/ 257 h 55044"/>
                <a:gd name="connsiteX5" fmla="*/ 90081 w 180135"/>
                <a:gd name="connsiteY5" fmla="*/ 50871 h 55044"/>
                <a:gd name="connsiteX6" fmla="*/ 177220 w 180135"/>
                <a:gd name="connsiteY6" fmla="*/ 284 h 55044"/>
                <a:gd name="connsiteX7" fmla="*/ 179878 w 180135"/>
                <a:gd name="connsiteY7" fmla="*/ 1001 h 55044"/>
                <a:gd name="connsiteX8" fmla="*/ 179161 w 180135"/>
                <a:gd name="connsiteY8" fmla="*/ 3660 h 55044"/>
                <a:gd name="connsiteX9" fmla="*/ 91065 w 180135"/>
                <a:gd name="connsiteY9" fmla="*/ 54805 h 55044"/>
                <a:gd name="connsiteX10" fmla="*/ 90081 w 180135"/>
                <a:gd name="connsiteY10" fmla="*/ 55045 h 5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0135" h="55044">
                  <a:moveTo>
                    <a:pt x="90081" y="55045"/>
                  </a:moveTo>
                  <a:cubicBezTo>
                    <a:pt x="89735" y="55045"/>
                    <a:pt x="89416" y="54965"/>
                    <a:pt x="89097" y="54779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45"/>
                    <a:pt x="90081" y="55045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5" name="任意多边形: 形状 3014">
              <a:extLst>
                <a:ext uri="{FF2B5EF4-FFF2-40B4-BE49-F238E27FC236}">
                  <a16:creationId xmlns:a16="http://schemas.microsoft.com/office/drawing/2014/main" id="{7F285C3E-1711-C9AD-C88A-7F48E9F61736}"/>
                </a:ext>
              </a:extLst>
            </p:cNvPr>
            <p:cNvSpPr/>
            <p:nvPr/>
          </p:nvSpPr>
          <p:spPr>
            <a:xfrm>
              <a:off x="2474116" y="1742014"/>
              <a:ext cx="91578" cy="54581"/>
            </a:xfrm>
            <a:custGeom>
              <a:avLst/>
              <a:gdLst>
                <a:gd name="connsiteX0" fmla="*/ 6630 w 65894"/>
                <a:gd name="connsiteY0" fmla="*/ 6816 h 39273"/>
                <a:gd name="connsiteX1" fmla="*/ 5593 w 65894"/>
                <a:gd name="connsiteY1" fmla="*/ 6524 h 39273"/>
                <a:gd name="connsiteX2" fmla="*/ 914 w 65894"/>
                <a:gd name="connsiteY2" fmla="*/ 3599 h 39273"/>
                <a:gd name="connsiteX3" fmla="*/ 303 w 65894"/>
                <a:gd name="connsiteY3" fmla="*/ 915 h 39273"/>
                <a:gd name="connsiteX4" fmla="*/ 2988 w 65894"/>
                <a:gd name="connsiteY4" fmla="*/ 303 h 39273"/>
                <a:gd name="connsiteX5" fmla="*/ 7667 w 65894"/>
                <a:gd name="connsiteY5" fmla="*/ 3227 h 39273"/>
                <a:gd name="connsiteX6" fmla="*/ 8278 w 65894"/>
                <a:gd name="connsiteY6" fmla="*/ 5912 h 39273"/>
                <a:gd name="connsiteX7" fmla="*/ 6630 w 65894"/>
                <a:gd name="connsiteY7" fmla="*/ 6816 h 39273"/>
                <a:gd name="connsiteX8" fmla="*/ 18087 w 65894"/>
                <a:gd name="connsiteY8" fmla="*/ 13302 h 39273"/>
                <a:gd name="connsiteX9" fmla="*/ 17050 w 65894"/>
                <a:gd name="connsiteY9" fmla="*/ 13010 h 39273"/>
                <a:gd name="connsiteX10" fmla="*/ 12372 w 65894"/>
                <a:gd name="connsiteY10" fmla="*/ 10086 h 39273"/>
                <a:gd name="connsiteX11" fmla="*/ 11760 w 65894"/>
                <a:gd name="connsiteY11" fmla="*/ 7401 h 39273"/>
                <a:gd name="connsiteX12" fmla="*/ 14445 w 65894"/>
                <a:gd name="connsiteY12" fmla="*/ 6789 h 39273"/>
                <a:gd name="connsiteX13" fmla="*/ 19124 w 65894"/>
                <a:gd name="connsiteY13" fmla="*/ 9713 h 39273"/>
                <a:gd name="connsiteX14" fmla="*/ 19735 w 65894"/>
                <a:gd name="connsiteY14" fmla="*/ 12398 h 39273"/>
                <a:gd name="connsiteX15" fmla="*/ 18087 w 65894"/>
                <a:gd name="connsiteY15" fmla="*/ 13302 h 39273"/>
                <a:gd name="connsiteX16" fmla="*/ 29544 w 65894"/>
                <a:gd name="connsiteY16" fmla="*/ 19815 h 39273"/>
                <a:gd name="connsiteX17" fmla="*/ 28508 w 65894"/>
                <a:gd name="connsiteY17" fmla="*/ 19523 h 39273"/>
                <a:gd name="connsiteX18" fmla="*/ 23829 w 65894"/>
                <a:gd name="connsiteY18" fmla="*/ 16598 h 39273"/>
                <a:gd name="connsiteX19" fmla="*/ 23218 w 65894"/>
                <a:gd name="connsiteY19" fmla="*/ 13914 h 39273"/>
                <a:gd name="connsiteX20" fmla="*/ 25903 w 65894"/>
                <a:gd name="connsiteY20" fmla="*/ 13302 h 39273"/>
                <a:gd name="connsiteX21" fmla="*/ 30581 w 65894"/>
                <a:gd name="connsiteY21" fmla="*/ 16226 h 39273"/>
                <a:gd name="connsiteX22" fmla="*/ 31193 w 65894"/>
                <a:gd name="connsiteY22" fmla="*/ 18911 h 39273"/>
                <a:gd name="connsiteX23" fmla="*/ 29544 w 65894"/>
                <a:gd name="connsiteY23" fmla="*/ 19815 h 39273"/>
                <a:gd name="connsiteX24" fmla="*/ 41028 w 65894"/>
                <a:gd name="connsiteY24" fmla="*/ 26301 h 39273"/>
                <a:gd name="connsiteX25" fmla="*/ 39992 w 65894"/>
                <a:gd name="connsiteY25" fmla="*/ 26009 h 39273"/>
                <a:gd name="connsiteX26" fmla="*/ 35313 w 65894"/>
                <a:gd name="connsiteY26" fmla="*/ 23085 h 39273"/>
                <a:gd name="connsiteX27" fmla="*/ 34702 w 65894"/>
                <a:gd name="connsiteY27" fmla="*/ 20400 h 39273"/>
                <a:gd name="connsiteX28" fmla="*/ 37386 w 65894"/>
                <a:gd name="connsiteY28" fmla="*/ 19788 h 39273"/>
                <a:gd name="connsiteX29" fmla="*/ 42065 w 65894"/>
                <a:gd name="connsiteY29" fmla="*/ 22713 h 39273"/>
                <a:gd name="connsiteX30" fmla="*/ 42676 w 65894"/>
                <a:gd name="connsiteY30" fmla="*/ 25397 h 39273"/>
                <a:gd name="connsiteX31" fmla="*/ 41028 w 65894"/>
                <a:gd name="connsiteY31" fmla="*/ 26301 h 39273"/>
                <a:gd name="connsiteX32" fmla="*/ 52486 w 65894"/>
                <a:gd name="connsiteY32" fmla="*/ 32788 h 39273"/>
                <a:gd name="connsiteX33" fmla="*/ 51449 w 65894"/>
                <a:gd name="connsiteY33" fmla="*/ 32495 h 39273"/>
                <a:gd name="connsiteX34" fmla="*/ 46770 w 65894"/>
                <a:gd name="connsiteY34" fmla="*/ 29571 h 39273"/>
                <a:gd name="connsiteX35" fmla="*/ 46159 w 65894"/>
                <a:gd name="connsiteY35" fmla="*/ 26886 h 39273"/>
                <a:gd name="connsiteX36" fmla="*/ 48844 w 65894"/>
                <a:gd name="connsiteY36" fmla="*/ 26275 h 39273"/>
                <a:gd name="connsiteX37" fmla="*/ 53522 w 65894"/>
                <a:gd name="connsiteY37" fmla="*/ 29199 h 39273"/>
                <a:gd name="connsiteX38" fmla="*/ 54134 w 65894"/>
                <a:gd name="connsiteY38" fmla="*/ 31884 h 39273"/>
                <a:gd name="connsiteX39" fmla="*/ 52486 w 65894"/>
                <a:gd name="connsiteY39" fmla="*/ 32788 h 39273"/>
                <a:gd name="connsiteX40" fmla="*/ 63943 w 65894"/>
                <a:gd name="connsiteY40" fmla="*/ 39274 h 39273"/>
                <a:gd name="connsiteX41" fmla="*/ 62906 w 65894"/>
                <a:gd name="connsiteY41" fmla="*/ 38981 h 39273"/>
                <a:gd name="connsiteX42" fmla="*/ 58227 w 65894"/>
                <a:gd name="connsiteY42" fmla="*/ 36057 h 39273"/>
                <a:gd name="connsiteX43" fmla="*/ 57616 w 65894"/>
                <a:gd name="connsiteY43" fmla="*/ 33372 h 39273"/>
                <a:gd name="connsiteX44" fmla="*/ 60301 w 65894"/>
                <a:gd name="connsiteY44" fmla="*/ 32761 h 39273"/>
                <a:gd name="connsiteX45" fmla="*/ 64980 w 65894"/>
                <a:gd name="connsiteY45" fmla="*/ 35685 h 39273"/>
                <a:gd name="connsiteX46" fmla="*/ 65591 w 65894"/>
                <a:gd name="connsiteY46" fmla="*/ 38370 h 39273"/>
                <a:gd name="connsiteX47" fmla="*/ 63943 w 65894"/>
                <a:gd name="connsiteY47" fmla="*/ 39274 h 39273"/>
                <a:gd name="connsiteX48" fmla="*/ 6630 w 65894"/>
                <a:gd name="connsiteY48" fmla="*/ 20320 h 39273"/>
                <a:gd name="connsiteX49" fmla="*/ 5593 w 65894"/>
                <a:gd name="connsiteY49" fmla="*/ 20028 h 39273"/>
                <a:gd name="connsiteX50" fmla="*/ 914 w 65894"/>
                <a:gd name="connsiteY50" fmla="*/ 17104 h 39273"/>
                <a:gd name="connsiteX51" fmla="*/ 303 w 65894"/>
                <a:gd name="connsiteY51" fmla="*/ 14419 h 39273"/>
                <a:gd name="connsiteX52" fmla="*/ 2988 w 65894"/>
                <a:gd name="connsiteY52" fmla="*/ 13807 h 39273"/>
                <a:gd name="connsiteX53" fmla="*/ 7667 w 65894"/>
                <a:gd name="connsiteY53" fmla="*/ 16731 h 39273"/>
                <a:gd name="connsiteX54" fmla="*/ 8278 w 65894"/>
                <a:gd name="connsiteY54" fmla="*/ 19416 h 39273"/>
                <a:gd name="connsiteX55" fmla="*/ 6630 w 65894"/>
                <a:gd name="connsiteY55" fmla="*/ 20320 h 39273"/>
                <a:gd name="connsiteX56" fmla="*/ 18087 w 65894"/>
                <a:gd name="connsiteY56" fmla="*/ 26806 h 39273"/>
                <a:gd name="connsiteX57" fmla="*/ 17050 w 65894"/>
                <a:gd name="connsiteY57" fmla="*/ 26514 h 39273"/>
                <a:gd name="connsiteX58" fmla="*/ 12372 w 65894"/>
                <a:gd name="connsiteY58" fmla="*/ 23590 h 39273"/>
                <a:gd name="connsiteX59" fmla="*/ 11760 w 65894"/>
                <a:gd name="connsiteY59" fmla="*/ 20905 h 39273"/>
                <a:gd name="connsiteX60" fmla="*/ 14445 w 65894"/>
                <a:gd name="connsiteY60" fmla="*/ 20294 h 39273"/>
                <a:gd name="connsiteX61" fmla="*/ 19124 w 65894"/>
                <a:gd name="connsiteY61" fmla="*/ 23218 h 39273"/>
                <a:gd name="connsiteX62" fmla="*/ 19735 w 65894"/>
                <a:gd name="connsiteY62" fmla="*/ 25903 h 39273"/>
                <a:gd name="connsiteX63" fmla="*/ 18087 w 65894"/>
                <a:gd name="connsiteY63" fmla="*/ 26806 h 39273"/>
                <a:gd name="connsiteX64" fmla="*/ 29544 w 65894"/>
                <a:gd name="connsiteY64" fmla="*/ 33293 h 39273"/>
                <a:gd name="connsiteX65" fmla="*/ 28508 w 65894"/>
                <a:gd name="connsiteY65" fmla="*/ 33000 h 39273"/>
                <a:gd name="connsiteX66" fmla="*/ 23829 w 65894"/>
                <a:gd name="connsiteY66" fmla="*/ 30076 h 39273"/>
                <a:gd name="connsiteX67" fmla="*/ 23218 w 65894"/>
                <a:gd name="connsiteY67" fmla="*/ 27391 h 39273"/>
                <a:gd name="connsiteX68" fmla="*/ 25903 w 65894"/>
                <a:gd name="connsiteY68" fmla="*/ 26780 h 39273"/>
                <a:gd name="connsiteX69" fmla="*/ 30581 w 65894"/>
                <a:gd name="connsiteY69" fmla="*/ 29704 h 39273"/>
                <a:gd name="connsiteX70" fmla="*/ 31193 w 65894"/>
                <a:gd name="connsiteY70" fmla="*/ 32389 h 39273"/>
                <a:gd name="connsiteX71" fmla="*/ 29544 w 65894"/>
                <a:gd name="connsiteY71" fmla="*/ 33293 h 3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5894" h="39273">
                  <a:moveTo>
                    <a:pt x="6630" y="6816"/>
                  </a:moveTo>
                  <a:cubicBezTo>
                    <a:pt x="6284" y="6816"/>
                    <a:pt x="5912" y="6710"/>
                    <a:pt x="5593" y="6524"/>
                  </a:cubicBezTo>
                  <a:lnTo>
                    <a:pt x="914" y="3599"/>
                  </a:lnTo>
                  <a:cubicBezTo>
                    <a:pt x="11" y="3041"/>
                    <a:pt x="-282" y="1845"/>
                    <a:pt x="303" y="915"/>
                  </a:cubicBezTo>
                  <a:cubicBezTo>
                    <a:pt x="861" y="11"/>
                    <a:pt x="2058" y="-282"/>
                    <a:pt x="2988" y="303"/>
                  </a:cubicBezTo>
                  <a:lnTo>
                    <a:pt x="7667" y="3227"/>
                  </a:lnTo>
                  <a:cubicBezTo>
                    <a:pt x="8570" y="3785"/>
                    <a:pt x="8863" y="4982"/>
                    <a:pt x="8278" y="5912"/>
                  </a:cubicBezTo>
                  <a:cubicBezTo>
                    <a:pt x="7906" y="6497"/>
                    <a:pt x="7294" y="6816"/>
                    <a:pt x="6630" y="6816"/>
                  </a:cubicBezTo>
                  <a:close/>
                  <a:moveTo>
                    <a:pt x="18087" y="13302"/>
                  </a:moveTo>
                  <a:cubicBezTo>
                    <a:pt x="17742" y="13302"/>
                    <a:pt x="17369" y="13196"/>
                    <a:pt x="17050" y="13010"/>
                  </a:cubicBezTo>
                  <a:lnTo>
                    <a:pt x="12372" y="10086"/>
                  </a:lnTo>
                  <a:cubicBezTo>
                    <a:pt x="11468" y="9527"/>
                    <a:pt x="11176" y="8331"/>
                    <a:pt x="11760" y="7401"/>
                  </a:cubicBezTo>
                  <a:cubicBezTo>
                    <a:pt x="12319" y="6497"/>
                    <a:pt x="13515" y="6205"/>
                    <a:pt x="14445" y="6789"/>
                  </a:cubicBezTo>
                  <a:lnTo>
                    <a:pt x="19124" y="9713"/>
                  </a:lnTo>
                  <a:cubicBezTo>
                    <a:pt x="20028" y="10272"/>
                    <a:pt x="20320" y="11468"/>
                    <a:pt x="19735" y="12398"/>
                  </a:cubicBezTo>
                  <a:cubicBezTo>
                    <a:pt x="19390" y="12983"/>
                    <a:pt x="18752" y="13302"/>
                    <a:pt x="18087" y="13302"/>
                  </a:cubicBezTo>
                  <a:close/>
                  <a:moveTo>
                    <a:pt x="29544" y="19815"/>
                  </a:moveTo>
                  <a:cubicBezTo>
                    <a:pt x="29199" y="19815"/>
                    <a:pt x="28827" y="19709"/>
                    <a:pt x="28508" y="19523"/>
                  </a:cubicBezTo>
                  <a:lnTo>
                    <a:pt x="23829" y="16598"/>
                  </a:lnTo>
                  <a:cubicBezTo>
                    <a:pt x="22925" y="16040"/>
                    <a:pt x="22633" y="14844"/>
                    <a:pt x="23218" y="13914"/>
                  </a:cubicBezTo>
                  <a:cubicBezTo>
                    <a:pt x="23776" y="13010"/>
                    <a:pt x="24972" y="12717"/>
                    <a:pt x="25903" y="13302"/>
                  </a:cubicBezTo>
                  <a:lnTo>
                    <a:pt x="30581" y="16226"/>
                  </a:lnTo>
                  <a:cubicBezTo>
                    <a:pt x="31485" y="16785"/>
                    <a:pt x="31777" y="17981"/>
                    <a:pt x="31193" y="18911"/>
                  </a:cubicBezTo>
                  <a:cubicBezTo>
                    <a:pt x="30847" y="19496"/>
                    <a:pt x="30209" y="19815"/>
                    <a:pt x="29544" y="19815"/>
                  </a:cubicBezTo>
                  <a:close/>
                  <a:moveTo>
                    <a:pt x="41028" y="26301"/>
                  </a:moveTo>
                  <a:cubicBezTo>
                    <a:pt x="40683" y="26301"/>
                    <a:pt x="40311" y="26195"/>
                    <a:pt x="39992" y="26009"/>
                  </a:cubicBezTo>
                  <a:lnTo>
                    <a:pt x="35313" y="23085"/>
                  </a:lnTo>
                  <a:cubicBezTo>
                    <a:pt x="34409" y="22526"/>
                    <a:pt x="34117" y="21330"/>
                    <a:pt x="34702" y="20400"/>
                  </a:cubicBezTo>
                  <a:cubicBezTo>
                    <a:pt x="35260" y="19496"/>
                    <a:pt x="36456" y="19204"/>
                    <a:pt x="37386" y="19788"/>
                  </a:cubicBezTo>
                  <a:lnTo>
                    <a:pt x="42065" y="22713"/>
                  </a:lnTo>
                  <a:cubicBezTo>
                    <a:pt x="42969" y="23271"/>
                    <a:pt x="43261" y="24467"/>
                    <a:pt x="42676" y="25397"/>
                  </a:cubicBezTo>
                  <a:cubicBezTo>
                    <a:pt x="42304" y="25982"/>
                    <a:pt x="41666" y="26301"/>
                    <a:pt x="41028" y="26301"/>
                  </a:cubicBezTo>
                  <a:close/>
                  <a:moveTo>
                    <a:pt x="52486" y="32788"/>
                  </a:moveTo>
                  <a:cubicBezTo>
                    <a:pt x="52140" y="32788"/>
                    <a:pt x="51768" y="32681"/>
                    <a:pt x="51449" y="32495"/>
                  </a:cubicBezTo>
                  <a:lnTo>
                    <a:pt x="46770" y="29571"/>
                  </a:lnTo>
                  <a:cubicBezTo>
                    <a:pt x="45866" y="29013"/>
                    <a:pt x="45574" y="27817"/>
                    <a:pt x="46159" y="26886"/>
                  </a:cubicBezTo>
                  <a:cubicBezTo>
                    <a:pt x="46717" y="25982"/>
                    <a:pt x="47913" y="25690"/>
                    <a:pt x="48844" y="26275"/>
                  </a:cubicBezTo>
                  <a:lnTo>
                    <a:pt x="53522" y="29199"/>
                  </a:lnTo>
                  <a:cubicBezTo>
                    <a:pt x="54426" y="29757"/>
                    <a:pt x="54719" y="30953"/>
                    <a:pt x="54134" y="31884"/>
                  </a:cubicBezTo>
                  <a:cubicBezTo>
                    <a:pt x="53762" y="32469"/>
                    <a:pt x="53124" y="32788"/>
                    <a:pt x="52486" y="32788"/>
                  </a:cubicBezTo>
                  <a:close/>
                  <a:moveTo>
                    <a:pt x="63943" y="39274"/>
                  </a:moveTo>
                  <a:cubicBezTo>
                    <a:pt x="63597" y="39274"/>
                    <a:pt x="63225" y="39167"/>
                    <a:pt x="62906" y="38981"/>
                  </a:cubicBezTo>
                  <a:lnTo>
                    <a:pt x="58227" y="36057"/>
                  </a:lnTo>
                  <a:cubicBezTo>
                    <a:pt x="57324" y="35499"/>
                    <a:pt x="57031" y="34303"/>
                    <a:pt x="57616" y="33372"/>
                  </a:cubicBezTo>
                  <a:cubicBezTo>
                    <a:pt x="58174" y="32469"/>
                    <a:pt x="59397" y="32176"/>
                    <a:pt x="60301" y="32761"/>
                  </a:cubicBezTo>
                  <a:lnTo>
                    <a:pt x="64980" y="35685"/>
                  </a:lnTo>
                  <a:cubicBezTo>
                    <a:pt x="65883" y="36243"/>
                    <a:pt x="66176" y="37440"/>
                    <a:pt x="65591" y="38370"/>
                  </a:cubicBezTo>
                  <a:cubicBezTo>
                    <a:pt x="65219" y="38955"/>
                    <a:pt x="64581" y="39274"/>
                    <a:pt x="63943" y="39274"/>
                  </a:cubicBezTo>
                  <a:close/>
                  <a:moveTo>
                    <a:pt x="6630" y="20320"/>
                  </a:moveTo>
                  <a:cubicBezTo>
                    <a:pt x="6284" y="20320"/>
                    <a:pt x="5912" y="20214"/>
                    <a:pt x="5593" y="20028"/>
                  </a:cubicBezTo>
                  <a:lnTo>
                    <a:pt x="914" y="17104"/>
                  </a:lnTo>
                  <a:cubicBezTo>
                    <a:pt x="11" y="16545"/>
                    <a:pt x="-282" y="15349"/>
                    <a:pt x="303" y="14419"/>
                  </a:cubicBezTo>
                  <a:cubicBezTo>
                    <a:pt x="861" y="13515"/>
                    <a:pt x="2058" y="13222"/>
                    <a:pt x="2988" y="13807"/>
                  </a:cubicBezTo>
                  <a:lnTo>
                    <a:pt x="7667" y="16731"/>
                  </a:lnTo>
                  <a:cubicBezTo>
                    <a:pt x="8570" y="17290"/>
                    <a:pt x="8863" y="18486"/>
                    <a:pt x="8278" y="19416"/>
                  </a:cubicBezTo>
                  <a:cubicBezTo>
                    <a:pt x="7906" y="20001"/>
                    <a:pt x="7294" y="20320"/>
                    <a:pt x="6630" y="20320"/>
                  </a:cubicBezTo>
                  <a:close/>
                  <a:moveTo>
                    <a:pt x="18087" y="26806"/>
                  </a:moveTo>
                  <a:cubicBezTo>
                    <a:pt x="17742" y="26806"/>
                    <a:pt x="17369" y="26700"/>
                    <a:pt x="17050" y="26514"/>
                  </a:cubicBezTo>
                  <a:lnTo>
                    <a:pt x="12372" y="23590"/>
                  </a:lnTo>
                  <a:cubicBezTo>
                    <a:pt x="11468" y="23032"/>
                    <a:pt x="11176" y="21835"/>
                    <a:pt x="11760" y="20905"/>
                  </a:cubicBezTo>
                  <a:cubicBezTo>
                    <a:pt x="12319" y="20001"/>
                    <a:pt x="13515" y="19709"/>
                    <a:pt x="14445" y="20294"/>
                  </a:cubicBezTo>
                  <a:lnTo>
                    <a:pt x="19124" y="23218"/>
                  </a:lnTo>
                  <a:cubicBezTo>
                    <a:pt x="20028" y="23776"/>
                    <a:pt x="20320" y="24972"/>
                    <a:pt x="19735" y="25903"/>
                  </a:cubicBezTo>
                  <a:cubicBezTo>
                    <a:pt x="19390" y="26487"/>
                    <a:pt x="18752" y="26806"/>
                    <a:pt x="18087" y="26806"/>
                  </a:cubicBezTo>
                  <a:close/>
                  <a:moveTo>
                    <a:pt x="29544" y="33293"/>
                  </a:moveTo>
                  <a:cubicBezTo>
                    <a:pt x="29199" y="33293"/>
                    <a:pt x="28827" y="33186"/>
                    <a:pt x="28508" y="33000"/>
                  </a:cubicBezTo>
                  <a:lnTo>
                    <a:pt x="23829" y="30076"/>
                  </a:lnTo>
                  <a:cubicBezTo>
                    <a:pt x="22925" y="29518"/>
                    <a:pt x="22633" y="28322"/>
                    <a:pt x="23218" y="27391"/>
                  </a:cubicBezTo>
                  <a:cubicBezTo>
                    <a:pt x="23776" y="26487"/>
                    <a:pt x="24972" y="26195"/>
                    <a:pt x="25903" y="26780"/>
                  </a:cubicBezTo>
                  <a:lnTo>
                    <a:pt x="30581" y="29704"/>
                  </a:lnTo>
                  <a:cubicBezTo>
                    <a:pt x="31485" y="30262"/>
                    <a:pt x="31777" y="31458"/>
                    <a:pt x="31193" y="32389"/>
                  </a:cubicBezTo>
                  <a:cubicBezTo>
                    <a:pt x="30847" y="32974"/>
                    <a:pt x="30209" y="33293"/>
                    <a:pt x="29544" y="33293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6" name="任意多边形: 形状 3015">
              <a:extLst>
                <a:ext uri="{FF2B5EF4-FFF2-40B4-BE49-F238E27FC236}">
                  <a16:creationId xmlns:a16="http://schemas.microsoft.com/office/drawing/2014/main" id="{70401181-3441-3F18-9430-3BFEB74FA7A5}"/>
                </a:ext>
              </a:extLst>
            </p:cNvPr>
            <p:cNvSpPr/>
            <p:nvPr/>
          </p:nvSpPr>
          <p:spPr>
            <a:xfrm>
              <a:off x="2490682" y="1640283"/>
              <a:ext cx="175005" cy="104257"/>
            </a:xfrm>
            <a:custGeom>
              <a:avLst/>
              <a:gdLst>
                <a:gd name="connsiteX0" fmla="*/ 125924 w 125923"/>
                <a:gd name="connsiteY0" fmla="*/ 37509 h 75017"/>
                <a:gd name="connsiteX1" fmla="*/ 103700 w 125923"/>
                <a:gd name="connsiteY1" fmla="*/ 27699 h 75017"/>
                <a:gd name="connsiteX2" fmla="*/ 103727 w 125923"/>
                <a:gd name="connsiteY2" fmla="*/ 32777 h 75017"/>
                <a:gd name="connsiteX3" fmla="*/ 79244 w 125923"/>
                <a:gd name="connsiteY3" fmla="*/ 32777 h 75017"/>
                <a:gd name="connsiteX4" fmla="*/ 79324 w 125923"/>
                <a:gd name="connsiteY4" fmla="*/ 42214 h 75017"/>
                <a:gd name="connsiteX5" fmla="*/ 103753 w 125923"/>
                <a:gd name="connsiteY5" fmla="*/ 42214 h 75017"/>
                <a:gd name="connsiteX6" fmla="*/ 103780 w 125923"/>
                <a:gd name="connsiteY6" fmla="*/ 47291 h 75017"/>
                <a:gd name="connsiteX7" fmla="*/ 125924 w 125923"/>
                <a:gd name="connsiteY7" fmla="*/ 37509 h 75017"/>
                <a:gd name="connsiteX8" fmla="*/ 46627 w 125923"/>
                <a:gd name="connsiteY8" fmla="*/ 32777 h 75017"/>
                <a:gd name="connsiteX9" fmla="*/ 22170 w 125923"/>
                <a:gd name="connsiteY9" fmla="*/ 32750 h 75017"/>
                <a:gd name="connsiteX10" fmla="*/ 22117 w 125923"/>
                <a:gd name="connsiteY10" fmla="*/ 27699 h 75017"/>
                <a:gd name="connsiteX11" fmla="*/ 0 w 125923"/>
                <a:gd name="connsiteY11" fmla="*/ 37509 h 75017"/>
                <a:gd name="connsiteX12" fmla="*/ 22250 w 125923"/>
                <a:gd name="connsiteY12" fmla="*/ 47291 h 75017"/>
                <a:gd name="connsiteX13" fmla="*/ 22223 w 125923"/>
                <a:gd name="connsiteY13" fmla="*/ 42214 h 75017"/>
                <a:gd name="connsiteX14" fmla="*/ 46653 w 125923"/>
                <a:gd name="connsiteY14" fmla="*/ 42214 h 75017"/>
                <a:gd name="connsiteX15" fmla="*/ 46627 w 125923"/>
                <a:gd name="connsiteY15" fmla="*/ 32777 h 75017"/>
                <a:gd name="connsiteX16" fmla="*/ 71189 w 125923"/>
                <a:gd name="connsiteY16" fmla="*/ 47956 h 75017"/>
                <a:gd name="connsiteX17" fmla="*/ 54894 w 125923"/>
                <a:gd name="connsiteY17" fmla="*/ 47982 h 75017"/>
                <a:gd name="connsiteX18" fmla="*/ 54974 w 125923"/>
                <a:gd name="connsiteY18" fmla="*/ 62151 h 75017"/>
                <a:gd name="connsiteX19" fmla="*/ 46228 w 125923"/>
                <a:gd name="connsiteY19" fmla="*/ 62151 h 75017"/>
                <a:gd name="connsiteX20" fmla="*/ 63188 w 125923"/>
                <a:gd name="connsiteY20" fmla="*/ 75017 h 75017"/>
                <a:gd name="connsiteX21" fmla="*/ 80015 w 125923"/>
                <a:gd name="connsiteY21" fmla="*/ 62151 h 75017"/>
                <a:gd name="connsiteX22" fmla="*/ 71296 w 125923"/>
                <a:gd name="connsiteY22" fmla="*/ 62178 h 75017"/>
                <a:gd name="connsiteX23" fmla="*/ 71189 w 125923"/>
                <a:gd name="connsiteY23" fmla="*/ 47956 h 75017"/>
                <a:gd name="connsiteX24" fmla="*/ 62762 w 125923"/>
                <a:gd name="connsiteY24" fmla="*/ 0 h 75017"/>
                <a:gd name="connsiteX25" fmla="*/ 45909 w 125923"/>
                <a:gd name="connsiteY25" fmla="*/ 12840 h 75017"/>
                <a:gd name="connsiteX26" fmla="*/ 54655 w 125923"/>
                <a:gd name="connsiteY26" fmla="*/ 12866 h 75017"/>
                <a:gd name="connsiteX27" fmla="*/ 54734 w 125923"/>
                <a:gd name="connsiteY27" fmla="*/ 27035 h 75017"/>
                <a:gd name="connsiteX28" fmla="*/ 71056 w 125923"/>
                <a:gd name="connsiteY28" fmla="*/ 27035 h 75017"/>
                <a:gd name="connsiteX29" fmla="*/ 70977 w 125923"/>
                <a:gd name="connsiteY29" fmla="*/ 12866 h 75017"/>
                <a:gd name="connsiteX30" fmla="*/ 79722 w 125923"/>
                <a:gd name="connsiteY30" fmla="*/ 12866 h 75017"/>
                <a:gd name="connsiteX31" fmla="*/ 62762 w 125923"/>
                <a:gd name="connsiteY31" fmla="*/ 0 h 7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923" h="75017">
                  <a:moveTo>
                    <a:pt x="125924" y="37509"/>
                  </a:moveTo>
                  <a:lnTo>
                    <a:pt x="103700" y="27699"/>
                  </a:lnTo>
                  <a:lnTo>
                    <a:pt x="103727" y="32777"/>
                  </a:lnTo>
                  <a:lnTo>
                    <a:pt x="79244" y="32777"/>
                  </a:lnTo>
                  <a:lnTo>
                    <a:pt x="79324" y="42214"/>
                  </a:lnTo>
                  <a:lnTo>
                    <a:pt x="103753" y="42214"/>
                  </a:lnTo>
                  <a:lnTo>
                    <a:pt x="103780" y="47291"/>
                  </a:lnTo>
                  <a:lnTo>
                    <a:pt x="125924" y="37509"/>
                  </a:lnTo>
                  <a:moveTo>
                    <a:pt x="46627" y="32777"/>
                  </a:moveTo>
                  <a:lnTo>
                    <a:pt x="22170" y="32750"/>
                  </a:lnTo>
                  <a:lnTo>
                    <a:pt x="22117" y="27699"/>
                  </a:lnTo>
                  <a:lnTo>
                    <a:pt x="0" y="37509"/>
                  </a:lnTo>
                  <a:lnTo>
                    <a:pt x="22250" y="47291"/>
                  </a:lnTo>
                  <a:lnTo>
                    <a:pt x="22223" y="42214"/>
                  </a:lnTo>
                  <a:lnTo>
                    <a:pt x="46653" y="42214"/>
                  </a:lnTo>
                  <a:lnTo>
                    <a:pt x="46627" y="32777"/>
                  </a:lnTo>
                  <a:moveTo>
                    <a:pt x="71189" y="47956"/>
                  </a:moveTo>
                  <a:lnTo>
                    <a:pt x="54894" y="47982"/>
                  </a:lnTo>
                  <a:lnTo>
                    <a:pt x="54974" y="62151"/>
                  </a:lnTo>
                  <a:lnTo>
                    <a:pt x="46228" y="62151"/>
                  </a:lnTo>
                  <a:lnTo>
                    <a:pt x="63188" y="75017"/>
                  </a:lnTo>
                  <a:lnTo>
                    <a:pt x="80015" y="62151"/>
                  </a:lnTo>
                  <a:lnTo>
                    <a:pt x="71296" y="62178"/>
                  </a:lnTo>
                  <a:lnTo>
                    <a:pt x="71189" y="47956"/>
                  </a:lnTo>
                  <a:moveTo>
                    <a:pt x="62762" y="0"/>
                  </a:moveTo>
                  <a:lnTo>
                    <a:pt x="45909" y="12840"/>
                  </a:lnTo>
                  <a:lnTo>
                    <a:pt x="54655" y="12866"/>
                  </a:lnTo>
                  <a:lnTo>
                    <a:pt x="54734" y="27035"/>
                  </a:lnTo>
                  <a:lnTo>
                    <a:pt x="71056" y="27035"/>
                  </a:lnTo>
                  <a:lnTo>
                    <a:pt x="70977" y="12866"/>
                  </a:lnTo>
                  <a:lnTo>
                    <a:pt x="79722" y="12866"/>
                  </a:lnTo>
                  <a:lnTo>
                    <a:pt x="62762" y="0"/>
                  </a:lnTo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cxnSp>
        <p:nvCxnSpPr>
          <p:cNvPr id="3017" name="直接连接符 3016">
            <a:extLst>
              <a:ext uri="{FF2B5EF4-FFF2-40B4-BE49-F238E27FC236}">
                <a16:creationId xmlns:a16="http://schemas.microsoft.com/office/drawing/2014/main" id="{DD5FCD11-BF76-83CF-69D1-83A95F59E4E4}"/>
              </a:ext>
            </a:extLst>
          </p:cNvPr>
          <p:cNvCxnSpPr>
            <a:cxnSpLocks/>
            <a:stCxn id="3008" idx="4"/>
            <a:endCxn id="2766" idx="3"/>
          </p:cNvCxnSpPr>
          <p:nvPr/>
        </p:nvCxnSpPr>
        <p:spPr>
          <a:xfrm flipH="1">
            <a:off x="7345389" y="3203788"/>
            <a:ext cx="1" cy="1204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18" name="组合 3017">
            <a:extLst>
              <a:ext uri="{FF2B5EF4-FFF2-40B4-BE49-F238E27FC236}">
                <a16:creationId xmlns:a16="http://schemas.microsoft.com/office/drawing/2014/main" id="{A03CFA8E-49E4-FDCB-7161-F256B5FFE22D}"/>
              </a:ext>
            </a:extLst>
          </p:cNvPr>
          <p:cNvGrpSpPr/>
          <p:nvPr/>
        </p:nvGrpSpPr>
        <p:grpSpPr>
          <a:xfrm>
            <a:off x="7155274" y="3227763"/>
            <a:ext cx="296739" cy="412084"/>
            <a:chOff x="8427790" y="1387386"/>
            <a:chExt cx="490895" cy="681710"/>
          </a:xfrm>
        </p:grpSpPr>
        <p:sp>
          <p:nvSpPr>
            <p:cNvPr id="3019" name="任意多边形: 形状 3018">
              <a:extLst>
                <a:ext uri="{FF2B5EF4-FFF2-40B4-BE49-F238E27FC236}">
                  <a16:creationId xmlns:a16="http://schemas.microsoft.com/office/drawing/2014/main" id="{70167CBC-E2D6-0AA6-DD7E-8C9261016A9C}"/>
                </a:ext>
              </a:extLst>
            </p:cNvPr>
            <p:cNvSpPr/>
            <p:nvPr/>
          </p:nvSpPr>
          <p:spPr>
            <a:xfrm>
              <a:off x="8607699" y="1456097"/>
              <a:ext cx="72089" cy="26317"/>
            </a:xfrm>
            <a:custGeom>
              <a:avLst/>
              <a:gdLst>
                <a:gd name="connsiteX0" fmla="*/ 0 w 72089"/>
                <a:gd name="connsiteY0" fmla="*/ 17095 h 26317"/>
                <a:gd name="connsiteX1" fmla="*/ 71228 w 72089"/>
                <a:gd name="connsiteY1" fmla="*/ 0 h 26317"/>
                <a:gd name="connsiteX2" fmla="*/ 72089 w 72089"/>
                <a:gd name="connsiteY2" fmla="*/ 12514 h 26317"/>
                <a:gd name="connsiteX3" fmla="*/ 31773 w 72089"/>
                <a:gd name="connsiteY3" fmla="*/ 26318 h 26317"/>
                <a:gd name="connsiteX4" fmla="*/ 0 w 72089"/>
                <a:gd name="connsiteY4" fmla="*/ 17095 h 2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89" h="26317">
                  <a:moveTo>
                    <a:pt x="0" y="17095"/>
                  </a:moveTo>
                  <a:cubicBezTo>
                    <a:pt x="0" y="17095"/>
                    <a:pt x="35964" y="1513"/>
                    <a:pt x="71228" y="0"/>
                  </a:cubicBezTo>
                  <a:lnTo>
                    <a:pt x="72089" y="12514"/>
                  </a:lnTo>
                  <a:lnTo>
                    <a:pt x="31773" y="26318"/>
                  </a:lnTo>
                  <a:lnTo>
                    <a:pt x="0" y="17095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0" name="任意多边形: 形状 3019">
              <a:extLst>
                <a:ext uri="{FF2B5EF4-FFF2-40B4-BE49-F238E27FC236}">
                  <a16:creationId xmlns:a16="http://schemas.microsoft.com/office/drawing/2014/main" id="{0FC9BFA6-7213-56DF-6956-9B5AFB2C1E66}"/>
                </a:ext>
              </a:extLst>
            </p:cNvPr>
            <p:cNvSpPr/>
            <p:nvPr/>
          </p:nvSpPr>
          <p:spPr>
            <a:xfrm>
              <a:off x="8594541" y="1387386"/>
              <a:ext cx="305876" cy="372691"/>
            </a:xfrm>
            <a:custGeom>
              <a:avLst/>
              <a:gdLst>
                <a:gd name="connsiteX0" fmla="*/ 1495 w 305876"/>
                <a:gd name="connsiteY0" fmla="*/ 234826 h 372691"/>
                <a:gd name="connsiteX1" fmla="*/ 83392 w 305876"/>
                <a:gd name="connsiteY1" fmla="*/ 68668 h 372691"/>
                <a:gd name="connsiteX2" fmla="*/ 115051 w 305876"/>
                <a:gd name="connsiteY2" fmla="*/ 148192 h 372691"/>
                <a:gd name="connsiteX3" fmla="*/ 136322 w 305876"/>
                <a:gd name="connsiteY3" fmla="*/ 87066 h 372691"/>
                <a:gd name="connsiteX4" fmla="*/ 209700 w 305876"/>
                <a:gd name="connsiteY4" fmla="*/ 1359 h 372691"/>
                <a:gd name="connsiteX5" fmla="*/ 203860 w 305876"/>
                <a:gd name="connsiteY5" fmla="*/ 36334 h 372691"/>
                <a:gd name="connsiteX6" fmla="*/ 215817 w 305876"/>
                <a:gd name="connsiteY6" fmla="*/ 89017 h 372691"/>
                <a:gd name="connsiteX7" fmla="*/ 248061 w 305876"/>
                <a:gd name="connsiteY7" fmla="*/ 128257 h 372691"/>
                <a:gd name="connsiteX8" fmla="*/ 287245 w 305876"/>
                <a:gd name="connsiteY8" fmla="*/ 180650 h 372691"/>
                <a:gd name="connsiteX9" fmla="*/ 305848 w 305876"/>
                <a:gd name="connsiteY9" fmla="*/ 249067 h 372691"/>
                <a:gd name="connsiteX10" fmla="*/ 213292 w 305876"/>
                <a:gd name="connsiteY10" fmla="*/ 370623 h 372691"/>
                <a:gd name="connsiteX11" fmla="*/ 110799 w 305876"/>
                <a:gd name="connsiteY11" fmla="*/ 287985 h 372691"/>
                <a:gd name="connsiteX12" fmla="*/ 1495 w 305876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76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66" y="104651"/>
                    <a:pt x="115051" y="148192"/>
                  </a:cubicBezTo>
                  <a:cubicBezTo>
                    <a:pt x="115051" y="148192"/>
                    <a:pt x="144432" y="152558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4"/>
                  </a:cubicBezTo>
                  <a:cubicBezTo>
                    <a:pt x="199850" y="53976"/>
                    <a:pt x="206052" y="75832"/>
                    <a:pt x="215817" y="89017"/>
                  </a:cubicBezTo>
                  <a:cubicBezTo>
                    <a:pt x="227052" y="104175"/>
                    <a:pt x="235818" y="115829"/>
                    <a:pt x="248061" y="128257"/>
                  </a:cubicBezTo>
                  <a:cubicBezTo>
                    <a:pt x="263301" y="143740"/>
                    <a:pt x="276871" y="161258"/>
                    <a:pt x="287245" y="180650"/>
                  </a:cubicBezTo>
                  <a:cubicBezTo>
                    <a:pt x="298870" y="202382"/>
                    <a:pt x="306400" y="226407"/>
                    <a:pt x="305848" y="249067"/>
                  </a:cubicBezTo>
                  <a:cubicBezTo>
                    <a:pt x="304426" y="307886"/>
                    <a:pt x="268148" y="386472"/>
                    <a:pt x="213292" y="370623"/>
                  </a:cubicBezTo>
                  <a:cubicBezTo>
                    <a:pt x="181504" y="361439"/>
                    <a:pt x="140808" y="305750"/>
                    <a:pt x="110799" y="287985"/>
                  </a:cubicBezTo>
                  <a:cubicBezTo>
                    <a:pt x="74973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1" name="任意多边形: 形状 3020">
              <a:extLst>
                <a:ext uri="{FF2B5EF4-FFF2-40B4-BE49-F238E27FC236}">
                  <a16:creationId xmlns:a16="http://schemas.microsoft.com/office/drawing/2014/main" id="{AA322460-6D08-7EE2-743F-98E9CAF66DFE}"/>
                </a:ext>
              </a:extLst>
            </p:cNvPr>
            <p:cNvSpPr/>
            <p:nvPr/>
          </p:nvSpPr>
          <p:spPr>
            <a:xfrm>
              <a:off x="8713166" y="1387433"/>
              <a:ext cx="72344" cy="20472"/>
            </a:xfrm>
            <a:custGeom>
              <a:avLst/>
              <a:gdLst>
                <a:gd name="connsiteX0" fmla="*/ 72345 w 72344"/>
                <a:gd name="connsiteY0" fmla="*/ 57 h 20472"/>
                <a:gd name="connsiteX1" fmla="*/ 34312 w 72344"/>
                <a:gd name="connsiteY1" fmla="*/ 2731 h 20472"/>
                <a:gd name="connsiteX2" fmla="*/ 1811 w 72344"/>
                <a:gd name="connsiteY2" fmla="*/ 16268 h 20472"/>
                <a:gd name="connsiteX3" fmla="*/ 6905 w 72344"/>
                <a:gd name="connsiteY3" fmla="*/ 20472 h 20472"/>
                <a:gd name="connsiteX4" fmla="*/ 57723 w 72344"/>
                <a:gd name="connsiteY4" fmla="*/ 10579 h 20472"/>
                <a:gd name="connsiteX5" fmla="*/ 72345 w 72344"/>
                <a:gd name="connsiteY5" fmla="*/ 57 h 20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44" h="20472">
                  <a:moveTo>
                    <a:pt x="72345" y="57"/>
                  </a:moveTo>
                  <a:cubicBezTo>
                    <a:pt x="72345" y="57"/>
                    <a:pt x="51107" y="-627"/>
                    <a:pt x="34312" y="2731"/>
                  </a:cubicBezTo>
                  <a:cubicBezTo>
                    <a:pt x="18811" y="5832"/>
                    <a:pt x="5017" y="14208"/>
                    <a:pt x="1811" y="16268"/>
                  </a:cubicBezTo>
                  <a:cubicBezTo>
                    <a:pt x="-4268" y="20182"/>
                    <a:pt x="6905" y="20472"/>
                    <a:pt x="6905" y="20472"/>
                  </a:cubicBezTo>
                  <a:lnTo>
                    <a:pt x="57723" y="10579"/>
                  </a:lnTo>
                  <a:lnTo>
                    <a:pt x="72345" y="57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2" name="任意多边形: 形状 3021">
              <a:extLst>
                <a:ext uri="{FF2B5EF4-FFF2-40B4-BE49-F238E27FC236}">
                  <a16:creationId xmlns:a16="http://schemas.microsoft.com/office/drawing/2014/main" id="{40675D71-CE96-1D12-97F2-B1CEC6BC7252}"/>
                </a:ext>
              </a:extLst>
            </p:cNvPr>
            <p:cNvSpPr/>
            <p:nvPr/>
          </p:nvSpPr>
          <p:spPr>
            <a:xfrm>
              <a:off x="8547804" y="1396895"/>
              <a:ext cx="305880" cy="372691"/>
            </a:xfrm>
            <a:custGeom>
              <a:avLst/>
              <a:gdLst>
                <a:gd name="connsiteX0" fmla="*/ 1495 w 305880"/>
                <a:gd name="connsiteY0" fmla="*/ 234826 h 372691"/>
                <a:gd name="connsiteX1" fmla="*/ 83392 w 305880"/>
                <a:gd name="connsiteY1" fmla="*/ 68668 h 372691"/>
                <a:gd name="connsiteX2" fmla="*/ 115051 w 305880"/>
                <a:gd name="connsiteY2" fmla="*/ 148192 h 372691"/>
                <a:gd name="connsiteX3" fmla="*/ 136322 w 305880"/>
                <a:gd name="connsiteY3" fmla="*/ 87066 h 372691"/>
                <a:gd name="connsiteX4" fmla="*/ 209700 w 305880"/>
                <a:gd name="connsiteY4" fmla="*/ 1359 h 372691"/>
                <a:gd name="connsiteX5" fmla="*/ 203860 w 305880"/>
                <a:gd name="connsiteY5" fmla="*/ 36339 h 372691"/>
                <a:gd name="connsiteX6" fmla="*/ 215822 w 305880"/>
                <a:gd name="connsiteY6" fmla="*/ 89016 h 372691"/>
                <a:gd name="connsiteX7" fmla="*/ 248061 w 305880"/>
                <a:gd name="connsiteY7" fmla="*/ 128262 h 372691"/>
                <a:gd name="connsiteX8" fmla="*/ 287245 w 305880"/>
                <a:gd name="connsiteY8" fmla="*/ 180650 h 372691"/>
                <a:gd name="connsiteX9" fmla="*/ 305853 w 305880"/>
                <a:gd name="connsiteY9" fmla="*/ 249072 h 372691"/>
                <a:gd name="connsiteX10" fmla="*/ 213296 w 305880"/>
                <a:gd name="connsiteY10" fmla="*/ 370623 h 372691"/>
                <a:gd name="connsiteX11" fmla="*/ 110799 w 305880"/>
                <a:gd name="connsiteY11" fmla="*/ 287984 h 372691"/>
                <a:gd name="connsiteX12" fmla="*/ 1495 w 305880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80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71" y="104651"/>
                    <a:pt x="115051" y="148192"/>
                  </a:cubicBezTo>
                  <a:cubicBezTo>
                    <a:pt x="115051" y="148192"/>
                    <a:pt x="144437" y="152563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9"/>
                  </a:cubicBezTo>
                  <a:cubicBezTo>
                    <a:pt x="199855" y="53976"/>
                    <a:pt x="206052" y="75832"/>
                    <a:pt x="215822" y="89016"/>
                  </a:cubicBezTo>
                  <a:cubicBezTo>
                    <a:pt x="227052" y="104175"/>
                    <a:pt x="235823" y="115829"/>
                    <a:pt x="248061" y="128262"/>
                  </a:cubicBezTo>
                  <a:cubicBezTo>
                    <a:pt x="263301" y="143744"/>
                    <a:pt x="276871" y="161258"/>
                    <a:pt x="287245" y="180650"/>
                  </a:cubicBezTo>
                  <a:cubicBezTo>
                    <a:pt x="298875" y="202382"/>
                    <a:pt x="306400" y="226407"/>
                    <a:pt x="305853" y="249072"/>
                  </a:cubicBezTo>
                  <a:cubicBezTo>
                    <a:pt x="304426" y="307886"/>
                    <a:pt x="268148" y="386472"/>
                    <a:pt x="213296" y="370623"/>
                  </a:cubicBezTo>
                  <a:cubicBezTo>
                    <a:pt x="181504" y="361443"/>
                    <a:pt x="140808" y="305755"/>
                    <a:pt x="110799" y="287984"/>
                  </a:cubicBezTo>
                  <a:cubicBezTo>
                    <a:pt x="74978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3" name="任意多边形: 形状 3022">
              <a:extLst>
                <a:ext uri="{FF2B5EF4-FFF2-40B4-BE49-F238E27FC236}">
                  <a16:creationId xmlns:a16="http://schemas.microsoft.com/office/drawing/2014/main" id="{8F536832-4A73-9BA8-3288-FD795169BA3B}"/>
                </a:ext>
              </a:extLst>
            </p:cNvPr>
            <p:cNvSpPr/>
            <p:nvPr/>
          </p:nvSpPr>
          <p:spPr>
            <a:xfrm>
              <a:off x="8524228" y="1709575"/>
              <a:ext cx="9470" cy="55993"/>
            </a:xfrm>
            <a:custGeom>
              <a:avLst/>
              <a:gdLst>
                <a:gd name="connsiteX0" fmla="*/ 9470 w 9470"/>
                <a:gd name="connsiteY0" fmla="*/ 5470 h 55993"/>
                <a:gd name="connsiteX1" fmla="*/ 0 w 9470"/>
                <a:gd name="connsiteY1" fmla="*/ 0 h 55993"/>
                <a:gd name="connsiteX2" fmla="*/ 0 w 9470"/>
                <a:gd name="connsiteY2" fmla="*/ 50528 h 55993"/>
                <a:gd name="connsiteX3" fmla="*/ 9470 w 9470"/>
                <a:gd name="connsiteY3" fmla="*/ 55993 h 55993"/>
                <a:gd name="connsiteX4" fmla="*/ 9470 w 9470"/>
                <a:gd name="connsiteY4" fmla="*/ 5470 h 5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0" h="55993">
                  <a:moveTo>
                    <a:pt x="9470" y="5470"/>
                  </a:moveTo>
                  <a:lnTo>
                    <a:pt x="0" y="0"/>
                  </a:lnTo>
                  <a:lnTo>
                    <a:pt x="0" y="50528"/>
                  </a:lnTo>
                  <a:lnTo>
                    <a:pt x="9470" y="55993"/>
                  </a:lnTo>
                  <a:lnTo>
                    <a:pt x="9470" y="5470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4" name="任意多边形: 形状 3023">
              <a:extLst>
                <a:ext uri="{FF2B5EF4-FFF2-40B4-BE49-F238E27FC236}">
                  <a16:creationId xmlns:a16="http://schemas.microsoft.com/office/drawing/2014/main" id="{0A9FF11F-E707-3EDB-2699-2F7246DC9E44}"/>
                </a:ext>
              </a:extLst>
            </p:cNvPr>
            <p:cNvSpPr/>
            <p:nvPr/>
          </p:nvSpPr>
          <p:spPr>
            <a:xfrm>
              <a:off x="8524228" y="1685493"/>
              <a:ext cx="138693" cy="80075"/>
            </a:xfrm>
            <a:custGeom>
              <a:avLst/>
              <a:gdLst>
                <a:gd name="connsiteX0" fmla="*/ 41710 w 138693"/>
                <a:gd name="connsiteY0" fmla="*/ 0 h 80075"/>
                <a:gd name="connsiteX1" fmla="*/ 0 w 138693"/>
                <a:gd name="connsiteY1" fmla="*/ 24082 h 80075"/>
                <a:gd name="connsiteX2" fmla="*/ 9470 w 138693"/>
                <a:gd name="connsiteY2" fmla="*/ 29552 h 80075"/>
                <a:gd name="connsiteX3" fmla="*/ 51180 w 138693"/>
                <a:gd name="connsiteY3" fmla="*/ 5470 h 80075"/>
                <a:gd name="connsiteX4" fmla="*/ 41710 w 138693"/>
                <a:gd name="connsiteY4" fmla="*/ 0 h 80075"/>
                <a:gd name="connsiteX5" fmla="*/ 129224 w 138693"/>
                <a:gd name="connsiteY5" fmla="*/ 50528 h 80075"/>
                <a:gd name="connsiteX6" fmla="*/ 87514 w 138693"/>
                <a:gd name="connsiteY6" fmla="*/ 74610 h 80075"/>
                <a:gd name="connsiteX7" fmla="*/ 96984 w 138693"/>
                <a:gd name="connsiteY7" fmla="*/ 80075 h 80075"/>
                <a:gd name="connsiteX8" fmla="*/ 138694 w 138693"/>
                <a:gd name="connsiteY8" fmla="*/ 55998 h 80075"/>
                <a:gd name="connsiteX9" fmla="*/ 129224 w 138693"/>
                <a:gd name="connsiteY9" fmla="*/ 50528 h 8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693" h="80075">
                  <a:moveTo>
                    <a:pt x="41710" y="0"/>
                  </a:moveTo>
                  <a:lnTo>
                    <a:pt x="0" y="24082"/>
                  </a:lnTo>
                  <a:lnTo>
                    <a:pt x="9470" y="29552"/>
                  </a:lnTo>
                  <a:lnTo>
                    <a:pt x="51180" y="5470"/>
                  </a:lnTo>
                  <a:lnTo>
                    <a:pt x="41710" y="0"/>
                  </a:lnTo>
                  <a:close/>
                  <a:moveTo>
                    <a:pt x="129224" y="50528"/>
                  </a:moveTo>
                  <a:lnTo>
                    <a:pt x="87514" y="74610"/>
                  </a:lnTo>
                  <a:lnTo>
                    <a:pt x="96984" y="80075"/>
                  </a:lnTo>
                  <a:lnTo>
                    <a:pt x="138694" y="55998"/>
                  </a:lnTo>
                  <a:lnTo>
                    <a:pt x="129224" y="50528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5" name="任意多边形: 形状 3024">
              <a:extLst>
                <a:ext uri="{FF2B5EF4-FFF2-40B4-BE49-F238E27FC236}">
                  <a16:creationId xmlns:a16="http://schemas.microsoft.com/office/drawing/2014/main" id="{A96AC26D-DD02-1A2A-056A-541D9BDFEFCC}"/>
                </a:ext>
              </a:extLst>
            </p:cNvPr>
            <p:cNvSpPr/>
            <p:nvPr/>
          </p:nvSpPr>
          <p:spPr>
            <a:xfrm>
              <a:off x="8427790" y="1555729"/>
              <a:ext cx="439241" cy="385881"/>
            </a:xfrm>
            <a:custGeom>
              <a:avLst/>
              <a:gdLst>
                <a:gd name="connsiteX0" fmla="*/ 311635 w 439241"/>
                <a:gd name="connsiteY0" fmla="*/ 174337 h 385881"/>
                <a:gd name="connsiteX1" fmla="*/ 12210 w 439241"/>
                <a:gd name="connsiteY1" fmla="*/ 1463 h 385881"/>
                <a:gd name="connsiteX2" fmla="*/ 0 w 439241"/>
                <a:gd name="connsiteY2" fmla="*/ 10695 h 385881"/>
                <a:gd name="connsiteX3" fmla="*/ 0 w 439241"/>
                <a:gd name="connsiteY3" fmla="*/ 69742 h 385881"/>
                <a:gd name="connsiteX4" fmla="*/ 311635 w 439241"/>
                <a:gd name="connsiteY4" fmla="*/ 249660 h 385881"/>
                <a:gd name="connsiteX5" fmla="*/ 311635 w 439241"/>
                <a:gd name="connsiteY5" fmla="*/ 174337 h 385881"/>
                <a:gd name="connsiteX6" fmla="*/ 439241 w 439241"/>
                <a:gd name="connsiteY6" fmla="*/ 323338 h 385881"/>
                <a:gd name="connsiteX7" fmla="*/ 0 w 439241"/>
                <a:gd name="connsiteY7" fmla="*/ 69742 h 385881"/>
                <a:gd name="connsiteX8" fmla="*/ 0 w 439241"/>
                <a:gd name="connsiteY8" fmla="*/ 132290 h 385881"/>
                <a:gd name="connsiteX9" fmla="*/ 439241 w 439241"/>
                <a:gd name="connsiteY9" fmla="*/ 385881 h 385881"/>
                <a:gd name="connsiteX10" fmla="*/ 439241 w 439241"/>
                <a:gd name="connsiteY10" fmla="*/ 323338 h 38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9241" h="385881">
                  <a:moveTo>
                    <a:pt x="311635" y="174337"/>
                  </a:moveTo>
                  <a:lnTo>
                    <a:pt x="12210" y="1463"/>
                  </a:lnTo>
                  <a:cubicBezTo>
                    <a:pt x="5470" y="-2428"/>
                    <a:pt x="0" y="1710"/>
                    <a:pt x="0" y="10695"/>
                  </a:cubicBezTo>
                  <a:lnTo>
                    <a:pt x="0" y="69742"/>
                  </a:lnTo>
                  <a:lnTo>
                    <a:pt x="311635" y="249660"/>
                  </a:lnTo>
                  <a:lnTo>
                    <a:pt x="311635" y="174337"/>
                  </a:lnTo>
                  <a:close/>
                  <a:moveTo>
                    <a:pt x="439241" y="323338"/>
                  </a:moveTo>
                  <a:lnTo>
                    <a:pt x="0" y="69742"/>
                  </a:lnTo>
                  <a:lnTo>
                    <a:pt x="0" y="132290"/>
                  </a:lnTo>
                  <a:lnTo>
                    <a:pt x="439241" y="385881"/>
                  </a:lnTo>
                  <a:lnTo>
                    <a:pt x="439241" y="323338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6" name="任意多边形: 形状 3025">
              <a:extLst>
                <a:ext uri="{FF2B5EF4-FFF2-40B4-BE49-F238E27FC236}">
                  <a16:creationId xmlns:a16="http://schemas.microsoft.com/office/drawing/2014/main" id="{6CC4EE49-0C38-E085-E623-35A5B0DB48EB}"/>
                </a:ext>
              </a:extLst>
            </p:cNvPr>
            <p:cNvSpPr/>
            <p:nvPr/>
          </p:nvSpPr>
          <p:spPr>
            <a:xfrm>
              <a:off x="8427790" y="1688018"/>
              <a:ext cx="439241" cy="316138"/>
            </a:xfrm>
            <a:custGeom>
              <a:avLst/>
              <a:gdLst>
                <a:gd name="connsiteX0" fmla="*/ 439241 w 439241"/>
                <a:gd name="connsiteY0" fmla="*/ 253591 h 316138"/>
                <a:gd name="connsiteX1" fmla="*/ 0 w 439241"/>
                <a:gd name="connsiteY1" fmla="*/ 0 h 316138"/>
                <a:gd name="connsiteX2" fmla="*/ 0 w 439241"/>
                <a:gd name="connsiteY2" fmla="*/ 62543 h 316138"/>
                <a:gd name="connsiteX3" fmla="*/ 439241 w 439241"/>
                <a:gd name="connsiteY3" fmla="*/ 316139 h 316138"/>
                <a:gd name="connsiteX4" fmla="*/ 439241 w 439241"/>
                <a:gd name="connsiteY4" fmla="*/ 253591 h 31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241" h="316138">
                  <a:moveTo>
                    <a:pt x="439241" y="253591"/>
                  </a:moveTo>
                  <a:lnTo>
                    <a:pt x="0" y="0"/>
                  </a:lnTo>
                  <a:lnTo>
                    <a:pt x="0" y="62543"/>
                  </a:lnTo>
                  <a:lnTo>
                    <a:pt x="439241" y="316139"/>
                  </a:lnTo>
                  <a:lnTo>
                    <a:pt x="439241" y="25359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7" name="任意多边形: 形状 3026">
              <a:extLst>
                <a:ext uri="{FF2B5EF4-FFF2-40B4-BE49-F238E27FC236}">
                  <a16:creationId xmlns:a16="http://schemas.microsoft.com/office/drawing/2014/main" id="{22FF6337-273B-23B2-9102-9749B0A657AB}"/>
                </a:ext>
              </a:extLst>
            </p:cNvPr>
            <p:cNvSpPr/>
            <p:nvPr/>
          </p:nvSpPr>
          <p:spPr>
            <a:xfrm>
              <a:off x="8427790" y="1742837"/>
              <a:ext cx="439241" cy="323849"/>
            </a:xfrm>
            <a:custGeom>
              <a:avLst/>
              <a:gdLst>
                <a:gd name="connsiteX0" fmla="*/ 439241 w 439241"/>
                <a:gd name="connsiteY0" fmla="*/ 261302 h 323849"/>
                <a:gd name="connsiteX1" fmla="*/ 0 w 439241"/>
                <a:gd name="connsiteY1" fmla="*/ 7710 h 323849"/>
                <a:gd name="connsiteX2" fmla="*/ 0 w 439241"/>
                <a:gd name="connsiteY2" fmla="*/ 70253 h 323849"/>
                <a:gd name="connsiteX3" fmla="*/ 439241 w 439241"/>
                <a:gd name="connsiteY3" fmla="*/ 323849 h 323849"/>
                <a:gd name="connsiteX4" fmla="*/ 439241 w 439241"/>
                <a:gd name="connsiteY4" fmla="*/ 261302 h 323849"/>
                <a:gd name="connsiteX5" fmla="*/ 439241 w 439241"/>
                <a:gd name="connsiteY5" fmla="*/ 73664 h 323849"/>
                <a:gd name="connsiteX6" fmla="*/ 311649 w 439241"/>
                <a:gd name="connsiteY6" fmla="*/ 0 h 323849"/>
                <a:gd name="connsiteX7" fmla="*/ 311649 w 439241"/>
                <a:gd name="connsiteY7" fmla="*/ 62543 h 323849"/>
                <a:gd name="connsiteX8" fmla="*/ 439241 w 439241"/>
                <a:gd name="connsiteY8" fmla="*/ 136211 h 323849"/>
                <a:gd name="connsiteX9" fmla="*/ 439241 w 439241"/>
                <a:gd name="connsiteY9" fmla="*/ 73664 h 32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241" h="323849">
                  <a:moveTo>
                    <a:pt x="439241" y="261302"/>
                  </a:moveTo>
                  <a:lnTo>
                    <a:pt x="0" y="7710"/>
                  </a:lnTo>
                  <a:lnTo>
                    <a:pt x="0" y="70253"/>
                  </a:lnTo>
                  <a:lnTo>
                    <a:pt x="439241" y="323849"/>
                  </a:lnTo>
                  <a:lnTo>
                    <a:pt x="439241" y="261302"/>
                  </a:lnTo>
                  <a:close/>
                  <a:moveTo>
                    <a:pt x="439241" y="73664"/>
                  </a:moveTo>
                  <a:lnTo>
                    <a:pt x="311649" y="0"/>
                  </a:lnTo>
                  <a:lnTo>
                    <a:pt x="311649" y="62543"/>
                  </a:lnTo>
                  <a:lnTo>
                    <a:pt x="439241" y="136211"/>
                  </a:lnTo>
                  <a:lnTo>
                    <a:pt x="439241" y="73664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8" name="任意多边形: 形状 3027">
              <a:extLst>
                <a:ext uri="{FF2B5EF4-FFF2-40B4-BE49-F238E27FC236}">
                  <a16:creationId xmlns:a16="http://schemas.microsoft.com/office/drawing/2014/main" id="{E5B90C33-98F8-5ADE-B2DC-193AAC8A64C3}"/>
                </a:ext>
              </a:extLst>
            </p:cNvPr>
            <p:cNvSpPr/>
            <p:nvPr/>
          </p:nvSpPr>
          <p:spPr>
            <a:xfrm>
              <a:off x="8427877" y="1535155"/>
              <a:ext cx="488179" cy="283190"/>
            </a:xfrm>
            <a:custGeom>
              <a:avLst/>
              <a:gdLst>
                <a:gd name="connsiteX0" fmla="*/ 61268 w 488179"/>
                <a:gd name="connsiteY0" fmla="*/ 3501 h 283190"/>
                <a:gd name="connsiteX1" fmla="*/ 36477 w 488179"/>
                <a:gd name="connsiteY1" fmla="*/ 2473 h 283190"/>
                <a:gd name="connsiteX2" fmla="*/ 5664 w 488179"/>
                <a:gd name="connsiteY2" fmla="*/ 20263 h 283190"/>
                <a:gd name="connsiteX3" fmla="*/ 8019 w 488179"/>
                <a:gd name="connsiteY3" fmla="*/ 39184 h 283190"/>
                <a:gd name="connsiteX4" fmla="*/ 430650 w 488179"/>
                <a:gd name="connsiteY4" fmla="*/ 283191 h 283190"/>
                <a:gd name="connsiteX5" fmla="*/ 488180 w 488179"/>
                <a:gd name="connsiteY5" fmla="*/ 249981 h 283190"/>
                <a:gd name="connsiteX6" fmla="*/ 61268 w 488179"/>
                <a:gd name="connsiteY6" fmla="*/ 3501 h 28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179" h="283190">
                  <a:moveTo>
                    <a:pt x="61268" y="3501"/>
                  </a:moveTo>
                  <a:cubicBezTo>
                    <a:pt x="53938" y="-733"/>
                    <a:pt x="42827" y="-1189"/>
                    <a:pt x="36477" y="2473"/>
                  </a:cubicBezTo>
                  <a:lnTo>
                    <a:pt x="5664" y="20263"/>
                  </a:lnTo>
                  <a:cubicBezTo>
                    <a:pt x="-2726" y="25109"/>
                    <a:pt x="-1675" y="33590"/>
                    <a:pt x="8019" y="39184"/>
                  </a:cubicBezTo>
                  <a:lnTo>
                    <a:pt x="430650" y="283191"/>
                  </a:lnTo>
                  <a:lnTo>
                    <a:pt x="488180" y="249981"/>
                  </a:lnTo>
                  <a:lnTo>
                    <a:pt x="61268" y="350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9" name="任意多边形: 形状 3028">
              <a:extLst>
                <a:ext uri="{FF2B5EF4-FFF2-40B4-BE49-F238E27FC236}">
                  <a16:creationId xmlns:a16="http://schemas.microsoft.com/office/drawing/2014/main" id="{D90DCC75-964A-3F55-4495-7B524E2BF2E2}"/>
                </a:ext>
              </a:extLst>
            </p:cNvPr>
            <p:cNvSpPr/>
            <p:nvPr/>
          </p:nvSpPr>
          <p:spPr>
            <a:xfrm>
              <a:off x="8469200" y="1624481"/>
              <a:ext cx="401974" cy="444615"/>
            </a:xfrm>
            <a:custGeom>
              <a:avLst/>
              <a:gdLst>
                <a:gd name="connsiteX0" fmla="*/ 76969 w 401974"/>
                <a:gd name="connsiteY0" fmla="*/ 6768 h 444615"/>
                <a:gd name="connsiteX1" fmla="*/ 65249 w 401974"/>
                <a:gd name="connsiteY1" fmla="*/ 0 h 444615"/>
                <a:gd name="connsiteX2" fmla="*/ 65249 w 401974"/>
                <a:gd name="connsiteY2" fmla="*/ 62548 h 444615"/>
                <a:gd name="connsiteX3" fmla="*/ 76969 w 401974"/>
                <a:gd name="connsiteY3" fmla="*/ 69316 h 444615"/>
                <a:gd name="connsiteX4" fmla="*/ 76969 w 401974"/>
                <a:gd name="connsiteY4" fmla="*/ 6768 h 444615"/>
                <a:gd name="connsiteX5" fmla="*/ 11725 w 401974"/>
                <a:gd name="connsiteY5" fmla="*/ 38437 h 444615"/>
                <a:gd name="connsiteX6" fmla="*/ 0 w 401974"/>
                <a:gd name="connsiteY6" fmla="*/ 31669 h 444615"/>
                <a:gd name="connsiteX7" fmla="*/ 0 w 401974"/>
                <a:gd name="connsiteY7" fmla="*/ 94216 h 444615"/>
                <a:gd name="connsiteX8" fmla="*/ 11725 w 401974"/>
                <a:gd name="connsiteY8" fmla="*/ 100985 h 444615"/>
                <a:gd name="connsiteX9" fmla="*/ 11725 w 401974"/>
                <a:gd name="connsiteY9" fmla="*/ 38437 h 444615"/>
                <a:gd name="connsiteX10" fmla="*/ 114407 w 401974"/>
                <a:gd name="connsiteY10" fmla="*/ 97722 h 444615"/>
                <a:gd name="connsiteX11" fmla="*/ 102683 w 401974"/>
                <a:gd name="connsiteY11" fmla="*/ 90953 h 444615"/>
                <a:gd name="connsiteX12" fmla="*/ 102683 w 401974"/>
                <a:gd name="connsiteY12" fmla="*/ 153501 h 444615"/>
                <a:gd name="connsiteX13" fmla="*/ 114407 w 401974"/>
                <a:gd name="connsiteY13" fmla="*/ 160269 h 444615"/>
                <a:gd name="connsiteX14" fmla="*/ 114407 w 401974"/>
                <a:gd name="connsiteY14" fmla="*/ 97722 h 444615"/>
                <a:gd name="connsiteX15" fmla="*/ 43755 w 401974"/>
                <a:gd name="connsiteY15" fmla="*/ 119478 h 444615"/>
                <a:gd name="connsiteX16" fmla="*/ 32030 w 401974"/>
                <a:gd name="connsiteY16" fmla="*/ 112709 h 444615"/>
                <a:gd name="connsiteX17" fmla="*/ 32030 w 401974"/>
                <a:gd name="connsiteY17" fmla="*/ 175257 h 444615"/>
                <a:gd name="connsiteX18" fmla="*/ 43755 w 401974"/>
                <a:gd name="connsiteY18" fmla="*/ 182025 h 444615"/>
                <a:gd name="connsiteX19" fmla="*/ 43755 w 401974"/>
                <a:gd name="connsiteY19" fmla="*/ 119478 h 444615"/>
                <a:gd name="connsiteX20" fmla="*/ 148787 w 401974"/>
                <a:gd name="connsiteY20" fmla="*/ 180118 h 444615"/>
                <a:gd name="connsiteX21" fmla="*/ 137067 w 401974"/>
                <a:gd name="connsiteY21" fmla="*/ 173350 h 444615"/>
                <a:gd name="connsiteX22" fmla="*/ 137067 w 401974"/>
                <a:gd name="connsiteY22" fmla="*/ 235897 h 444615"/>
                <a:gd name="connsiteX23" fmla="*/ 148787 w 401974"/>
                <a:gd name="connsiteY23" fmla="*/ 242666 h 444615"/>
                <a:gd name="connsiteX24" fmla="*/ 148787 w 401974"/>
                <a:gd name="connsiteY24" fmla="*/ 180118 h 444615"/>
                <a:gd name="connsiteX25" fmla="*/ 76969 w 401974"/>
                <a:gd name="connsiteY25" fmla="*/ 194430 h 444615"/>
                <a:gd name="connsiteX26" fmla="*/ 65249 w 401974"/>
                <a:gd name="connsiteY26" fmla="*/ 187662 h 444615"/>
                <a:gd name="connsiteX27" fmla="*/ 65249 w 401974"/>
                <a:gd name="connsiteY27" fmla="*/ 250209 h 444615"/>
                <a:gd name="connsiteX28" fmla="*/ 76969 w 401974"/>
                <a:gd name="connsiteY28" fmla="*/ 256978 h 444615"/>
                <a:gd name="connsiteX29" fmla="*/ 76969 w 401974"/>
                <a:gd name="connsiteY29" fmla="*/ 194430 h 444615"/>
                <a:gd name="connsiteX30" fmla="*/ 179443 w 401974"/>
                <a:gd name="connsiteY30" fmla="*/ 253591 h 444615"/>
                <a:gd name="connsiteX31" fmla="*/ 167723 w 401974"/>
                <a:gd name="connsiteY31" fmla="*/ 246823 h 444615"/>
                <a:gd name="connsiteX32" fmla="*/ 167723 w 401974"/>
                <a:gd name="connsiteY32" fmla="*/ 309371 h 444615"/>
                <a:gd name="connsiteX33" fmla="*/ 179443 w 401974"/>
                <a:gd name="connsiteY33" fmla="*/ 316139 h 444615"/>
                <a:gd name="connsiteX34" fmla="*/ 179443 w 401974"/>
                <a:gd name="connsiteY34" fmla="*/ 253591 h 444615"/>
                <a:gd name="connsiteX35" fmla="*/ 306426 w 401974"/>
                <a:gd name="connsiteY35" fmla="*/ 326903 h 444615"/>
                <a:gd name="connsiteX36" fmla="*/ 294702 w 401974"/>
                <a:gd name="connsiteY36" fmla="*/ 320134 h 444615"/>
                <a:gd name="connsiteX37" fmla="*/ 294702 w 401974"/>
                <a:gd name="connsiteY37" fmla="*/ 382682 h 444615"/>
                <a:gd name="connsiteX38" fmla="*/ 306426 w 401974"/>
                <a:gd name="connsiteY38" fmla="*/ 389450 h 444615"/>
                <a:gd name="connsiteX39" fmla="*/ 306426 w 401974"/>
                <a:gd name="connsiteY39" fmla="*/ 326903 h 444615"/>
                <a:gd name="connsiteX40" fmla="*/ 401974 w 401974"/>
                <a:gd name="connsiteY40" fmla="*/ 382068 h 444615"/>
                <a:gd name="connsiteX41" fmla="*/ 390250 w 401974"/>
                <a:gd name="connsiteY41" fmla="*/ 375300 h 444615"/>
                <a:gd name="connsiteX42" fmla="*/ 390250 w 401974"/>
                <a:gd name="connsiteY42" fmla="*/ 437848 h 444615"/>
                <a:gd name="connsiteX43" fmla="*/ 401974 w 401974"/>
                <a:gd name="connsiteY43" fmla="*/ 444616 h 444615"/>
                <a:gd name="connsiteX44" fmla="*/ 401974 w 401974"/>
                <a:gd name="connsiteY44" fmla="*/ 382068 h 444615"/>
                <a:gd name="connsiteX45" fmla="*/ 263884 w 401974"/>
                <a:gd name="connsiteY45" fmla="*/ 246571 h 444615"/>
                <a:gd name="connsiteX46" fmla="*/ 252160 w 401974"/>
                <a:gd name="connsiteY46" fmla="*/ 239802 h 444615"/>
                <a:gd name="connsiteX47" fmla="*/ 252160 w 401974"/>
                <a:gd name="connsiteY47" fmla="*/ 302345 h 444615"/>
                <a:gd name="connsiteX48" fmla="*/ 263884 w 401974"/>
                <a:gd name="connsiteY48" fmla="*/ 309114 h 444615"/>
                <a:gd name="connsiteX49" fmla="*/ 263884 w 401974"/>
                <a:gd name="connsiteY49" fmla="*/ 246571 h 444615"/>
                <a:gd name="connsiteX50" fmla="*/ 359675 w 401974"/>
                <a:gd name="connsiteY50" fmla="*/ 301874 h 444615"/>
                <a:gd name="connsiteX51" fmla="*/ 347955 w 401974"/>
                <a:gd name="connsiteY51" fmla="*/ 295106 h 444615"/>
                <a:gd name="connsiteX52" fmla="*/ 347955 w 401974"/>
                <a:gd name="connsiteY52" fmla="*/ 357653 h 444615"/>
                <a:gd name="connsiteX53" fmla="*/ 359675 w 401974"/>
                <a:gd name="connsiteY53" fmla="*/ 364422 h 444615"/>
                <a:gd name="connsiteX54" fmla="*/ 359675 w 401974"/>
                <a:gd name="connsiteY54" fmla="*/ 301874 h 444615"/>
                <a:gd name="connsiteX55" fmla="*/ 225557 w 401974"/>
                <a:gd name="connsiteY55" fmla="*/ 161896 h 444615"/>
                <a:gd name="connsiteX56" fmla="*/ 213832 w 401974"/>
                <a:gd name="connsiteY56" fmla="*/ 155128 h 444615"/>
                <a:gd name="connsiteX57" fmla="*/ 213832 w 401974"/>
                <a:gd name="connsiteY57" fmla="*/ 217670 h 444615"/>
                <a:gd name="connsiteX58" fmla="*/ 225557 w 401974"/>
                <a:gd name="connsiteY58" fmla="*/ 224439 h 444615"/>
                <a:gd name="connsiteX59" fmla="*/ 225557 w 401974"/>
                <a:gd name="connsiteY59" fmla="*/ 161896 h 444615"/>
                <a:gd name="connsiteX60" fmla="*/ 328239 w 401974"/>
                <a:gd name="connsiteY60" fmla="*/ 221176 h 444615"/>
                <a:gd name="connsiteX61" fmla="*/ 316515 w 401974"/>
                <a:gd name="connsiteY61" fmla="*/ 214408 h 444615"/>
                <a:gd name="connsiteX62" fmla="*/ 316515 w 401974"/>
                <a:gd name="connsiteY62" fmla="*/ 276955 h 444615"/>
                <a:gd name="connsiteX63" fmla="*/ 328239 w 401974"/>
                <a:gd name="connsiteY63" fmla="*/ 283724 h 444615"/>
                <a:gd name="connsiteX64" fmla="*/ 328239 w 401974"/>
                <a:gd name="connsiteY64" fmla="*/ 221176 h 444615"/>
                <a:gd name="connsiteX65" fmla="*/ 401974 w 401974"/>
                <a:gd name="connsiteY65" fmla="*/ 263751 h 444615"/>
                <a:gd name="connsiteX66" fmla="*/ 390250 w 401974"/>
                <a:gd name="connsiteY66" fmla="*/ 256983 h 444615"/>
                <a:gd name="connsiteX67" fmla="*/ 390250 w 401974"/>
                <a:gd name="connsiteY67" fmla="*/ 319526 h 444615"/>
                <a:gd name="connsiteX68" fmla="*/ 401974 w 401974"/>
                <a:gd name="connsiteY68" fmla="*/ 326294 h 444615"/>
                <a:gd name="connsiteX69" fmla="*/ 401974 w 401974"/>
                <a:gd name="connsiteY69" fmla="*/ 263751 h 444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01974" h="444615">
                  <a:moveTo>
                    <a:pt x="76969" y="6768"/>
                  </a:moveTo>
                  <a:lnTo>
                    <a:pt x="65249" y="0"/>
                  </a:lnTo>
                  <a:lnTo>
                    <a:pt x="65249" y="62548"/>
                  </a:lnTo>
                  <a:lnTo>
                    <a:pt x="76969" y="69316"/>
                  </a:lnTo>
                  <a:lnTo>
                    <a:pt x="76969" y="6768"/>
                  </a:lnTo>
                  <a:close/>
                  <a:moveTo>
                    <a:pt x="11725" y="38437"/>
                  </a:moveTo>
                  <a:lnTo>
                    <a:pt x="0" y="31669"/>
                  </a:lnTo>
                  <a:lnTo>
                    <a:pt x="0" y="94216"/>
                  </a:lnTo>
                  <a:lnTo>
                    <a:pt x="11725" y="100985"/>
                  </a:lnTo>
                  <a:lnTo>
                    <a:pt x="11725" y="38437"/>
                  </a:lnTo>
                  <a:close/>
                  <a:moveTo>
                    <a:pt x="114407" y="97722"/>
                  </a:moveTo>
                  <a:lnTo>
                    <a:pt x="102683" y="90953"/>
                  </a:lnTo>
                  <a:lnTo>
                    <a:pt x="102683" y="153501"/>
                  </a:lnTo>
                  <a:lnTo>
                    <a:pt x="114407" y="160269"/>
                  </a:lnTo>
                  <a:lnTo>
                    <a:pt x="114407" y="97722"/>
                  </a:lnTo>
                  <a:close/>
                  <a:moveTo>
                    <a:pt x="43755" y="119478"/>
                  </a:moveTo>
                  <a:lnTo>
                    <a:pt x="32030" y="112709"/>
                  </a:lnTo>
                  <a:lnTo>
                    <a:pt x="32030" y="175257"/>
                  </a:lnTo>
                  <a:lnTo>
                    <a:pt x="43755" y="182025"/>
                  </a:lnTo>
                  <a:lnTo>
                    <a:pt x="43755" y="119478"/>
                  </a:lnTo>
                  <a:close/>
                  <a:moveTo>
                    <a:pt x="148787" y="180118"/>
                  </a:moveTo>
                  <a:lnTo>
                    <a:pt x="137067" y="173350"/>
                  </a:lnTo>
                  <a:lnTo>
                    <a:pt x="137067" y="235897"/>
                  </a:lnTo>
                  <a:lnTo>
                    <a:pt x="148787" y="242666"/>
                  </a:lnTo>
                  <a:lnTo>
                    <a:pt x="148787" y="180118"/>
                  </a:lnTo>
                  <a:close/>
                  <a:moveTo>
                    <a:pt x="76969" y="194430"/>
                  </a:moveTo>
                  <a:lnTo>
                    <a:pt x="65249" y="187662"/>
                  </a:lnTo>
                  <a:lnTo>
                    <a:pt x="65249" y="250209"/>
                  </a:lnTo>
                  <a:lnTo>
                    <a:pt x="76969" y="256978"/>
                  </a:lnTo>
                  <a:lnTo>
                    <a:pt x="76969" y="194430"/>
                  </a:lnTo>
                  <a:close/>
                  <a:moveTo>
                    <a:pt x="179443" y="253591"/>
                  </a:moveTo>
                  <a:lnTo>
                    <a:pt x="167723" y="246823"/>
                  </a:lnTo>
                  <a:lnTo>
                    <a:pt x="167723" y="309371"/>
                  </a:lnTo>
                  <a:lnTo>
                    <a:pt x="179443" y="316139"/>
                  </a:lnTo>
                  <a:lnTo>
                    <a:pt x="179443" y="253591"/>
                  </a:lnTo>
                  <a:close/>
                  <a:moveTo>
                    <a:pt x="306426" y="326903"/>
                  </a:moveTo>
                  <a:lnTo>
                    <a:pt x="294702" y="320134"/>
                  </a:lnTo>
                  <a:lnTo>
                    <a:pt x="294702" y="382682"/>
                  </a:lnTo>
                  <a:lnTo>
                    <a:pt x="306426" y="389450"/>
                  </a:lnTo>
                  <a:lnTo>
                    <a:pt x="306426" y="326903"/>
                  </a:lnTo>
                  <a:close/>
                  <a:moveTo>
                    <a:pt x="401974" y="382068"/>
                  </a:moveTo>
                  <a:lnTo>
                    <a:pt x="390250" y="375300"/>
                  </a:lnTo>
                  <a:lnTo>
                    <a:pt x="390250" y="437848"/>
                  </a:lnTo>
                  <a:lnTo>
                    <a:pt x="401974" y="444616"/>
                  </a:lnTo>
                  <a:lnTo>
                    <a:pt x="401974" y="382068"/>
                  </a:lnTo>
                  <a:close/>
                  <a:moveTo>
                    <a:pt x="263884" y="246571"/>
                  </a:moveTo>
                  <a:lnTo>
                    <a:pt x="252160" y="239802"/>
                  </a:lnTo>
                  <a:lnTo>
                    <a:pt x="252160" y="302345"/>
                  </a:lnTo>
                  <a:lnTo>
                    <a:pt x="263884" y="309114"/>
                  </a:lnTo>
                  <a:lnTo>
                    <a:pt x="263884" y="246571"/>
                  </a:lnTo>
                  <a:close/>
                  <a:moveTo>
                    <a:pt x="359675" y="301874"/>
                  </a:moveTo>
                  <a:lnTo>
                    <a:pt x="347955" y="295106"/>
                  </a:lnTo>
                  <a:lnTo>
                    <a:pt x="347955" y="357653"/>
                  </a:lnTo>
                  <a:lnTo>
                    <a:pt x="359675" y="364422"/>
                  </a:lnTo>
                  <a:lnTo>
                    <a:pt x="359675" y="301874"/>
                  </a:lnTo>
                  <a:close/>
                  <a:moveTo>
                    <a:pt x="225557" y="161896"/>
                  </a:moveTo>
                  <a:lnTo>
                    <a:pt x="213832" y="155128"/>
                  </a:lnTo>
                  <a:lnTo>
                    <a:pt x="213832" y="217670"/>
                  </a:lnTo>
                  <a:lnTo>
                    <a:pt x="225557" y="224439"/>
                  </a:lnTo>
                  <a:lnTo>
                    <a:pt x="225557" y="161896"/>
                  </a:lnTo>
                  <a:close/>
                  <a:moveTo>
                    <a:pt x="328239" y="221176"/>
                  </a:moveTo>
                  <a:lnTo>
                    <a:pt x="316515" y="214408"/>
                  </a:lnTo>
                  <a:lnTo>
                    <a:pt x="316515" y="276955"/>
                  </a:lnTo>
                  <a:lnTo>
                    <a:pt x="328239" y="283724"/>
                  </a:lnTo>
                  <a:lnTo>
                    <a:pt x="328239" y="221176"/>
                  </a:lnTo>
                  <a:close/>
                  <a:moveTo>
                    <a:pt x="401974" y="263751"/>
                  </a:moveTo>
                  <a:lnTo>
                    <a:pt x="390250" y="256983"/>
                  </a:lnTo>
                  <a:lnTo>
                    <a:pt x="390250" y="319526"/>
                  </a:lnTo>
                  <a:lnTo>
                    <a:pt x="401974" y="326294"/>
                  </a:lnTo>
                  <a:lnTo>
                    <a:pt x="401974" y="263751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0" name="任意多边形: 形状 3029">
              <a:extLst>
                <a:ext uri="{FF2B5EF4-FFF2-40B4-BE49-F238E27FC236}">
                  <a16:creationId xmlns:a16="http://schemas.microsoft.com/office/drawing/2014/main" id="{AD7FEF06-A1C2-2AF6-0E4F-F1EA477BFB34}"/>
                </a:ext>
              </a:extLst>
            </p:cNvPr>
            <p:cNvSpPr/>
            <p:nvPr/>
          </p:nvSpPr>
          <p:spPr>
            <a:xfrm>
              <a:off x="8427790" y="1563180"/>
              <a:ext cx="443384" cy="450142"/>
            </a:xfrm>
            <a:custGeom>
              <a:avLst/>
              <a:gdLst>
                <a:gd name="connsiteX0" fmla="*/ 443384 w 443384"/>
                <a:gd name="connsiteY0" fmla="*/ 387595 h 450142"/>
                <a:gd name="connsiteX1" fmla="*/ 431659 w 443384"/>
                <a:gd name="connsiteY1" fmla="*/ 380827 h 450142"/>
                <a:gd name="connsiteX2" fmla="*/ 431659 w 443384"/>
                <a:gd name="connsiteY2" fmla="*/ 443374 h 450142"/>
                <a:gd name="connsiteX3" fmla="*/ 443384 w 443384"/>
                <a:gd name="connsiteY3" fmla="*/ 450143 h 450142"/>
                <a:gd name="connsiteX4" fmla="*/ 443384 w 443384"/>
                <a:gd name="connsiteY4" fmla="*/ 387595 h 450142"/>
                <a:gd name="connsiteX5" fmla="*/ 443384 w 443384"/>
                <a:gd name="connsiteY5" fmla="*/ 318298 h 450142"/>
                <a:gd name="connsiteX6" fmla="*/ 0 w 443384"/>
                <a:gd name="connsiteY6" fmla="*/ 62310 h 450142"/>
                <a:gd name="connsiteX7" fmla="*/ 0 w 443384"/>
                <a:gd name="connsiteY7" fmla="*/ 75818 h 450142"/>
                <a:gd name="connsiteX8" fmla="*/ 443384 w 443384"/>
                <a:gd name="connsiteY8" fmla="*/ 331807 h 450142"/>
                <a:gd name="connsiteX9" fmla="*/ 443384 w 443384"/>
                <a:gd name="connsiteY9" fmla="*/ 318298 h 450142"/>
                <a:gd name="connsiteX10" fmla="*/ 443384 w 443384"/>
                <a:gd name="connsiteY10" fmla="*/ 255712 h 450142"/>
                <a:gd name="connsiteX11" fmla="*/ 604 w 443384"/>
                <a:gd name="connsiteY11" fmla="*/ 71 h 450142"/>
                <a:gd name="connsiteX12" fmla="*/ 0 w 443384"/>
                <a:gd name="connsiteY12" fmla="*/ 528 h 450142"/>
                <a:gd name="connsiteX13" fmla="*/ 0 w 443384"/>
                <a:gd name="connsiteY13" fmla="*/ 13232 h 450142"/>
                <a:gd name="connsiteX14" fmla="*/ 443384 w 443384"/>
                <a:gd name="connsiteY14" fmla="*/ 269221 h 450142"/>
                <a:gd name="connsiteX15" fmla="*/ 443384 w 443384"/>
                <a:gd name="connsiteY15" fmla="*/ 255712 h 45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3384" h="450142">
                  <a:moveTo>
                    <a:pt x="443384" y="387595"/>
                  </a:moveTo>
                  <a:lnTo>
                    <a:pt x="431659" y="380827"/>
                  </a:lnTo>
                  <a:lnTo>
                    <a:pt x="431659" y="443374"/>
                  </a:lnTo>
                  <a:lnTo>
                    <a:pt x="443384" y="450143"/>
                  </a:lnTo>
                  <a:lnTo>
                    <a:pt x="443384" y="387595"/>
                  </a:lnTo>
                  <a:close/>
                  <a:moveTo>
                    <a:pt x="443384" y="318298"/>
                  </a:moveTo>
                  <a:lnTo>
                    <a:pt x="0" y="62310"/>
                  </a:lnTo>
                  <a:lnTo>
                    <a:pt x="0" y="75818"/>
                  </a:lnTo>
                  <a:lnTo>
                    <a:pt x="443384" y="331807"/>
                  </a:lnTo>
                  <a:lnTo>
                    <a:pt x="443384" y="318298"/>
                  </a:lnTo>
                  <a:close/>
                  <a:moveTo>
                    <a:pt x="443384" y="255712"/>
                  </a:moveTo>
                  <a:lnTo>
                    <a:pt x="604" y="71"/>
                  </a:lnTo>
                  <a:cubicBezTo>
                    <a:pt x="271" y="-119"/>
                    <a:pt x="0" y="85"/>
                    <a:pt x="0" y="528"/>
                  </a:cubicBezTo>
                  <a:lnTo>
                    <a:pt x="0" y="13232"/>
                  </a:lnTo>
                  <a:lnTo>
                    <a:pt x="443384" y="269221"/>
                  </a:lnTo>
                  <a:lnTo>
                    <a:pt x="443384" y="255712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1" name="任意多边形: 形状 3030">
              <a:extLst>
                <a:ext uri="{FF2B5EF4-FFF2-40B4-BE49-F238E27FC236}">
                  <a16:creationId xmlns:a16="http://schemas.microsoft.com/office/drawing/2014/main" id="{0EFA87C5-0FEA-64D5-21D8-0FE1E9D859AF}"/>
                </a:ext>
              </a:extLst>
            </p:cNvPr>
            <p:cNvSpPr/>
            <p:nvPr/>
          </p:nvSpPr>
          <p:spPr>
            <a:xfrm>
              <a:off x="8427790" y="1594673"/>
              <a:ext cx="443384" cy="425423"/>
            </a:xfrm>
            <a:custGeom>
              <a:avLst/>
              <a:gdLst>
                <a:gd name="connsiteX0" fmla="*/ 443384 w 443384"/>
                <a:gd name="connsiteY0" fmla="*/ 349349 h 425423"/>
                <a:gd name="connsiteX1" fmla="*/ 0 w 443384"/>
                <a:gd name="connsiteY1" fmla="*/ 93360 h 425423"/>
                <a:gd name="connsiteX2" fmla="*/ 0 w 443384"/>
                <a:gd name="connsiteY2" fmla="*/ 106873 h 425423"/>
                <a:gd name="connsiteX3" fmla="*/ 443384 w 443384"/>
                <a:gd name="connsiteY3" fmla="*/ 362857 h 425423"/>
                <a:gd name="connsiteX4" fmla="*/ 443384 w 443384"/>
                <a:gd name="connsiteY4" fmla="*/ 349349 h 425423"/>
                <a:gd name="connsiteX5" fmla="*/ 443384 w 443384"/>
                <a:gd name="connsiteY5" fmla="*/ 411915 h 425423"/>
                <a:gd name="connsiteX6" fmla="*/ 0 w 443384"/>
                <a:gd name="connsiteY6" fmla="*/ 155927 h 425423"/>
                <a:gd name="connsiteX7" fmla="*/ 0 w 443384"/>
                <a:gd name="connsiteY7" fmla="*/ 169435 h 425423"/>
                <a:gd name="connsiteX8" fmla="*/ 443384 w 443384"/>
                <a:gd name="connsiteY8" fmla="*/ 425424 h 425423"/>
                <a:gd name="connsiteX9" fmla="*/ 443384 w 443384"/>
                <a:gd name="connsiteY9" fmla="*/ 411915 h 425423"/>
                <a:gd name="connsiteX10" fmla="*/ 335051 w 443384"/>
                <a:gd name="connsiteY10" fmla="*/ 161673 h 425423"/>
                <a:gd name="connsiteX11" fmla="*/ 323326 w 443384"/>
                <a:gd name="connsiteY11" fmla="*/ 154904 h 425423"/>
                <a:gd name="connsiteX12" fmla="*/ 323326 w 443384"/>
                <a:gd name="connsiteY12" fmla="*/ 217452 h 425423"/>
                <a:gd name="connsiteX13" fmla="*/ 335051 w 443384"/>
                <a:gd name="connsiteY13" fmla="*/ 224220 h 425423"/>
                <a:gd name="connsiteX14" fmla="*/ 335051 w 443384"/>
                <a:gd name="connsiteY14" fmla="*/ 161673 h 425423"/>
                <a:gd name="connsiteX15" fmla="*/ 443384 w 443384"/>
                <a:gd name="connsiteY15" fmla="*/ 228063 h 425423"/>
                <a:gd name="connsiteX16" fmla="*/ 431659 w 443384"/>
                <a:gd name="connsiteY16" fmla="*/ 221295 h 425423"/>
                <a:gd name="connsiteX17" fmla="*/ 431659 w 443384"/>
                <a:gd name="connsiteY17" fmla="*/ 279999 h 425423"/>
                <a:gd name="connsiteX18" fmla="*/ 443384 w 443384"/>
                <a:gd name="connsiteY18" fmla="*/ 286768 h 425423"/>
                <a:gd name="connsiteX19" fmla="*/ 443384 w 443384"/>
                <a:gd name="connsiteY19" fmla="*/ 228063 h 425423"/>
                <a:gd name="connsiteX20" fmla="*/ 158291 w 443384"/>
                <a:gd name="connsiteY20" fmla="*/ 0 h 425423"/>
                <a:gd name="connsiteX21" fmla="*/ 106659 w 443384"/>
                <a:gd name="connsiteY21" fmla="*/ 29809 h 425423"/>
                <a:gd name="connsiteX22" fmla="*/ 118379 w 443384"/>
                <a:gd name="connsiteY22" fmla="*/ 36577 h 425423"/>
                <a:gd name="connsiteX23" fmla="*/ 170011 w 443384"/>
                <a:gd name="connsiteY23" fmla="*/ 6768 h 425423"/>
                <a:gd name="connsiteX24" fmla="*/ 158291 w 443384"/>
                <a:gd name="connsiteY24" fmla="*/ 0 h 42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43384" h="425423">
                  <a:moveTo>
                    <a:pt x="443384" y="349349"/>
                  </a:moveTo>
                  <a:lnTo>
                    <a:pt x="0" y="93360"/>
                  </a:lnTo>
                  <a:lnTo>
                    <a:pt x="0" y="106873"/>
                  </a:lnTo>
                  <a:lnTo>
                    <a:pt x="443384" y="362857"/>
                  </a:lnTo>
                  <a:lnTo>
                    <a:pt x="443384" y="349349"/>
                  </a:lnTo>
                  <a:close/>
                  <a:moveTo>
                    <a:pt x="443384" y="411915"/>
                  </a:moveTo>
                  <a:lnTo>
                    <a:pt x="0" y="155927"/>
                  </a:lnTo>
                  <a:lnTo>
                    <a:pt x="0" y="169435"/>
                  </a:lnTo>
                  <a:lnTo>
                    <a:pt x="443384" y="425424"/>
                  </a:lnTo>
                  <a:lnTo>
                    <a:pt x="443384" y="411915"/>
                  </a:lnTo>
                  <a:close/>
                  <a:moveTo>
                    <a:pt x="335051" y="161673"/>
                  </a:moveTo>
                  <a:lnTo>
                    <a:pt x="323326" y="154904"/>
                  </a:lnTo>
                  <a:lnTo>
                    <a:pt x="323326" y="217452"/>
                  </a:lnTo>
                  <a:lnTo>
                    <a:pt x="335051" y="224220"/>
                  </a:lnTo>
                  <a:lnTo>
                    <a:pt x="335051" y="161673"/>
                  </a:lnTo>
                  <a:close/>
                  <a:moveTo>
                    <a:pt x="443384" y="228063"/>
                  </a:moveTo>
                  <a:lnTo>
                    <a:pt x="431659" y="221295"/>
                  </a:lnTo>
                  <a:lnTo>
                    <a:pt x="431659" y="279999"/>
                  </a:lnTo>
                  <a:lnTo>
                    <a:pt x="443384" y="286768"/>
                  </a:lnTo>
                  <a:lnTo>
                    <a:pt x="443384" y="228063"/>
                  </a:lnTo>
                  <a:close/>
                  <a:moveTo>
                    <a:pt x="158291" y="0"/>
                  </a:moveTo>
                  <a:lnTo>
                    <a:pt x="106659" y="29809"/>
                  </a:lnTo>
                  <a:lnTo>
                    <a:pt x="118379" y="36577"/>
                  </a:lnTo>
                  <a:lnTo>
                    <a:pt x="170011" y="6768"/>
                  </a:lnTo>
                  <a:lnTo>
                    <a:pt x="158291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2" name="任意多边形: 形状 3031">
              <a:extLst>
                <a:ext uri="{FF2B5EF4-FFF2-40B4-BE49-F238E27FC236}">
                  <a16:creationId xmlns:a16="http://schemas.microsoft.com/office/drawing/2014/main" id="{EBFFBCD2-5794-C64E-F536-9B9E54AA2F9D}"/>
                </a:ext>
              </a:extLst>
            </p:cNvPr>
            <p:cNvSpPr/>
            <p:nvPr/>
          </p:nvSpPr>
          <p:spPr>
            <a:xfrm>
              <a:off x="8871175" y="1788180"/>
              <a:ext cx="47488" cy="280208"/>
            </a:xfrm>
            <a:custGeom>
              <a:avLst/>
              <a:gdLst>
                <a:gd name="connsiteX0" fmla="*/ 47489 w 47488"/>
                <a:gd name="connsiteY0" fmla="*/ 0 h 280208"/>
                <a:gd name="connsiteX1" fmla="*/ 0 w 47488"/>
                <a:gd name="connsiteY1" fmla="*/ 27416 h 280208"/>
                <a:gd name="connsiteX2" fmla="*/ 0 w 47488"/>
                <a:gd name="connsiteY2" fmla="*/ 280209 h 280208"/>
                <a:gd name="connsiteX3" fmla="*/ 47489 w 47488"/>
                <a:gd name="connsiteY3" fmla="*/ 252792 h 280208"/>
                <a:gd name="connsiteX4" fmla="*/ 47489 w 47488"/>
                <a:gd name="connsiteY4" fmla="*/ 0 h 28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88" h="280208">
                  <a:moveTo>
                    <a:pt x="47489" y="0"/>
                  </a:moveTo>
                  <a:lnTo>
                    <a:pt x="0" y="27416"/>
                  </a:lnTo>
                  <a:lnTo>
                    <a:pt x="0" y="280209"/>
                  </a:lnTo>
                  <a:lnTo>
                    <a:pt x="47489" y="252792"/>
                  </a:lnTo>
                  <a:lnTo>
                    <a:pt x="47489" y="0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3" name="任意多边形: 形状 3032">
              <a:extLst>
                <a:ext uri="{FF2B5EF4-FFF2-40B4-BE49-F238E27FC236}">
                  <a16:creationId xmlns:a16="http://schemas.microsoft.com/office/drawing/2014/main" id="{F05D870A-1E7B-E7CC-AAE9-C852656C625E}"/>
                </a:ext>
              </a:extLst>
            </p:cNvPr>
            <p:cNvSpPr/>
            <p:nvPr/>
          </p:nvSpPr>
          <p:spPr>
            <a:xfrm>
              <a:off x="8859450" y="1782287"/>
              <a:ext cx="59235" cy="237809"/>
            </a:xfrm>
            <a:custGeom>
              <a:avLst/>
              <a:gdLst>
                <a:gd name="connsiteX0" fmla="*/ 59213 w 59235"/>
                <a:gd name="connsiteY0" fmla="*/ 196885 h 237809"/>
                <a:gd name="connsiteX1" fmla="*/ 11725 w 59235"/>
                <a:gd name="connsiteY1" fmla="*/ 224301 h 237809"/>
                <a:gd name="connsiteX2" fmla="*/ 11725 w 59235"/>
                <a:gd name="connsiteY2" fmla="*/ 237809 h 237809"/>
                <a:gd name="connsiteX3" fmla="*/ 59213 w 59235"/>
                <a:gd name="connsiteY3" fmla="*/ 210393 h 237809"/>
                <a:gd name="connsiteX4" fmla="*/ 59213 w 59235"/>
                <a:gd name="connsiteY4" fmla="*/ 196885 h 237809"/>
                <a:gd name="connsiteX5" fmla="*/ 59213 w 59235"/>
                <a:gd name="connsiteY5" fmla="*/ 134304 h 237809"/>
                <a:gd name="connsiteX6" fmla="*/ 11725 w 59235"/>
                <a:gd name="connsiteY6" fmla="*/ 161720 h 237809"/>
                <a:gd name="connsiteX7" fmla="*/ 11725 w 59235"/>
                <a:gd name="connsiteY7" fmla="*/ 175228 h 237809"/>
                <a:gd name="connsiteX8" fmla="*/ 59213 w 59235"/>
                <a:gd name="connsiteY8" fmla="*/ 147812 h 237809"/>
                <a:gd name="connsiteX9" fmla="*/ 59213 w 59235"/>
                <a:gd name="connsiteY9" fmla="*/ 134304 h 237809"/>
                <a:gd name="connsiteX10" fmla="*/ 59213 w 59235"/>
                <a:gd name="connsiteY10" fmla="*/ 71737 h 237809"/>
                <a:gd name="connsiteX11" fmla="*/ 11725 w 59235"/>
                <a:gd name="connsiteY11" fmla="*/ 99153 h 237809"/>
                <a:gd name="connsiteX12" fmla="*/ 11725 w 59235"/>
                <a:gd name="connsiteY12" fmla="*/ 112662 h 237809"/>
                <a:gd name="connsiteX13" fmla="*/ 59213 w 59235"/>
                <a:gd name="connsiteY13" fmla="*/ 85245 h 237809"/>
                <a:gd name="connsiteX14" fmla="*/ 59213 w 59235"/>
                <a:gd name="connsiteY14" fmla="*/ 71737 h 237809"/>
                <a:gd name="connsiteX15" fmla="*/ 51674 w 59235"/>
                <a:gd name="connsiteY15" fmla="*/ 0 h 237809"/>
                <a:gd name="connsiteX16" fmla="*/ 0 w 59235"/>
                <a:gd name="connsiteY16" fmla="*/ 29837 h 237809"/>
                <a:gd name="connsiteX17" fmla="*/ 11725 w 59235"/>
                <a:gd name="connsiteY17" fmla="*/ 36606 h 237809"/>
                <a:gd name="connsiteX18" fmla="*/ 56764 w 59235"/>
                <a:gd name="connsiteY18" fmla="*/ 10602 h 237809"/>
                <a:gd name="connsiteX19" fmla="*/ 55736 w 59235"/>
                <a:gd name="connsiteY19" fmla="*/ 2345 h 237809"/>
                <a:gd name="connsiteX20" fmla="*/ 51674 w 59235"/>
                <a:gd name="connsiteY20" fmla="*/ 0 h 237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235" h="237809">
                  <a:moveTo>
                    <a:pt x="59213" y="196885"/>
                  </a:moveTo>
                  <a:lnTo>
                    <a:pt x="11725" y="224301"/>
                  </a:lnTo>
                  <a:lnTo>
                    <a:pt x="11725" y="237809"/>
                  </a:lnTo>
                  <a:lnTo>
                    <a:pt x="59213" y="210393"/>
                  </a:lnTo>
                  <a:lnTo>
                    <a:pt x="59213" y="196885"/>
                  </a:lnTo>
                  <a:close/>
                  <a:moveTo>
                    <a:pt x="59213" y="134304"/>
                  </a:moveTo>
                  <a:lnTo>
                    <a:pt x="11725" y="161720"/>
                  </a:lnTo>
                  <a:lnTo>
                    <a:pt x="11725" y="175228"/>
                  </a:lnTo>
                  <a:lnTo>
                    <a:pt x="59213" y="147812"/>
                  </a:lnTo>
                  <a:lnTo>
                    <a:pt x="59213" y="134304"/>
                  </a:lnTo>
                  <a:close/>
                  <a:moveTo>
                    <a:pt x="59213" y="71737"/>
                  </a:moveTo>
                  <a:lnTo>
                    <a:pt x="11725" y="99153"/>
                  </a:lnTo>
                  <a:lnTo>
                    <a:pt x="11725" y="112662"/>
                  </a:lnTo>
                  <a:lnTo>
                    <a:pt x="59213" y="85245"/>
                  </a:lnTo>
                  <a:lnTo>
                    <a:pt x="59213" y="71737"/>
                  </a:lnTo>
                  <a:close/>
                  <a:moveTo>
                    <a:pt x="51674" y="0"/>
                  </a:moveTo>
                  <a:lnTo>
                    <a:pt x="0" y="29837"/>
                  </a:lnTo>
                  <a:lnTo>
                    <a:pt x="11725" y="36606"/>
                  </a:lnTo>
                  <a:lnTo>
                    <a:pt x="56764" y="10602"/>
                  </a:lnTo>
                  <a:cubicBezTo>
                    <a:pt x="60426" y="8486"/>
                    <a:pt x="59965" y="4790"/>
                    <a:pt x="55736" y="2345"/>
                  </a:cubicBezTo>
                  <a:lnTo>
                    <a:pt x="51674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034" name="文本框 3033">
            <a:extLst>
              <a:ext uri="{FF2B5EF4-FFF2-40B4-BE49-F238E27FC236}">
                <a16:creationId xmlns:a16="http://schemas.microsoft.com/office/drawing/2014/main" id="{C1EC2EEC-B2ED-E7A5-5D42-CEFE3B7F2448}"/>
              </a:ext>
            </a:extLst>
          </p:cNvPr>
          <p:cNvSpPr txBox="1"/>
          <p:nvPr/>
        </p:nvSpPr>
        <p:spPr>
          <a:xfrm>
            <a:off x="6410727" y="2869485"/>
            <a:ext cx="7521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1.1.1.254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35" name="文本框 3034">
            <a:extLst>
              <a:ext uri="{FF2B5EF4-FFF2-40B4-BE49-F238E27FC236}">
                <a16:creationId xmlns:a16="http://schemas.microsoft.com/office/drawing/2014/main" id="{958AF73F-F462-AF83-29DB-CC860E17C3C4}"/>
              </a:ext>
            </a:extLst>
          </p:cNvPr>
          <p:cNvSpPr txBox="1"/>
          <p:nvPr/>
        </p:nvSpPr>
        <p:spPr>
          <a:xfrm>
            <a:off x="5936339" y="3022776"/>
            <a:ext cx="12618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外网数据中心核心</a:t>
            </a:r>
          </a:p>
        </p:txBody>
      </p:sp>
      <p:sp>
        <p:nvSpPr>
          <p:cNvPr id="3036" name="文本框 3035">
            <a:extLst>
              <a:ext uri="{FF2B5EF4-FFF2-40B4-BE49-F238E27FC236}">
                <a16:creationId xmlns:a16="http://schemas.microsoft.com/office/drawing/2014/main" id="{6DCF8F21-18E1-F731-2D3F-196146560460}"/>
              </a:ext>
            </a:extLst>
          </p:cNvPr>
          <p:cNvSpPr txBox="1"/>
          <p:nvPr/>
        </p:nvSpPr>
        <p:spPr>
          <a:xfrm>
            <a:off x="7370540" y="3239933"/>
            <a:ext cx="10406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DMZ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区防火墙</a:t>
            </a:r>
          </a:p>
        </p:txBody>
      </p:sp>
      <p:sp>
        <p:nvSpPr>
          <p:cNvPr id="3037" name="文本框 3036">
            <a:extLst>
              <a:ext uri="{FF2B5EF4-FFF2-40B4-BE49-F238E27FC236}">
                <a16:creationId xmlns:a16="http://schemas.microsoft.com/office/drawing/2014/main" id="{DB085E4F-F77F-FDA5-BC78-B4C6E2198440}"/>
              </a:ext>
            </a:extLst>
          </p:cNvPr>
          <p:cNvSpPr txBox="1"/>
          <p:nvPr/>
        </p:nvSpPr>
        <p:spPr>
          <a:xfrm>
            <a:off x="8153965" y="4038396"/>
            <a:ext cx="95891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dirty="0">
                <a:solidFill>
                  <a:srgbClr val="FF0000"/>
                </a:solidFill>
              </a:rPr>
              <a:t>1.1.1.101</a:t>
            </a: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端口 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10101</a:t>
            </a:r>
          </a:p>
        </p:txBody>
      </p:sp>
      <p:grpSp>
        <p:nvGrpSpPr>
          <p:cNvPr id="3039" name="组合 3038">
            <a:extLst>
              <a:ext uri="{FF2B5EF4-FFF2-40B4-BE49-F238E27FC236}">
                <a16:creationId xmlns:a16="http://schemas.microsoft.com/office/drawing/2014/main" id="{94D2F143-C323-6C42-33F7-9D0E97CCF8F7}"/>
              </a:ext>
            </a:extLst>
          </p:cNvPr>
          <p:cNvGrpSpPr/>
          <p:nvPr/>
        </p:nvGrpSpPr>
        <p:grpSpPr>
          <a:xfrm>
            <a:off x="10496813" y="4416209"/>
            <a:ext cx="1514130" cy="629377"/>
            <a:chOff x="714745" y="5441797"/>
            <a:chExt cx="1514130" cy="629377"/>
          </a:xfrm>
        </p:grpSpPr>
        <p:sp>
          <p:nvSpPr>
            <p:cNvPr id="3040" name="矩形 3039">
              <a:extLst>
                <a:ext uri="{FF2B5EF4-FFF2-40B4-BE49-F238E27FC236}">
                  <a16:creationId xmlns:a16="http://schemas.microsoft.com/office/drawing/2014/main" id="{6909FEED-DC82-A27F-A48E-A15806CF7939}"/>
                </a:ext>
              </a:extLst>
            </p:cNvPr>
            <p:cNvSpPr/>
            <p:nvPr/>
          </p:nvSpPr>
          <p:spPr>
            <a:xfrm>
              <a:off x="714745" y="5817258"/>
              <a:ext cx="1514130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50" dirty="0">
                  <a:latin typeface="微软雅黑" pitchFamily="34" charset="-122"/>
                  <a:ea typeface="微软雅黑" pitchFamily="34" charset="-122"/>
                  <a:cs typeface="微软雅黑 Light" charset="-122"/>
                </a:rPr>
                <a:t>广域网电脑</a:t>
              </a:r>
            </a:p>
          </p:txBody>
        </p:sp>
        <p:sp>
          <p:nvSpPr>
            <p:cNvPr id="3041" name="任意多边形: 形状 3040">
              <a:extLst>
                <a:ext uri="{FF2B5EF4-FFF2-40B4-BE49-F238E27FC236}">
                  <a16:creationId xmlns:a16="http://schemas.microsoft.com/office/drawing/2014/main" id="{44D07625-42A6-150C-7285-B73ED068F616}"/>
                </a:ext>
              </a:extLst>
            </p:cNvPr>
            <p:cNvSpPr/>
            <p:nvPr/>
          </p:nvSpPr>
          <p:spPr>
            <a:xfrm>
              <a:off x="1359392" y="5651083"/>
              <a:ext cx="61141" cy="24763"/>
            </a:xfrm>
            <a:custGeom>
              <a:avLst/>
              <a:gdLst>
                <a:gd name="connsiteX0" fmla="*/ 61142 w 61141"/>
                <a:gd name="connsiteY0" fmla="*/ 0 h 24763"/>
                <a:gd name="connsiteX1" fmla="*/ 0 w 61141"/>
                <a:gd name="connsiteY1" fmla="*/ 0 h 24763"/>
                <a:gd name="connsiteX2" fmla="*/ 0 w 61141"/>
                <a:gd name="connsiteY2" fmla="*/ 24764 h 24763"/>
                <a:gd name="connsiteX3" fmla="*/ 61142 w 61141"/>
                <a:gd name="connsiteY3" fmla="*/ 24764 h 24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41" h="24763">
                  <a:moveTo>
                    <a:pt x="61142" y="0"/>
                  </a:moveTo>
                  <a:lnTo>
                    <a:pt x="0" y="0"/>
                  </a:lnTo>
                  <a:lnTo>
                    <a:pt x="0" y="24764"/>
                  </a:lnTo>
                  <a:lnTo>
                    <a:pt x="61142" y="24764"/>
                  </a:lnTo>
                  <a:close/>
                </a:path>
              </a:pathLst>
            </a:custGeom>
            <a:solidFill>
              <a:srgbClr val="111D38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42" name="任意多边形: 形状 3041">
              <a:extLst>
                <a:ext uri="{FF2B5EF4-FFF2-40B4-BE49-F238E27FC236}">
                  <a16:creationId xmlns:a16="http://schemas.microsoft.com/office/drawing/2014/main" id="{810E2565-DBA0-6FF9-D9B2-AF3C4A04019C}"/>
                </a:ext>
              </a:extLst>
            </p:cNvPr>
            <p:cNvSpPr/>
            <p:nvPr/>
          </p:nvSpPr>
          <p:spPr>
            <a:xfrm>
              <a:off x="1325004" y="5707237"/>
              <a:ext cx="129851" cy="6023"/>
            </a:xfrm>
            <a:custGeom>
              <a:avLst/>
              <a:gdLst>
                <a:gd name="connsiteX0" fmla="*/ 129852 w 129851"/>
                <a:gd name="connsiteY0" fmla="*/ 3012 h 6023"/>
                <a:gd name="connsiteX1" fmla="*/ 126864 w 129851"/>
                <a:gd name="connsiteY1" fmla="*/ 0 h 6023"/>
                <a:gd name="connsiteX2" fmla="*/ 2987 w 129851"/>
                <a:gd name="connsiteY2" fmla="*/ 0 h 6023"/>
                <a:gd name="connsiteX3" fmla="*/ 0 w 129851"/>
                <a:gd name="connsiteY3" fmla="*/ 3012 h 6023"/>
                <a:gd name="connsiteX4" fmla="*/ 2987 w 129851"/>
                <a:gd name="connsiteY4" fmla="*/ 6024 h 6023"/>
                <a:gd name="connsiteX5" fmla="*/ 126864 w 129851"/>
                <a:gd name="connsiteY5" fmla="*/ 6024 h 6023"/>
                <a:gd name="connsiteX6" fmla="*/ 129852 w 129851"/>
                <a:gd name="connsiteY6" fmla="*/ 3012 h 6023"/>
                <a:gd name="connsiteX7" fmla="*/ 129852 w 129851"/>
                <a:gd name="connsiteY7" fmla="*/ 3012 h 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851" h="6023">
                  <a:moveTo>
                    <a:pt x="129852" y="3012"/>
                  </a:moveTo>
                  <a:cubicBezTo>
                    <a:pt x="129852" y="1406"/>
                    <a:pt x="128458" y="0"/>
                    <a:pt x="126864" y="0"/>
                  </a:cubicBezTo>
                  <a:lnTo>
                    <a:pt x="2987" y="0"/>
                  </a:lnTo>
                  <a:cubicBezTo>
                    <a:pt x="1394" y="0"/>
                    <a:pt x="0" y="1406"/>
                    <a:pt x="0" y="3012"/>
                  </a:cubicBezTo>
                  <a:cubicBezTo>
                    <a:pt x="0" y="4618"/>
                    <a:pt x="1394" y="6024"/>
                    <a:pt x="2987" y="6024"/>
                  </a:cubicBezTo>
                  <a:lnTo>
                    <a:pt x="126864" y="6024"/>
                  </a:lnTo>
                  <a:cubicBezTo>
                    <a:pt x="128458" y="6024"/>
                    <a:pt x="129852" y="4618"/>
                    <a:pt x="129852" y="3012"/>
                  </a:cubicBezTo>
                  <a:lnTo>
                    <a:pt x="129852" y="3012"/>
                  </a:lnTo>
                  <a:close/>
                </a:path>
              </a:pathLst>
            </a:custGeom>
            <a:solidFill>
              <a:srgbClr val="111D38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43" name="任意多边形: 形状 3042">
              <a:extLst>
                <a:ext uri="{FF2B5EF4-FFF2-40B4-BE49-F238E27FC236}">
                  <a16:creationId xmlns:a16="http://schemas.microsoft.com/office/drawing/2014/main" id="{42FB8968-CC9A-885E-022B-343D147FE706}"/>
                </a:ext>
              </a:extLst>
            </p:cNvPr>
            <p:cNvSpPr/>
            <p:nvPr/>
          </p:nvSpPr>
          <p:spPr>
            <a:xfrm>
              <a:off x="1325469" y="5675178"/>
              <a:ext cx="128988" cy="33330"/>
            </a:xfrm>
            <a:custGeom>
              <a:avLst/>
              <a:gdLst>
                <a:gd name="connsiteX0" fmla="*/ 128989 w 128988"/>
                <a:gd name="connsiteY0" fmla="*/ 33331 h 33330"/>
                <a:gd name="connsiteX1" fmla="*/ 0 w 128988"/>
                <a:gd name="connsiteY1" fmla="*/ 33331 h 33330"/>
                <a:gd name="connsiteX2" fmla="*/ 33127 w 128988"/>
                <a:gd name="connsiteY2" fmla="*/ 0 h 33330"/>
                <a:gd name="connsiteX3" fmla="*/ 95796 w 128988"/>
                <a:gd name="connsiteY3" fmla="*/ 0 h 3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988" h="33330">
                  <a:moveTo>
                    <a:pt x="128989" y="33331"/>
                  </a:moveTo>
                  <a:lnTo>
                    <a:pt x="0" y="33331"/>
                  </a:lnTo>
                  <a:lnTo>
                    <a:pt x="33127" y="0"/>
                  </a:lnTo>
                  <a:lnTo>
                    <a:pt x="95796" y="0"/>
                  </a:lnTo>
                  <a:close/>
                </a:path>
              </a:pathLst>
            </a:custGeom>
            <a:solidFill>
              <a:srgbClr val="2B354F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44" name="任意多边形: 形状 3043">
              <a:extLst>
                <a:ext uri="{FF2B5EF4-FFF2-40B4-BE49-F238E27FC236}">
                  <a16:creationId xmlns:a16="http://schemas.microsoft.com/office/drawing/2014/main" id="{E5675B04-CC68-6E42-5ADC-7EF7D068F806}"/>
                </a:ext>
              </a:extLst>
            </p:cNvPr>
            <p:cNvSpPr/>
            <p:nvPr/>
          </p:nvSpPr>
          <p:spPr>
            <a:xfrm>
              <a:off x="1235847" y="5458997"/>
              <a:ext cx="308231" cy="192688"/>
            </a:xfrm>
            <a:custGeom>
              <a:avLst/>
              <a:gdLst>
                <a:gd name="connsiteX0" fmla="*/ 308099 w 308231"/>
                <a:gd name="connsiteY0" fmla="*/ 3882 h 192688"/>
                <a:gd name="connsiteX1" fmla="*/ 304249 w 308231"/>
                <a:gd name="connsiteY1" fmla="*/ 0 h 192688"/>
                <a:gd name="connsiteX2" fmla="*/ 3850 w 308231"/>
                <a:gd name="connsiteY2" fmla="*/ 0 h 192688"/>
                <a:gd name="connsiteX3" fmla="*/ 0 w 308231"/>
                <a:gd name="connsiteY3" fmla="*/ 3882 h 192688"/>
                <a:gd name="connsiteX4" fmla="*/ 0 w 308231"/>
                <a:gd name="connsiteY4" fmla="*/ 188807 h 192688"/>
                <a:gd name="connsiteX5" fmla="*/ 3850 w 308231"/>
                <a:gd name="connsiteY5" fmla="*/ 192689 h 192688"/>
                <a:gd name="connsiteX6" fmla="*/ 304381 w 308231"/>
                <a:gd name="connsiteY6" fmla="*/ 192689 h 192688"/>
                <a:gd name="connsiteX7" fmla="*/ 308232 w 308231"/>
                <a:gd name="connsiteY7" fmla="*/ 188807 h 192688"/>
                <a:gd name="connsiteX8" fmla="*/ 308232 w 308231"/>
                <a:gd name="connsiteY8" fmla="*/ 3882 h 192688"/>
                <a:gd name="connsiteX9" fmla="*/ 308099 w 308231"/>
                <a:gd name="connsiteY9" fmla="*/ 3882 h 192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231" h="192688">
                  <a:moveTo>
                    <a:pt x="308099" y="3882"/>
                  </a:moveTo>
                  <a:cubicBezTo>
                    <a:pt x="308099" y="1740"/>
                    <a:pt x="306373" y="0"/>
                    <a:pt x="304249" y="0"/>
                  </a:cubicBezTo>
                  <a:lnTo>
                    <a:pt x="3850" y="0"/>
                  </a:lnTo>
                  <a:cubicBezTo>
                    <a:pt x="1726" y="0"/>
                    <a:pt x="0" y="1740"/>
                    <a:pt x="0" y="3882"/>
                  </a:cubicBezTo>
                  <a:lnTo>
                    <a:pt x="0" y="188807"/>
                  </a:lnTo>
                  <a:cubicBezTo>
                    <a:pt x="0" y="190948"/>
                    <a:pt x="1726" y="192689"/>
                    <a:pt x="3850" y="192689"/>
                  </a:cubicBezTo>
                  <a:lnTo>
                    <a:pt x="304381" y="192689"/>
                  </a:lnTo>
                  <a:cubicBezTo>
                    <a:pt x="306506" y="192689"/>
                    <a:pt x="308232" y="190948"/>
                    <a:pt x="308232" y="188807"/>
                  </a:cubicBezTo>
                  <a:lnTo>
                    <a:pt x="308232" y="3882"/>
                  </a:lnTo>
                  <a:lnTo>
                    <a:pt x="308099" y="3882"/>
                  </a:lnTo>
                  <a:close/>
                </a:path>
              </a:pathLst>
            </a:custGeom>
            <a:solidFill>
              <a:srgbClr val="B1B2FF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45" name="任意多边形: 形状 3044">
              <a:extLst>
                <a:ext uri="{FF2B5EF4-FFF2-40B4-BE49-F238E27FC236}">
                  <a16:creationId xmlns:a16="http://schemas.microsoft.com/office/drawing/2014/main" id="{B66E3788-05A6-B150-B67B-B1C96657EA80}"/>
                </a:ext>
              </a:extLst>
            </p:cNvPr>
            <p:cNvSpPr/>
            <p:nvPr/>
          </p:nvSpPr>
          <p:spPr>
            <a:xfrm>
              <a:off x="1217193" y="5441797"/>
              <a:ext cx="345607" cy="209889"/>
            </a:xfrm>
            <a:custGeom>
              <a:avLst/>
              <a:gdLst>
                <a:gd name="connsiteX0" fmla="*/ 345475 w 345607"/>
                <a:gd name="connsiteY0" fmla="*/ 4217 h 209889"/>
                <a:gd name="connsiteX1" fmla="*/ 341624 w 345607"/>
                <a:gd name="connsiteY1" fmla="*/ 0 h 209889"/>
                <a:gd name="connsiteX2" fmla="*/ 3850 w 345607"/>
                <a:gd name="connsiteY2" fmla="*/ 0 h 209889"/>
                <a:gd name="connsiteX3" fmla="*/ 0 w 345607"/>
                <a:gd name="connsiteY3" fmla="*/ 4217 h 209889"/>
                <a:gd name="connsiteX4" fmla="*/ 0 w 345607"/>
                <a:gd name="connsiteY4" fmla="*/ 205673 h 209889"/>
                <a:gd name="connsiteX5" fmla="*/ 3850 w 345607"/>
                <a:gd name="connsiteY5" fmla="*/ 209889 h 209889"/>
                <a:gd name="connsiteX6" fmla="*/ 341757 w 345607"/>
                <a:gd name="connsiteY6" fmla="*/ 209889 h 209889"/>
                <a:gd name="connsiteX7" fmla="*/ 345607 w 345607"/>
                <a:gd name="connsiteY7" fmla="*/ 205673 h 209889"/>
                <a:gd name="connsiteX8" fmla="*/ 345607 w 345607"/>
                <a:gd name="connsiteY8" fmla="*/ 4217 h 209889"/>
                <a:gd name="connsiteX9" fmla="*/ 345475 w 345607"/>
                <a:gd name="connsiteY9" fmla="*/ 4217 h 209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5607" h="209889">
                  <a:moveTo>
                    <a:pt x="345475" y="4217"/>
                  </a:moveTo>
                  <a:cubicBezTo>
                    <a:pt x="345475" y="1874"/>
                    <a:pt x="343749" y="0"/>
                    <a:pt x="341624" y="0"/>
                  </a:cubicBezTo>
                  <a:lnTo>
                    <a:pt x="3850" y="0"/>
                  </a:lnTo>
                  <a:cubicBezTo>
                    <a:pt x="1726" y="0"/>
                    <a:pt x="0" y="1941"/>
                    <a:pt x="0" y="4217"/>
                  </a:cubicBezTo>
                  <a:lnTo>
                    <a:pt x="0" y="205673"/>
                  </a:lnTo>
                  <a:cubicBezTo>
                    <a:pt x="0" y="208015"/>
                    <a:pt x="1726" y="209889"/>
                    <a:pt x="3850" y="209889"/>
                  </a:cubicBezTo>
                  <a:lnTo>
                    <a:pt x="341757" y="209889"/>
                  </a:lnTo>
                  <a:cubicBezTo>
                    <a:pt x="343881" y="209889"/>
                    <a:pt x="345607" y="207948"/>
                    <a:pt x="345607" y="205673"/>
                  </a:cubicBezTo>
                  <a:lnTo>
                    <a:pt x="345607" y="4217"/>
                  </a:lnTo>
                  <a:lnTo>
                    <a:pt x="345475" y="4217"/>
                  </a:lnTo>
                  <a:close/>
                </a:path>
              </a:pathLst>
            </a:custGeom>
            <a:solidFill>
              <a:srgbClr val="111D38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46" name="任意多边形: 形状 3045">
              <a:extLst>
                <a:ext uri="{FF2B5EF4-FFF2-40B4-BE49-F238E27FC236}">
                  <a16:creationId xmlns:a16="http://schemas.microsoft.com/office/drawing/2014/main" id="{330A6312-0A32-6E53-332D-00EB90392F0F}"/>
                </a:ext>
              </a:extLst>
            </p:cNvPr>
            <p:cNvSpPr/>
            <p:nvPr/>
          </p:nvSpPr>
          <p:spPr>
            <a:xfrm>
              <a:off x="1257091" y="5488915"/>
              <a:ext cx="263553" cy="121609"/>
            </a:xfrm>
            <a:custGeom>
              <a:avLst/>
              <a:gdLst>
                <a:gd name="connsiteX0" fmla="*/ 141469 w 263553"/>
                <a:gd name="connsiteY0" fmla="*/ 0 h 121609"/>
                <a:gd name="connsiteX1" fmla="*/ 263554 w 263553"/>
                <a:gd name="connsiteY1" fmla="*/ 0 h 121609"/>
                <a:gd name="connsiteX2" fmla="*/ 263554 w 263553"/>
                <a:gd name="connsiteY2" fmla="*/ 121610 h 121609"/>
                <a:gd name="connsiteX3" fmla="*/ 141469 w 263553"/>
                <a:gd name="connsiteY3" fmla="*/ 121610 h 121609"/>
                <a:gd name="connsiteX4" fmla="*/ 141469 w 263553"/>
                <a:gd name="connsiteY4" fmla="*/ 0 h 121609"/>
                <a:gd name="connsiteX5" fmla="*/ 0 w 263553"/>
                <a:gd name="connsiteY5" fmla="*/ 0 h 121609"/>
                <a:gd name="connsiteX6" fmla="*/ 122085 w 263553"/>
                <a:gd name="connsiteY6" fmla="*/ 0 h 121609"/>
                <a:gd name="connsiteX7" fmla="*/ 122085 w 263553"/>
                <a:gd name="connsiteY7" fmla="*/ 121610 h 121609"/>
                <a:gd name="connsiteX8" fmla="*/ 0 w 263553"/>
                <a:gd name="connsiteY8" fmla="*/ 121610 h 121609"/>
                <a:gd name="connsiteX9" fmla="*/ 0 w 263553"/>
                <a:gd name="connsiteY9" fmla="*/ 0 h 121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3553" h="121609">
                  <a:moveTo>
                    <a:pt x="141469" y="0"/>
                  </a:moveTo>
                  <a:lnTo>
                    <a:pt x="263554" y="0"/>
                  </a:lnTo>
                  <a:lnTo>
                    <a:pt x="263554" y="121610"/>
                  </a:lnTo>
                  <a:lnTo>
                    <a:pt x="141469" y="121610"/>
                  </a:lnTo>
                  <a:lnTo>
                    <a:pt x="141469" y="0"/>
                  </a:lnTo>
                  <a:close/>
                  <a:moveTo>
                    <a:pt x="0" y="0"/>
                  </a:moveTo>
                  <a:lnTo>
                    <a:pt x="122085" y="0"/>
                  </a:lnTo>
                  <a:lnTo>
                    <a:pt x="122085" y="121610"/>
                  </a:lnTo>
                  <a:lnTo>
                    <a:pt x="0" y="121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4358" cap="flat">
              <a:solidFill>
                <a:srgbClr val="D9D9D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47" name="任意多边形: 形状 3046">
              <a:extLst>
                <a:ext uri="{FF2B5EF4-FFF2-40B4-BE49-F238E27FC236}">
                  <a16:creationId xmlns:a16="http://schemas.microsoft.com/office/drawing/2014/main" id="{07E1E90E-C61D-9418-8E49-E17EDD6C502C}"/>
                </a:ext>
              </a:extLst>
            </p:cNvPr>
            <p:cNvSpPr/>
            <p:nvPr/>
          </p:nvSpPr>
          <p:spPr>
            <a:xfrm>
              <a:off x="1237706" y="5457391"/>
              <a:ext cx="305244" cy="180172"/>
            </a:xfrm>
            <a:custGeom>
              <a:avLst/>
              <a:gdLst>
                <a:gd name="connsiteX0" fmla="*/ 0 w 305244"/>
                <a:gd name="connsiteY0" fmla="*/ 0 h 180172"/>
                <a:gd name="connsiteX1" fmla="*/ 0 w 305244"/>
                <a:gd name="connsiteY1" fmla="*/ 180173 h 180172"/>
                <a:gd name="connsiteX2" fmla="*/ 305245 w 305244"/>
                <a:gd name="connsiteY2" fmla="*/ 180173 h 180172"/>
                <a:gd name="connsiteX3" fmla="*/ 305245 w 305244"/>
                <a:gd name="connsiteY3" fmla="*/ 0 h 180172"/>
                <a:gd name="connsiteX4" fmla="*/ 0 w 305244"/>
                <a:gd name="connsiteY4" fmla="*/ 0 h 180172"/>
                <a:gd name="connsiteX5" fmla="*/ 160854 w 305244"/>
                <a:gd name="connsiteY5" fmla="*/ 31524 h 180172"/>
                <a:gd name="connsiteX6" fmla="*/ 282939 w 305244"/>
                <a:gd name="connsiteY6" fmla="*/ 31524 h 180172"/>
                <a:gd name="connsiteX7" fmla="*/ 282939 w 305244"/>
                <a:gd name="connsiteY7" fmla="*/ 153134 h 180172"/>
                <a:gd name="connsiteX8" fmla="*/ 160854 w 305244"/>
                <a:gd name="connsiteY8" fmla="*/ 153134 h 180172"/>
                <a:gd name="connsiteX9" fmla="*/ 160854 w 305244"/>
                <a:gd name="connsiteY9" fmla="*/ 31524 h 180172"/>
                <a:gd name="connsiteX10" fmla="*/ 19385 w 305244"/>
                <a:gd name="connsiteY10" fmla="*/ 31524 h 180172"/>
                <a:gd name="connsiteX11" fmla="*/ 141469 w 305244"/>
                <a:gd name="connsiteY11" fmla="*/ 31524 h 180172"/>
                <a:gd name="connsiteX12" fmla="*/ 141469 w 305244"/>
                <a:gd name="connsiteY12" fmla="*/ 153134 h 180172"/>
                <a:gd name="connsiteX13" fmla="*/ 19385 w 305244"/>
                <a:gd name="connsiteY13" fmla="*/ 153134 h 180172"/>
                <a:gd name="connsiteX14" fmla="*/ 19385 w 305244"/>
                <a:gd name="connsiteY14" fmla="*/ 31524 h 180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5244" h="180172">
                  <a:moveTo>
                    <a:pt x="0" y="0"/>
                  </a:moveTo>
                  <a:lnTo>
                    <a:pt x="0" y="180173"/>
                  </a:lnTo>
                  <a:lnTo>
                    <a:pt x="305245" y="180173"/>
                  </a:lnTo>
                  <a:lnTo>
                    <a:pt x="305245" y="0"/>
                  </a:lnTo>
                  <a:lnTo>
                    <a:pt x="0" y="0"/>
                  </a:lnTo>
                  <a:close/>
                  <a:moveTo>
                    <a:pt x="160854" y="31524"/>
                  </a:moveTo>
                  <a:lnTo>
                    <a:pt x="282939" y="31524"/>
                  </a:lnTo>
                  <a:lnTo>
                    <a:pt x="282939" y="153134"/>
                  </a:lnTo>
                  <a:lnTo>
                    <a:pt x="160854" y="153134"/>
                  </a:lnTo>
                  <a:lnTo>
                    <a:pt x="160854" y="31524"/>
                  </a:lnTo>
                  <a:close/>
                  <a:moveTo>
                    <a:pt x="19385" y="31524"/>
                  </a:moveTo>
                  <a:lnTo>
                    <a:pt x="141469" y="31524"/>
                  </a:lnTo>
                  <a:lnTo>
                    <a:pt x="141469" y="153134"/>
                  </a:lnTo>
                  <a:lnTo>
                    <a:pt x="19385" y="153134"/>
                  </a:lnTo>
                  <a:lnTo>
                    <a:pt x="19385" y="31524"/>
                  </a:lnTo>
                  <a:close/>
                </a:path>
              </a:pathLst>
            </a:custGeom>
            <a:solidFill>
              <a:srgbClr val="F2F2F2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48" name="任意多边形: 形状 3047">
              <a:extLst>
                <a:ext uri="{FF2B5EF4-FFF2-40B4-BE49-F238E27FC236}">
                  <a16:creationId xmlns:a16="http://schemas.microsoft.com/office/drawing/2014/main" id="{0613537F-C552-3540-5CCB-763F76BFDC93}"/>
                </a:ext>
              </a:extLst>
            </p:cNvPr>
            <p:cNvSpPr/>
            <p:nvPr/>
          </p:nvSpPr>
          <p:spPr>
            <a:xfrm>
              <a:off x="1412037" y="5512942"/>
              <a:ext cx="89356" cy="70743"/>
            </a:xfrm>
            <a:custGeom>
              <a:avLst/>
              <a:gdLst>
                <a:gd name="connsiteX0" fmla="*/ 20779 w 89356"/>
                <a:gd name="connsiteY0" fmla="*/ 0 h 70743"/>
                <a:gd name="connsiteX1" fmla="*/ 23766 w 89356"/>
                <a:gd name="connsiteY1" fmla="*/ 0 h 70743"/>
                <a:gd name="connsiteX2" fmla="*/ 28214 w 89356"/>
                <a:gd name="connsiteY2" fmla="*/ 1472 h 70743"/>
                <a:gd name="connsiteX3" fmla="*/ 31202 w 89356"/>
                <a:gd name="connsiteY3" fmla="*/ 2945 h 70743"/>
                <a:gd name="connsiteX4" fmla="*/ 34189 w 89356"/>
                <a:gd name="connsiteY4" fmla="*/ 5957 h 70743"/>
                <a:gd name="connsiteX5" fmla="*/ 37176 w 89356"/>
                <a:gd name="connsiteY5" fmla="*/ 8968 h 70743"/>
                <a:gd name="connsiteX6" fmla="*/ 38637 w 89356"/>
                <a:gd name="connsiteY6" fmla="*/ 11980 h 70743"/>
                <a:gd name="connsiteX7" fmla="*/ 40097 w 89356"/>
                <a:gd name="connsiteY7" fmla="*/ 16465 h 70743"/>
                <a:gd name="connsiteX8" fmla="*/ 40097 w 89356"/>
                <a:gd name="connsiteY8" fmla="*/ 20949 h 70743"/>
                <a:gd name="connsiteX9" fmla="*/ 40097 w 89356"/>
                <a:gd name="connsiteY9" fmla="*/ 25433 h 70743"/>
                <a:gd name="connsiteX10" fmla="*/ 38637 w 89356"/>
                <a:gd name="connsiteY10" fmla="*/ 28445 h 70743"/>
                <a:gd name="connsiteX11" fmla="*/ 37176 w 89356"/>
                <a:gd name="connsiteY11" fmla="*/ 32929 h 70743"/>
                <a:gd name="connsiteX12" fmla="*/ 34189 w 89356"/>
                <a:gd name="connsiteY12" fmla="*/ 35941 h 70743"/>
                <a:gd name="connsiteX13" fmla="*/ 31202 w 89356"/>
                <a:gd name="connsiteY13" fmla="*/ 37413 h 70743"/>
                <a:gd name="connsiteX14" fmla="*/ 28214 w 89356"/>
                <a:gd name="connsiteY14" fmla="*/ 40425 h 70743"/>
                <a:gd name="connsiteX15" fmla="*/ 23766 w 89356"/>
                <a:gd name="connsiteY15" fmla="*/ 41898 h 70743"/>
                <a:gd name="connsiteX16" fmla="*/ 20779 w 89356"/>
                <a:gd name="connsiteY16" fmla="*/ 41898 h 70743"/>
                <a:gd name="connsiteX17" fmla="*/ 16331 w 89356"/>
                <a:gd name="connsiteY17" fmla="*/ 41898 h 70743"/>
                <a:gd name="connsiteX18" fmla="*/ 11883 w 89356"/>
                <a:gd name="connsiteY18" fmla="*/ 40425 h 70743"/>
                <a:gd name="connsiteX19" fmla="*/ 8896 w 89356"/>
                <a:gd name="connsiteY19" fmla="*/ 37413 h 70743"/>
                <a:gd name="connsiteX20" fmla="*/ 5908 w 89356"/>
                <a:gd name="connsiteY20" fmla="*/ 35941 h 70743"/>
                <a:gd name="connsiteX21" fmla="*/ 2921 w 89356"/>
                <a:gd name="connsiteY21" fmla="*/ 32929 h 70743"/>
                <a:gd name="connsiteX22" fmla="*/ 1460 w 89356"/>
                <a:gd name="connsiteY22" fmla="*/ 28445 h 70743"/>
                <a:gd name="connsiteX23" fmla="*/ 0 w 89356"/>
                <a:gd name="connsiteY23" fmla="*/ 25433 h 70743"/>
                <a:gd name="connsiteX24" fmla="*/ 0 w 89356"/>
                <a:gd name="connsiteY24" fmla="*/ 20949 h 70743"/>
                <a:gd name="connsiteX25" fmla="*/ 0 w 89356"/>
                <a:gd name="connsiteY25" fmla="*/ 16465 h 70743"/>
                <a:gd name="connsiteX26" fmla="*/ 1460 w 89356"/>
                <a:gd name="connsiteY26" fmla="*/ 11980 h 70743"/>
                <a:gd name="connsiteX27" fmla="*/ 2921 w 89356"/>
                <a:gd name="connsiteY27" fmla="*/ 8968 h 70743"/>
                <a:gd name="connsiteX28" fmla="*/ 5908 w 89356"/>
                <a:gd name="connsiteY28" fmla="*/ 5957 h 70743"/>
                <a:gd name="connsiteX29" fmla="*/ 8896 w 89356"/>
                <a:gd name="connsiteY29" fmla="*/ 2945 h 70743"/>
                <a:gd name="connsiteX30" fmla="*/ 11883 w 89356"/>
                <a:gd name="connsiteY30" fmla="*/ 1472 h 70743"/>
                <a:gd name="connsiteX31" fmla="*/ 16331 w 89356"/>
                <a:gd name="connsiteY31" fmla="*/ 0 h 70743"/>
                <a:gd name="connsiteX32" fmla="*/ 20779 w 89356"/>
                <a:gd name="connsiteY32" fmla="*/ 0 h 70743"/>
                <a:gd name="connsiteX33" fmla="*/ 20779 w 89356"/>
                <a:gd name="connsiteY33" fmla="*/ 0 h 70743"/>
                <a:gd name="connsiteX34" fmla="*/ 89290 w 89356"/>
                <a:gd name="connsiteY34" fmla="*/ 6024 h 70743"/>
                <a:gd name="connsiteX35" fmla="*/ 89290 w 89356"/>
                <a:gd name="connsiteY35" fmla="*/ 57090 h 70743"/>
                <a:gd name="connsiteX36" fmla="*/ 13344 w 89356"/>
                <a:gd name="connsiteY36" fmla="*/ 57090 h 70743"/>
                <a:gd name="connsiteX37" fmla="*/ 13344 w 89356"/>
                <a:gd name="connsiteY37" fmla="*/ 43571 h 70743"/>
                <a:gd name="connsiteX38" fmla="*/ 16331 w 89356"/>
                <a:gd name="connsiteY38" fmla="*/ 45043 h 70743"/>
                <a:gd name="connsiteX39" fmla="*/ 19318 w 89356"/>
                <a:gd name="connsiteY39" fmla="*/ 45043 h 70743"/>
                <a:gd name="connsiteX40" fmla="*/ 19318 w 89356"/>
                <a:gd name="connsiteY40" fmla="*/ 51067 h 70743"/>
                <a:gd name="connsiteX41" fmla="*/ 81854 w 89356"/>
                <a:gd name="connsiteY41" fmla="*/ 51067 h 70743"/>
                <a:gd name="connsiteX42" fmla="*/ 81854 w 89356"/>
                <a:gd name="connsiteY42" fmla="*/ 12047 h 70743"/>
                <a:gd name="connsiteX43" fmla="*/ 43151 w 89356"/>
                <a:gd name="connsiteY43" fmla="*/ 12047 h 70743"/>
                <a:gd name="connsiteX44" fmla="*/ 41691 w 89356"/>
                <a:gd name="connsiteY44" fmla="*/ 9035 h 70743"/>
                <a:gd name="connsiteX45" fmla="*/ 38703 w 89356"/>
                <a:gd name="connsiteY45" fmla="*/ 6024 h 70743"/>
                <a:gd name="connsiteX46" fmla="*/ 89356 w 89356"/>
                <a:gd name="connsiteY46" fmla="*/ 6024 h 70743"/>
                <a:gd name="connsiteX47" fmla="*/ 89356 w 89356"/>
                <a:gd name="connsiteY47" fmla="*/ 6024 h 70743"/>
                <a:gd name="connsiteX48" fmla="*/ 89356 w 89356"/>
                <a:gd name="connsiteY48" fmla="*/ 6024 h 70743"/>
                <a:gd name="connsiteX49" fmla="*/ 28214 w 89356"/>
                <a:gd name="connsiteY49" fmla="*/ 19543 h 70743"/>
                <a:gd name="connsiteX50" fmla="*/ 37176 w 89356"/>
                <a:gd name="connsiteY50" fmla="*/ 19543 h 70743"/>
                <a:gd name="connsiteX51" fmla="*/ 37176 w 89356"/>
                <a:gd name="connsiteY51" fmla="*/ 16531 h 70743"/>
                <a:gd name="connsiteX52" fmla="*/ 35716 w 89356"/>
                <a:gd name="connsiteY52" fmla="*/ 13520 h 70743"/>
                <a:gd name="connsiteX53" fmla="*/ 28281 w 89356"/>
                <a:gd name="connsiteY53" fmla="*/ 13520 h 70743"/>
                <a:gd name="connsiteX54" fmla="*/ 28281 w 89356"/>
                <a:gd name="connsiteY54" fmla="*/ 19543 h 70743"/>
                <a:gd name="connsiteX55" fmla="*/ 28281 w 89356"/>
                <a:gd name="connsiteY55" fmla="*/ 19543 h 70743"/>
                <a:gd name="connsiteX56" fmla="*/ 2921 w 89356"/>
                <a:gd name="connsiteY56" fmla="*/ 19543 h 70743"/>
                <a:gd name="connsiteX57" fmla="*/ 11883 w 89356"/>
                <a:gd name="connsiteY57" fmla="*/ 19543 h 70743"/>
                <a:gd name="connsiteX58" fmla="*/ 11883 w 89356"/>
                <a:gd name="connsiteY58" fmla="*/ 13520 h 70743"/>
                <a:gd name="connsiteX59" fmla="*/ 4448 w 89356"/>
                <a:gd name="connsiteY59" fmla="*/ 13520 h 70743"/>
                <a:gd name="connsiteX60" fmla="*/ 2921 w 89356"/>
                <a:gd name="connsiteY60" fmla="*/ 16531 h 70743"/>
                <a:gd name="connsiteX61" fmla="*/ 2921 w 89356"/>
                <a:gd name="connsiteY61" fmla="*/ 19543 h 70743"/>
                <a:gd name="connsiteX62" fmla="*/ 2921 w 89356"/>
                <a:gd name="connsiteY62" fmla="*/ 19543 h 70743"/>
                <a:gd name="connsiteX63" fmla="*/ 14804 w 89356"/>
                <a:gd name="connsiteY63" fmla="*/ 13520 h 70743"/>
                <a:gd name="connsiteX64" fmla="*/ 14804 w 89356"/>
                <a:gd name="connsiteY64" fmla="*/ 16531 h 70743"/>
                <a:gd name="connsiteX65" fmla="*/ 14804 w 89356"/>
                <a:gd name="connsiteY65" fmla="*/ 19543 h 70743"/>
                <a:gd name="connsiteX66" fmla="*/ 26687 w 89356"/>
                <a:gd name="connsiteY66" fmla="*/ 19543 h 70743"/>
                <a:gd name="connsiteX67" fmla="*/ 25227 w 89356"/>
                <a:gd name="connsiteY67" fmla="*/ 16531 h 70743"/>
                <a:gd name="connsiteX68" fmla="*/ 25227 w 89356"/>
                <a:gd name="connsiteY68" fmla="*/ 13520 h 70743"/>
                <a:gd name="connsiteX69" fmla="*/ 14804 w 89356"/>
                <a:gd name="connsiteY69" fmla="*/ 13520 h 70743"/>
                <a:gd name="connsiteX70" fmla="*/ 14804 w 89356"/>
                <a:gd name="connsiteY70" fmla="*/ 13520 h 70743"/>
                <a:gd name="connsiteX71" fmla="*/ 2921 w 89356"/>
                <a:gd name="connsiteY71" fmla="*/ 22555 h 70743"/>
                <a:gd name="connsiteX72" fmla="*/ 2921 w 89356"/>
                <a:gd name="connsiteY72" fmla="*/ 25567 h 70743"/>
                <a:gd name="connsiteX73" fmla="*/ 4448 w 89356"/>
                <a:gd name="connsiteY73" fmla="*/ 28579 h 70743"/>
                <a:gd name="connsiteX74" fmla="*/ 11883 w 89356"/>
                <a:gd name="connsiteY74" fmla="*/ 28579 h 70743"/>
                <a:gd name="connsiteX75" fmla="*/ 11883 w 89356"/>
                <a:gd name="connsiteY75" fmla="*/ 25567 h 70743"/>
                <a:gd name="connsiteX76" fmla="*/ 11883 w 89356"/>
                <a:gd name="connsiteY76" fmla="*/ 22555 h 70743"/>
                <a:gd name="connsiteX77" fmla="*/ 2921 w 89356"/>
                <a:gd name="connsiteY77" fmla="*/ 22555 h 70743"/>
                <a:gd name="connsiteX78" fmla="*/ 2921 w 89356"/>
                <a:gd name="connsiteY78" fmla="*/ 22555 h 70743"/>
                <a:gd name="connsiteX79" fmla="*/ 14804 w 89356"/>
                <a:gd name="connsiteY79" fmla="*/ 22555 h 70743"/>
                <a:gd name="connsiteX80" fmla="*/ 14804 w 89356"/>
                <a:gd name="connsiteY80" fmla="*/ 25567 h 70743"/>
                <a:gd name="connsiteX81" fmla="*/ 14804 w 89356"/>
                <a:gd name="connsiteY81" fmla="*/ 28579 h 70743"/>
                <a:gd name="connsiteX82" fmla="*/ 25227 w 89356"/>
                <a:gd name="connsiteY82" fmla="*/ 28579 h 70743"/>
                <a:gd name="connsiteX83" fmla="*/ 25227 w 89356"/>
                <a:gd name="connsiteY83" fmla="*/ 25567 h 70743"/>
                <a:gd name="connsiteX84" fmla="*/ 26687 w 89356"/>
                <a:gd name="connsiteY84" fmla="*/ 22555 h 70743"/>
                <a:gd name="connsiteX85" fmla="*/ 14804 w 89356"/>
                <a:gd name="connsiteY85" fmla="*/ 22555 h 70743"/>
                <a:gd name="connsiteX86" fmla="*/ 14804 w 89356"/>
                <a:gd name="connsiteY86" fmla="*/ 22555 h 70743"/>
                <a:gd name="connsiteX87" fmla="*/ 28214 w 89356"/>
                <a:gd name="connsiteY87" fmla="*/ 22555 h 70743"/>
                <a:gd name="connsiteX88" fmla="*/ 28214 w 89356"/>
                <a:gd name="connsiteY88" fmla="*/ 28579 h 70743"/>
                <a:gd name="connsiteX89" fmla="*/ 35649 w 89356"/>
                <a:gd name="connsiteY89" fmla="*/ 28579 h 70743"/>
                <a:gd name="connsiteX90" fmla="*/ 37110 w 89356"/>
                <a:gd name="connsiteY90" fmla="*/ 25567 h 70743"/>
                <a:gd name="connsiteX91" fmla="*/ 37110 w 89356"/>
                <a:gd name="connsiteY91" fmla="*/ 22555 h 70743"/>
                <a:gd name="connsiteX92" fmla="*/ 28148 w 89356"/>
                <a:gd name="connsiteY92" fmla="*/ 22555 h 70743"/>
                <a:gd name="connsiteX93" fmla="*/ 28148 w 89356"/>
                <a:gd name="connsiteY93" fmla="*/ 22555 h 70743"/>
                <a:gd name="connsiteX94" fmla="*/ 34189 w 89356"/>
                <a:gd name="connsiteY94" fmla="*/ 10575 h 70743"/>
                <a:gd name="connsiteX95" fmla="*/ 31202 w 89356"/>
                <a:gd name="connsiteY95" fmla="*/ 6091 h 70743"/>
                <a:gd name="connsiteX96" fmla="*/ 28214 w 89356"/>
                <a:gd name="connsiteY96" fmla="*/ 4618 h 70743"/>
                <a:gd name="connsiteX97" fmla="*/ 25227 w 89356"/>
                <a:gd name="connsiteY97" fmla="*/ 4618 h 70743"/>
                <a:gd name="connsiteX98" fmla="*/ 26687 w 89356"/>
                <a:gd name="connsiteY98" fmla="*/ 7630 h 70743"/>
                <a:gd name="connsiteX99" fmla="*/ 28148 w 89356"/>
                <a:gd name="connsiteY99" fmla="*/ 10642 h 70743"/>
                <a:gd name="connsiteX100" fmla="*/ 34123 w 89356"/>
                <a:gd name="connsiteY100" fmla="*/ 10642 h 70743"/>
                <a:gd name="connsiteX101" fmla="*/ 34123 w 89356"/>
                <a:gd name="connsiteY101" fmla="*/ 10642 h 70743"/>
                <a:gd name="connsiteX102" fmla="*/ 22306 w 89356"/>
                <a:gd name="connsiteY102" fmla="*/ 3079 h 70743"/>
                <a:gd name="connsiteX103" fmla="*/ 20845 w 89356"/>
                <a:gd name="connsiteY103" fmla="*/ 3079 h 70743"/>
                <a:gd name="connsiteX104" fmla="*/ 17858 w 89356"/>
                <a:gd name="connsiteY104" fmla="*/ 3079 h 70743"/>
                <a:gd name="connsiteX105" fmla="*/ 16331 w 89356"/>
                <a:gd name="connsiteY105" fmla="*/ 6091 h 70743"/>
                <a:gd name="connsiteX106" fmla="*/ 14871 w 89356"/>
                <a:gd name="connsiteY106" fmla="*/ 10575 h 70743"/>
                <a:gd name="connsiteX107" fmla="*/ 25293 w 89356"/>
                <a:gd name="connsiteY107" fmla="*/ 10575 h 70743"/>
                <a:gd name="connsiteX108" fmla="*/ 23833 w 89356"/>
                <a:gd name="connsiteY108" fmla="*/ 6091 h 70743"/>
                <a:gd name="connsiteX109" fmla="*/ 22306 w 89356"/>
                <a:gd name="connsiteY109" fmla="*/ 3079 h 70743"/>
                <a:gd name="connsiteX110" fmla="*/ 22306 w 89356"/>
                <a:gd name="connsiteY110" fmla="*/ 3079 h 70743"/>
                <a:gd name="connsiteX111" fmla="*/ 22306 w 89356"/>
                <a:gd name="connsiteY111" fmla="*/ 3079 h 70743"/>
                <a:gd name="connsiteX112" fmla="*/ 14871 w 89356"/>
                <a:gd name="connsiteY112" fmla="*/ 4618 h 70743"/>
                <a:gd name="connsiteX113" fmla="*/ 11883 w 89356"/>
                <a:gd name="connsiteY113" fmla="*/ 4618 h 70743"/>
                <a:gd name="connsiteX114" fmla="*/ 8896 w 89356"/>
                <a:gd name="connsiteY114" fmla="*/ 6091 h 70743"/>
                <a:gd name="connsiteX115" fmla="*/ 5908 w 89356"/>
                <a:gd name="connsiteY115" fmla="*/ 10575 h 70743"/>
                <a:gd name="connsiteX116" fmla="*/ 11883 w 89356"/>
                <a:gd name="connsiteY116" fmla="*/ 10575 h 70743"/>
                <a:gd name="connsiteX117" fmla="*/ 13344 w 89356"/>
                <a:gd name="connsiteY117" fmla="*/ 7563 h 70743"/>
                <a:gd name="connsiteX118" fmla="*/ 14804 w 89356"/>
                <a:gd name="connsiteY118" fmla="*/ 4551 h 70743"/>
                <a:gd name="connsiteX119" fmla="*/ 14804 w 89356"/>
                <a:gd name="connsiteY119" fmla="*/ 4551 h 70743"/>
                <a:gd name="connsiteX120" fmla="*/ 5908 w 89356"/>
                <a:gd name="connsiteY120" fmla="*/ 31657 h 70743"/>
                <a:gd name="connsiteX121" fmla="*/ 8896 w 89356"/>
                <a:gd name="connsiteY121" fmla="*/ 34669 h 70743"/>
                <a:gd name="connsiteX122" fmla="*/ 11883 w 89356"/>
                <a:gd name="connsiteY122" fmla="*/ 36142 h 70743"/>
                <a:gd name="connsiteX123" fmla="*/ 14871 w 89356"/>
                <a:gd name="connsiteY123" fmla="*/ 37614 h 70743"/>
                <a:gd name="connsiteX124" fmla="*/ 13410 w 89356"/>
                <a:gd name="connsiteY124" fmla="*/ 34602 h 70743"/>
                <a:gd name="connsiteX125" fmla="*/ 11950 w 89356"/>
                <a:gd name="connsiteY125" fmla="*/ 31590 h 70743"/>
                <a:gd name="connsiteX126" fmla="*/ 5975 w 89356"/>
                <a:gd name="connsiteY126" fmla="*/ 31590 h 70743"/>
                <a:gd name="connsiteX127" fmla="*/ 5975 w 89356"/>
                <a:gd name="connsiteY127" fmla="*/ 31590 h 70743"/>
                <a:gd name="connsiteX128" fmla="*/ 17792 w 89356"/>
                <a:gd name="connsiteY128" fmla="*/ 39153 h 70743"/>
                <a:gd name="connsiteX129" fmla="*/ 20779 w 89356"/>
                <a:gd name="connsiteY129" fmla="*/ 39153 h 70743"/>
                <a:gd name="connsiteX130" fmla="*/ 22239 w 89356"/>
                <a:gd name="connsiteY130" fmla="*/ 39153 h 70743"/>
                <a:gd name="connsiteX131" fmla="*/ 23766 w 89356"/>
                <a:gd name="connsiteY131" fmla="*/ 34669 h 70743"/>
                <a:gd name="connsiteX132" fmla="*/ 25227 w 89356"/>
                <a:gd name="connsiteY132" fmla="*/ 31657 h 70743"/>
                <a:gd name="connsiteX133" fmla="*/ 14804 w 89356"/>
                <a:gd name="connsiteY133" fmla="*/ 31657 h 70743"/>
                <a:gd name="connsiteX134" fmla="*/ 16265 w 89356"/>
                <a:gd name="connsiteY134" fmla="*/ 34669 h 70743"/>
                <a:gd name="connsiteX135" fmla="*/ 17792 w 89356"/>
                <a:gd name="connsiteY135" fmla="*/ 39153 h 70743"/>
                <a:gd name="connsiteX136" fmla="*/ 17792 w 89356"/>
                <a:gd name="connsiteY136" fmla="*/ 39153 h 70743"/>
                <a:gd name="connsiteX137" fmla="*/ 17792 w 89356"/>
                <a:gd name="connsiteY137" fmla="*/ 39153 h 70743"/>
                <a:gd name="connsiteX138" fmla="*/ 25227 w 89356"/>
                <a:gd name="connsiteY138" fmla="*/ 37681 h 70743"/>
                <a:gd name="connsiteX139" fmla="*/ 31202 w 89356"/>
                <a:gd name="connsiteY139" fmla="*/ 34669 h 70743"/>
                <a:gd name="connsiteX140" fmla="*/ 32662 w 89356"/>
                <a:gd name="connsiteY140" fmla="*/ 33130 h 70743"/>
                <a:gd name="connsiteX141" fmla="*/ 34123 w 89356"/>
                <a:gd name="connsiteY141" fmla="*/ 31657 h 70743"/>
                <a:gd name="connsiteX142" fmla="*/ 28148 w 89356"/>
                <a:gd name="connsiteY142" fmla="*/ 31657 h 70743"/>
                <a:gd name="connsiteX143" fmla="*/ 26687 w 89356"/>
                <a:gd name="connsiteY143" fmla="*/ 34669 h 70743"/>
                <a:gd name="connsiteX144" fmla="*/ 25227 w 89356"/>
                <a:gd name="connsiteY144" fmla="*/ 37681 h 70743"/>
                <a:gd name="connsiteX145" fmla="*/ 25227 w 89356"/>
                <a:gd name="connsiteY145" fmla="*/ 37681 h 70743"/>
                <a:gd name="connsiteX146" fmla="*/ 32662 w 89356"/>
                <a:gd name="connsiteY146" fmla="*/ 61709 h 70743"/>
                <a:gd name="connsiteX147" fmla="*/ 26687 w 89356"/>
                <a:gd name="connsiteY147" fmla="*/ 70744 h 70743"/>
                <a:gd name="connsiteX148" fmla="*/ 74353 w 89356"/>
                <a:gd name="connsiteY148" fmla="*/ 70744 h 70743"/>
                <a:gd name="connsiteX149" fmla="*/ 68378 w 89356"/>
                <a:gd name="connsiteY149" fmla="*/ 61709 h 70743"/>
                <a:gd name="connsiteX150" fmla="*/ 32662 w 89356"/>
                <a:gd name="connsiteY150" fmla="*/ 61709 h 70743"/>
                <a:gd name="connsiteX151" fmla="*/ 32662 w 89356"/>
                <a:gd name="connsiteY151" fmla="*/ 61709 h 70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89356" h="70743">
                  <a:moveTo>
                    <a:pt x="20779" y="0"/>
                  </a:moveTo>
                  <a:lnTo>
                    <a:pt x="23766" y="0"/>
                  </a:lnTo>
                  <a:lnTo>
                    <a:pt x="28214" y="1472"/>
                  </a:lnTo>
                  <a:lnTo>
                    <a:pt x="31202" y="2945"/>
                  </a:lnTo>
                  <a:lnTo>
                    <a:pt x="34189" y="5957"/>
                  </a:lnTo>
                  <a:lnTo>
                    <a:pt x="37176" y="8968"/>
                  </a:lnTo>
                  <a:lnTo>
                    <a:pt x="38637" y="11980"/>
                  </a:lnTo>
                  <a:lnTo>
                    <a:pt x="40097" y="16465"/>
                  </a:lnTo>
                  <a:lnTo>
                    <a:pt x="40097" y="20949"/>
                  </a:lnTo>
                  <a:lnTo>
                    <a:pt x="40097" y="25433"/>
                  </a:lnTo>
                  <a:lnTo>
                    <a:pt x="38637" y="28445"/>
                  </a:lnTo>
                  <a:lnTo>
                    <a:pt x="37176" y="32929"/>
                  </a:lnTo>
                  <a:lnTo>
                    <a:pt x="34189" y="35941"/>
                  </a:lnTo>
                  <a:lnTo>
                    <a:pt x="31202" y="37413"/>
                  </a:lnTo>
                  <a:lnTo>
                    <a:pt x="28214" y="40425"/>
                  </a:lnTo>
                  <a:lnTo>
                    <a:pt x="23766" y="41898"/>
                  </a:lnTo>
                  <a:lnTo>
                    <a:pt x="20779" y="41898"/>
                  </a:lnTo>
                  <a:lnTo>
                    <a:pt x="16331" y="41898"/>
                  </a:lnTo>
                  <a:lnTo>
                    <a:pt x="11883" y="40425"/>
                  </a:lnTo>
                  <a:lnTo>
                    <a:pt x="8896" y="37413"/>
                  </a:lnTo>
                  <a:lnTo>
                    <a:pt x="5908" y="35941"/>
                  </a:lnTo>
                  <a:lnTo>
                    <a:pt x="2921" y="32929"/>
                  </a:lnTo>
                  <a:lnTo>
                    <a:pt x="1460" y="28445"/>
                  </a:lnTo>
                  <a:lnTo>
                    <a:pt x="0" y="25433"/>
                  </a:lnTo>
                  <a:lnTo>
                    <a:pt x="0" y="20949"/>
                  </a:lnTo>
                  <a:lnTo>
                    <a:pt x="0" y="16465"/>
                  </a:lnTo>
                  <a:lnTo>
                    <a:pt x="1460" y="11980"/>
                  </a:lnTo>
                  <a:lnTo>
                    <a:pt x="2921" y="8968"/>
                  </a:lnTo>
                  <a:lnTo>
                    <a:pt x="5908" y="5957"/>
                  </a:lnTo>
                  <a:lnTo>
                    <a:pt x="8896" y="2945"/>
                  </a:lnTo>
                  <a:lnTo>
                    <a:pt x="11883" y="1472"/>
                  </a:lnTo>
                  <a:lnTo>
                    <a:pt x="16331" y="0"/>
                  </a:lnTo>
                  <a:lnTo>
                    <a:pt x="20779" y="0"/>
                  </a:lnTo>
                  <a:lnTo>
                    <a:pt x="20779" y="0"/>
                  </a:lnTo>
                  <a:close/>
                  <a:moveTo>
                    <a:pt x="89290" y="6024"/>
                  </a:moveTo>
                  <a:lnTo>
                    <a:pt x="89290" y="57090"/>
                  </a:lnTo>
                  <a:lnTo>
                    <a:pt x="13344" y="57090"/>
                  </a:lnTo>
                  <a:lnTo>
                    <a:pt x="13344" y="43571"/>
                  </a:lnTo>
                  <a:lnTo>
                    <a:pt x="16331" y="45043"/>
                  </a:lnTo>
                  <a:lnTo>
                    <a:pt x="19318" y="45043"/>
                  </a:lnTo>
                  <a:lnTo>
                    <a:pt x="19318" y="51067"/>
                  </a:lnTo>
                  <a:lnTo>
                    <a:pt x="81854" y="51067"/>
                  </a:lnTo>
                  <a:lnTo>
                    <a:pt x="81854" y="12047"/>
                  </a:lnTo>
                  <a:lnTo>
                    <a:pt x="43151" y="12047"/>
                  </a:lnTo>
                  <a:lnTo>
                    <a:pt x="41691" y="9035"/>
                  </a:lnTo>
                  <a:lnTo>
                    <a:pt x="38703" y="6024"/>
                  </a:lnTo>
                  <a:lnTo>
                    <a:pt x="89356" y="6024"/>
                  </a:lnTo>
                  <a:lnTo>
                    <a:pt x="89356" y="6024"/>
                  </a:lnTo>
                  <a:lnTo>
                    <a:pt x="89356" y="6024"/>
                  </a:lnTo>
                  <a:close/>
                  <a:moveTo>
                    <a:pt x="28214" y="19543"/>
                  </a:moveTo>
                  <a:lnTo>
                    <a:pt x="37176" y="19543"/>
                  </a:lnTo>
                  <a:lnTo>
                    <a:pt x="37176" y="16531"/>
                  </a:lnTo>
                  <a:lnTo>
                    <a:pt x="35716" y="13520"/>
                  </a:lnTo>
                  <a:lnTo>
                    <a:pt x="28281" y="13520"/>
                  </a:lnTo>
                  <a:lnTo>
                    <a:pt x="28281" y="19543"/>
                  </a:lnTo>
                  <a:lnTo>
                    <a:pt x="28281" y="19543"/>
                  </a:lnTo>
                  <a:close/>
                  <a:moveTo>
                    <a:pt x="2921" y="19543"/>
                  </a:moveTo>
                  <a:lnTo>
                    <a:pt x="11883" y="19543"/>
                  </a:lnTo>
                  <a:lnTo>
                    <a:pt x="11883" y="13520"/>
                  </a:lnTo>
                  <a:lnTo>
                    <a:pt x="4448" y="13520"/>
                  </a:lnTo>
                  <a:lnTo>
                    <a:pt x="2921" y="16531"/>
                  </a:lnTo>
                  <a:lnTo>
                    <a:pt x="2921" y="19543"/>
                  </a:lnTo>
                  <a:lnTo>
                    <a:pt x="2921" y="19543"/>
                  </a:lnTo>
                  <a:close/>
                  <a:moveTo>
                    <a:pt x="14804" y="13520"/>
                  </a:moveTo>
                  <a:lnTo>
                    <a:pt x="14804" y="16531"/>
                  </a:lnTo>
                  <a:lnTo>
                    <a:pt x="14804" y="19543"/>
                  </a:lnTo>
                  <a:lnTo>
                    <a:pt x="26687" y="19543"/>
                  </a:lnTo>
                  <a:lnTo>
                    <a:pt x="25227" y="16531"/>
                  </a:lnTo>
                  <a:lnTo>
                    <a:pt x="25227" y="13520"/>
                  </a:lnTo>
                  <a:lnTo>
                    <a:pt x="14804" y="13520"/>
                  </a:lnTo>
                  <a:lnTo>
                    <a:pt x="14804" y="13520"/>
                  </a:lnTo>
                  <a:close/>
                  <a:moveTo>
                    <a:pt x="2921" y="22555"/>
                  </a:moveTo>
                  <a:lnTo>
                    <a:pt x="2921" y="25567"/>
                  </a:lnTo>
                  <a:lnTo>
                    <a:pt x="4448" y="28579"/>
                  </a:lnTo>
                  <a:lnTo>
                    <a:pt x="11883" y="28579"/>
                  </a:lnTo>
                  <a:lnTo>
                    <a:pt x="11883" y="25567"/>
                  </a:lnTo>
                  <a:lnTo>
                    <a:pt x="11883" y="22555"/>
                  </a:lnTo>
                  <a:lnTo>
                    <a:pt x="2921" y="22555"/>
                  </a:lnTo>
                  <a:lnTo>
                    <a:pt x="2921" y="22555"/>
                  </a:lnTo>
                  <a:close/>
                  <a:moveTo>
                    <a:pt x="14804" y="22555"/>
                  </a:moveTo>
                  <a:lnTo>
                    <a:pt x="14804" y="25567"/>
                  </a:lnTo>
                  <a:lnTo>
                    <a:pt x="14804" y="28579"/>
                  </a:lnTo>
                  <a:lnTo>
                    <a:pt x="25227" y="28579"/>
                  </a:lnTo>
                  <a:lnTo>
                    <a:pt x="25227" y="25567"/>
                  </a:lnTo>
                  <a:lnTo>
                    <a:pt x="26687" y="22555"/>
                  </a:lnTo>
                  <a:lnTo>
                    <a:pt x="14804" y="22555"/>
                  </a:lnTo>
                  <a:lnTo>
                    <a:pt x="14804" y="22555"/>
                  </a:lnTo>
                  <a:close/>
                  <a:moveTo>
                    <a:pt x="28214" y="22555"/>
                  </a:moveTo>
                  <a:lnTo>
                    <a:pt x="28214" y="28579"/>
                  </a:lnTo>
                  <a:lnTo>
                    <a:pt x="35649" y="28579"/>
                  </a:lnTo>
                  <a:lnTo>
                    <a:pt x="37110" y="25567"/>
                  </a:lnTo>
                  <a:lnTo>
                    <a:pt x="37110" y="22555"/>
                  </a:lnTo>
                  <a:lnTo>
                    <a:pt x="28148" y="22555"/>
                  </a:lnTo>
                  <a:lnTo>
                    <a:pt x="28148" y="22555"/>
                  </a:lnTo>
                  <a:close/>
                  <a:moveTo>
                    <a:pt x="34189" y="10575"/>
                  </a:moveTo>
                  <a:lnTo>
                    <a:pt x="31202" y="6091"/>
                  </a:lnTo>
                  <a:lnTo>
                    <a:pt x="28214" y="4618"/>
                  </a:lnTo>
                  <a:lnTo>
                    <a:pt x="25227" y="4618"/>
                  </a:lnTo>
                  <a:lnTo>
                    <a:pt x="26687" y="7630"/>
                  </a:lnTo>
                  <a:lnTo>
                    <a:pt x="28148" y="10642"/>
                  </a:lnTo>
                  <a:lnTo>
                    <a:pt x="34123" y="10642"/>
                  </a:lnTo>
                  <a:lnTo>
                    <a:pt x="34123" y="10642"/>
                  </a:lnTo>
                  <a:close/>
                  <a:moveTo>
                    <a:pt x="22306" y="3079"/>
                  </a:moveTo>
                  <a:lnTo>
                    <a:pt x="20845" y="3079"/>
                  </a:lnTo>
                  <a:lnTo>
                    <a:pt x="17858" y="3079"/>
                  </a:lnTo>
                  <a:lnTo>
                    <a:pt x="16331" y="6091"/>
                  </a:lnTo>
                  <a:lnTo>
                    <a:pt x="14871" y="10575"/>
                  </a:lnTo>
                  <a:lnTo>
                    <a:pt x="25293" y="10575"/>
                  </a:lnTo>
                  <a:lnTo>
                    <a:pt x="23833" y="6091"/>
                  </a:lnTo>
                  <a:lnTo>
                    <a:pt x="22306" y="3079"/>
                  </a:lnTo>
                  <a:lnTo>
                    <a:pt x="22306" y="3079"/>
                  </a:lnTo>
                  <a:lnTo>
                    <a:pt x="22306" y="3079"/>
                  </a:lnTo>
                  <a:close/>
                  <a:moveTo>
                    <a:pt x="14871" y="4618"/>
                  </a:moveTo>
                  <a:lnTo>
                    <a:pt x="11883" y="4618"/>
                  </a:lnTo>
                  <a:lnTo>
                    <a:pt x="8896" y="6091"/>
                  </a:lnTo>
                  <a:lnTo>
                    <a:pt x="5908" y="10575"/>
                  </a:lnTo>
                  <a:lnTo>
                    <a:pt x="11883" y="10575"/>
                  </a:lnTo>
                  <a:lnTo>
                    <a:pt x="13344" y="7563"/>
                  </a:lnTo>
                  <a:lnTo>
                    <a:pt x="14804" y="4551"/>
                  </a:lnTo>
                  <a:lnTo>
                    <a:pt x="14804" y="4551"/>
                  </a:lnTo>
                  <a:close/>
                  <a:moveTo>
                    <a:pt x="5908" y="31657"/>
                  </a:moveTo>
                  <a:lnTo>
                    <a:pt x="8896" y="34669"/>
                  </a:lnTo>
                  <a:lnTo>
                    <a:pt x="11883" y="36142"/>
                  </a:lnTo>
                  <a:lnTo>
                    <a:pt x="14871" y="37614"/>
                  </a:lnTo>
                  <a:lnTo>
                    <a:pt x="13410" y="34602"/>
                  </a:lnTo>
                  <a:lnTo>
                    <a:pt x="11950" y="31590"/>
                  </a:lnTo>
                  <a:lnTo>
                    <a:pt x="5975" y="31590"/>
                  </a:lnTo>
                  <a:lnTo>
                    <a:pt x="5975" y="31590"/>
                  </a:lnTo>
                  <a:close/>
                  <a:moveTo>
                    <a:pt x="17792" y="39153"/>
                  </a:moveTo>
                  <a:lnTo>
                    <a:pt x="20779" y="39153"/>
                  </a:lnTo>
                  <a:lnTo>
                    <a:pt x="22239" y="39153"/>
                  </a:lnTo>
                  <a:lnTo>
                    <a:pt x="23766" y="34669"/>
                  </a:lnTo>
                  <a:lnTo>
                    <a:pt x="25227" y="31657"/>
                  </a:lnTo>
                  <a:lnTo>
                    <a:pt x="14804" y="31657"/>
                  </a:lnTo>
                  <a:lnTo>
                    <a:pt x="16265" y="34669"/>
                  </a:lnTo>
                  <a:lnTo>
                    <a:pt x="17792" y="39153"/>
                  </a:lnTo>
                  <a:lnTo>
                    <a:pt x="17792" y="39153"/>
                  </a:lnTo>
                  <a:lnTo>
                    <a:pt x="17792" y="39153"/>
                  </a:lnTo>
                  <a:close/>
                  <a:moveTo>
                    <a:pt x="25227" y="37681"/>
                  </a:moveTo>
                  <a:lnTo>
                    <a:pt x="31202" y="34669"/>
                  </a:lnTo>
                  <a:lnTo>
                    <a:pt x="32662" y="33130"/>
                  </a:lnTo>
                  <a:lnTo>
                    <a:pt x="34123" y="31657"/>
                  </a:lnTo>
                  <a:lnTo>
                    <a:pt x="28148" y="31657"/>
                  </a:lnTo>
                  <a:lnTo>
                    <a:pt x="26687" y="34669"/>
                  </a:lnTo>
                  <a:lnTo>
                    <a:pt x="25227" y="37681"/>
                  </a:lnTo>
                  <a:lnTo>
                    <a:pt x="25227" y="37681"/>
                  </a:lnTo>
                  <a:close/>
                  <a:moveTo>
                    <a:pt x="32662" y="61709"/>
                  </a:moveTo>
                  <a:lnTo>
                    <a:pt x="26687" y="70744"/>
                  </a:lnTo>
                  <a:lnTo>
                    <a:pt x="74353" y="70744"/>
                  </a:lnTo>
                  <a:lnTo>
                    <a:pt x="68378" y="61709"/>
                  </a:lnTo>
                  <a:lnTo>
                    <a:pt x="32662" y="61709"/>
                  </a:lnTo>
                  <a:lnTo>
                    <a:pt x="32662" y="61709"/>
                  </a:lnTo>
                  <a:close/>
                </a:path>
              </a:pathLst>
            </a:custGeom>
            <a:solidFill>
              <a:srgbClr val="F6641B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49" name="任意多边形: 形状 3048">
              <a:extLst>
                <a:ext uri="{FF2B5EF4-FFF2-40B4-BE49-F238E27FC236}">
                  <a16:creationId xmlns:a16="http://schemas.microsoft.com/office/drawing/2014/main" id="{6958C45D-2D04-2636-C362-AD0055ECE845}"/>
                </a:ext>
              </a:extLst>
            </p:cNvPr>
            <p:cNvSpPr/>
            <p:nvPr/>
          </p:nvSpPr>
          <p:spPr>
            <a:xfrm>
              <a:off x="1273489" y="5511470"/>
              <a:ext cx="83381" cy="70543"/>
            </a:xfrm>
            <a:custGeom>
              <a:avLst/>
              <a:gdLst>
                <a:gd name="connsiteX0" fmla="*/ 43151 w 83381"/>
                <a:gd name="connsiteY0" fmla="*/ 19476 h 70543"/>
                <a:gd name="connsiteX1" fmla="*/ 38703 w 83381"/>
                <a:gd name="connsiteY1" fmla="*/ 19476 h 70543"/>
                <a:gd name="connsiteX2" fmla="*/ 38703 w 83381"/>
                <a:gd name="connsiteY2" fmla="*/ 16465 h 70543"/>
                <a:gd name="connsiteX3" fmla="*/ 40230 w 83381"/>
                <a:gd name="connsiteY3" fmla="*/ 14992 h 70543"/>
                <a:gd name="connsiteX4" fmla="*/ 40230 w 83381"/>
                <a:gd name="connsiteY4" fmla="*/ 14992 h 70543"/>
                <a:gd name="connsiteX5" fmla="*/ 43218 w 83381"/>
                <a:gd name="connsiteY5" fmla="*/ 14992 h 70543"/>
                <a:gd name="connsiteX6" fmla="*/ 43218 w 83381"/>
                <a:gd name="connsiteY6" fmla="*/ 14992 h 70543"/>
                <a:gd name="connsiteX7" fmla="*/ 43218 w 83381"/>
                <a:gd name="connsiteY7" fmla="*/ 16465 h 70543"/>
                <a:gd name="connsiteX8" fmla="*/ 43218 w 83381"/>
                <a:gd name="connsiteY8" fmla="*/ 19476 h 70543"/>
                <a:gd name="connsiteX9" fmla="*/ 43218 w 83381"/>
                <a:gd name="connsiteY9" fmla="*/ 19476 h 70543"/>
                <a:gd name="connsiteX10" fmla="*/ 43218 w 83381"/>
                <a:gd name="connsiteY10" fmla="*/ 19476 h 70543"/>
                <a:gd name="connsiteX11" fmla="*/ 83381 w 83381"/>
                <a:gd name="connsiteY11" fmla="*/ 70543 h 70543"/>
                <a:gd name="connsiteX12" fmla="*/ 0 w 83381"/>
                <a:gd name="connsiteY12" fmla="*/ 70543 h 70543"/>
                <a:gd name="connsiteX13" fmla="*/ 4448 w 83381"/>
                <a:gd name="connsiteY13" fmla="*/ 45043 h 70543"/>
                <a:gd name="connsiteX14" fmla="*/ 77407 w 83381"/>
                <a:gd name="connsiteY14" fmla="*/ 45043 h 70543"/>
                <a:gd name="connsiteX15" fmla="*/ 83381 w 83381"/>
                <a:gd name="connsiteY15" fmla="*/ 70543 h 70543"/>
                <a:gd name="connsiteX16" fmla="*/ 83381 w 83381"/>
                <a:gd name="connsiteY16" fmla="*/ 70543 h 70543"/>
                <a:gd name="connsiteX17" fmla="*/ 83381 w 83381"/>
                <a:gd name="connsiteY17" fmla="*/ 70543 h 70543"/>
                <a:gd name="connsiteX18" fmla="*/ 43151 w 83381"/>
                <a:gd name="connsiteY18" fmla="*/ 27039 h 70543"/>
                <a:gd name="connsiteX19" fmla="*/ 40164 w 83381"/>
                <a:gd name="connsiteY19" fmla="*/ 27039 h 70543"/>
                <a:gd name="connsiteX20" fmla="*/ 40164 w 83381"/>
                <a:gd name="connsiteY20" fmla="*/ 25567 h 70543"/>
                <a:gd name="connsiteX21" fmla="*/ 40164 w 83381"/>
                <a:gd name="connsiteY21" fmla="*/ 24094 h 70543"/>
                <a:gd name="connsiteX22" fmla="*/ 40164 w 83381"/>
                <a:gd name="connsiteY22" fmla="*/ 24094 h 70543"/>
                <a:gd name="connsiteX23" fmla="*/ 41624 w 83381"/>
                <a:gd name="connsiteY23" fmla="*/ 22555 h 70543"/>
                <a:gd name="connsiteX24" fmla="*/ 41624 w 83381"/>
                <a:gd name="connsiteY24" fmla="*/ 24094 h 70543"/>
                <a:gd name="connsiteX25" fmla="*/ 43085 w 83381"/>
                <a:gd name="connsiteY25" fmla="*/ 24094 h 70543"/>
                <a:gd name="connsiteX26" fmla="*/ 41624 w 83381"/>
                <a:gd name="connsiteY26" fmla="*/ 25567 h 70543"/>
                <a:gd name="connsiteX27" fmla="*/ 43085 w 83381"/>
                <a:gd name="connsiteY27" fmla="*/ 27039 h 70543"/>
                <a:gd name="connsiteX28" fmla="*/ 43085 w 83381"/>
                <a:gd name="connsiteY28" fmla="*/ 27039 h 70543"/>
                <a:gd name="connsiteX29" fmla="*/ 43085 w 83381"/>
                <a:gd name="connsiteY29" fmla="*/ 27039 h 70543"/>
                <a:gd name="connsiteX30" fmla="*/ 46139 w 83381"/>
                <a:gd name="connsiteY30" fmla="*/ 19543 h 70543"/>
                <a:gd name="connsiteX31" fmla="*/ 46139 w 83381"/>
                <a:gd name="connsiteY31" fmla="*/ 19543 h 70543"/>
                <a:gd name="connsiteX32" fmla="*/ 46139 w 83381"/>
                <a:gd name="connsiteY32" fmla="*/ 16531 h 70543"/>
                <a:gd name="connsiteX33" fmla="*/ 46139 w 83381"/>
                <a:gd name="connsiteY33" fmla="*/ 15059 h 70543"/>
                <a:gd name="connsiteX34" fmla="*/ 44612 w 83381"/>
                <a:gd name="connsiteY34" fmla="*/ 13587 h 70543"/>
                <a:gd name="connsiteX35" fmla="*/ 44612 w 83381"/>
                <a:gd name="connsiteY35" fmla="*/ 13587 h 70543"/>
                <a:gd name="connsiteX36" fmla="*/ 43151 w 83381"/>
                <a:gd name="connsiteY36" fmla="*/ 12114 h 70543"/>
                <a:gd name="connsiteX37" fmla="*/ 40164 w 83381"/>
                <a:gd name="connsiteY37" fmla="*/ 12114 h 70543"/>
                <a:gd name="connsiteX38" fmla="*/ 38637 w 83381"/>
                <a:gd name="connsiteY38" fmla="*/ 13587 h 70543"/>
                <a:gd name="connsiteX39" fmla="*/ 38637 w 83381"/>
                <a:gd name="connsiteY39" fmla="*/ 13587 h 70543"/>
                <a:gd name="connsiteX40" fmla="*/ 37176 w 83381"/>
                <a:gd name="connsiteY40" fmla="*/ 15059 h 70543"/>
                <a:gd name="connsiteX41" fmla="*/ 37176 w 83381"/>
                <a:gd name="connsiteY41" fmla="*/ 16531 h 70543"/>
                <a:gd name="connsiteX42" fmla="*/ 37176 w 83381"/>
                <a:gd name="connsiteY42" fmla="*/ 19543 h 70543"/>
                <a:gd name="connsiteX43" fmla="*/ 37176 w 83381"/>
                <a:gd name="connsiteY43" fmla="*/ 19543 h 70543"/>
                <a:gd name="connsiteX44" fmla="*/ 35716 w 83381"/>
                <a:gd name="connsiteY44" fmla="*/ 19543 h 70543"/>
                <a:gd name="connsiteX45" fmla="*/ 35716 w 83381"/>
                <a:gd name="connsiteY45" fmla="*/ 21016 h 70543"/>
                <a:gd name="connsiteX46" fmla="*/ 35716 w 83381"/>
                <a:gd name="connsiteY46" fmla="*/ 28512 h 70543"/>
                <a:gd name="connsiteX47" fmla="*/ 35716 w 83381"/>
                <a:gd name="connsiteY47" fmla="*/ 30051 h 70543"/>
                <a:gd name="connsiteX48" fmla="*/ 37176 w 83381"/>
                <a:gd name="connsiteY48" fmla="*/ 30051 h 70543"/>
                <a:gd name="connsiteX49" fmla="*/ 46139 w 83381"/>
                <a:gd name="connsiteY49" fmla="*/ 30051 h 70543"/>
                <a:gd name="connsiteX50" fmla="*/ 47599 w 83381"/>
                <a:gd name="connsiteY50" fmla="*/ 30051 h 70543"/>
                <a:gd name="connsiteX51" fmla="*/ 47599 w 83381"/>
                <a:gd name="connsiteY51" fmla="*/ 28512 h 70543"/>
                <a:gd name="connsiteX52" fmla="*/ 47599 w 83381"/>
                <a:gd name="connsiteY52" fmla="*/ 21016 h 70543"/>
                <a:gd name="connsiteX53" fmla="*/ 47599 w 83381"/>
                <a:gd name="connsiteY53" fmla="*/ 19543 h 70543"/>
                <a:gd name="connsiteX54" fmla="*/ 46139 w 83381"/>
                <a:gd name="connsiteY54" fmla="*/ 19543 h 70543"/>
                <a:gd name="connsiteX55" fmla="*/ 46139 w 83381"/>
                <a:gd name="connsiteY55" fmla="*/ 19543 h 70543"/>
                <a:gd name="connsiteX56" fmla="*/ 8896 w 83381"/>
                <a:gd name="connsiteY56" fmla="*/ 48055 h 70543"/>
                <a:gd name="connsiteX57" fmla="*/ 7369 w 83381"/>
                <a:gd name="connsiteY57" fmla="*/ 60035 h 70543"/>
                <a:gd name="connsiteX58" fmla="*/ 75880 w 83381"/>
                <a:gd name="connsiteY58" fmla="*/ 60035 h 70543"/>
                <a:gd name="connsiteX59" fmla="*/ 72892 w 83381"/>
                <a:gd name="connsiteY59" fmla="*/ 48055 h 70543"/>
                <a:gd name="connsiteX60" fmla="*/ 8896 w 83381"/>
                <a:gd name="connsiteY60" fmla="*/ 48055 h 70543"/>
                <a:gd name="connsiteX61" fmla="*/ 8896 w 83381"/>
                <a:gd name="connsiteY61" fmla="*/ 48055 h 70543"/>
                <a:gd name="connsiteX62" fmla="*/ 8896 w 83381"/>
                <a:gd name="connsiteY62" fmla="*/ 48055 h 70543"/>
                <a:gd name="connsiteX63" fmla="*/ 34189 w 83381"/>
                <a:gd name="connsiteY63" fmla="*/ 61575 h 70543"/>
                <a:gd name="connsiteX64" fmla="*/ 32662 w 83381"/>
                <a:gd name="connsiteY64" fmla="*/ 67598 h 70543"/>
                <a:gd name="connsiteX65" fmla="*/ 50520 w 83381"/>
                <a:gd name="connsiteY65" fmla="*/ 67598 h 70543"/>
                <a:gd name="connsiteX66" fmla="*/ 47533 w 83381"/>
                <a:gd name="connsiteY66" fmla="*/ 61575 h 70543"/>
                <a:gd name="connsiteX67" fmla="*/ 34123 w 83381"/>
                <a:gd name="connsiteY67" fmla="*/ 61575 h 70543"/>
                <a:gd name="connsiteX68" fmla="*/ 34123 w 83381"/>
                <a:gd name="connsiteY68" fmla="*/ 61575 h 70543"/>
                <a:gd name="connsiteX69" fmla="*/ 71432 w 83381"/>
                <a:gd name="connsiteY69" fmla="*/ 37547 h 70543"/>
                <a:gd name="connsiteX70" fmla="*/ 11883 w 83381"/>
                <a:gd name="connsiteY70" fmla="*/ 37547 h 70543"/>
                <a:gd name="connsiteX71" fmla="*/ 11883 w 83381"/>
                <a:gd name="connsiteY71" fmla="*/ 33063 h 70543"/>
                <a:gd name="connsiteX72" fmla="*/ 11883 w 83381"/>
                <a:gd name="connsiteY72" fmla="*/ 6024 h 70543"/>
                <a:gd name="connsiteX73" fmla="*/ 71432 w 83381"/>
                <a:gd name="connsiteY73" fmla="*/ 6024 h 70543"/>
                <a:gd name="connsiteX74" fmla="*/ 71432 w 83381"/>
                <a:gd name="connsiteY74" fmla="*/ 33063 h 70543"/>
                <a:gd name="connsiteX75" fmla="*/ 71432 w 83381"/>
                <a:gd name="connsiteY75" fmla="*/ 37547 h 70543"/>
                <a:gd name="connsiteX76" fmla="*/ 71432 w 83381"/>
                <a:gd name="connsiteY76" fmla="*/ 37547 h 70543"/>
                <a:gd name="connsiteX77" fmla="*/ 71432 w 83381"/>
                <a:gd name="connsiteY77" fmla="*/ 37547 h 70543"/>
                <a:gd name="connsiteX78" fmla="*/ 4448 w 83381"/>
                <a:gd name="connsiteY78" fmla="*/ 31524 h 70543"/>
                <a:gd name="connsiteX79" fmla="*/ 4448 w 83381"/>
                <a:gd name="connsiteY79" fmla="*/ 42031 h 70543"/>
                <a:gd name="connsiteX80" fmla="*/ 77407 w 83381"/>
                <a:gd name="connsiteY80" fmla="*/ 42031 h 70543"/>
                <a:gd name="connsiteX81" fmla="*/ 77407 w 83381"/>
                <a:gd name="connsiteY81" fmla="*/ 0 h 70543"/>
                <a:gd name="connsiteX82" fmla="*/ 4448 w 83381"/>
                <a:gd name="connsiteY82" fmla="*/ 0 h 70543"/>
                <a:gd name="connsiteX83" fmla="*/ 4448 w 83381"/>
                <a:gd name="connsiteY83" fmla="*/ 31524 h 70543"/>
                <a:gd name="connsiteX84" fmla="*/ 4448 w 83381"/>
                <a:gd name="connsiteY84" fmla="*/ 31524 h 7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83381" h="70543">
                  <a:moveTo>
                    <a:pt x="43151" y="19476"/>
                  </a:moveTo>
                  <a:lnTo>
                    <a:pt x="38703" y="19476"/>
                  </a:lnTo>
                  <a:lnTo>
                    <a:pt x="38703" y="16465"/>
                  </a:lnTo>
                  <a:lnTo>
                    <a:pt x="40230" y="14992"/>
                  </a:lnTo>
                  <a:lnTo>
                    <a:pt x="40230" y="14992"/>
                  </a:lnTo>
                  <a:lnTo>
                    <a:pt x="43218" y="14992"/>
                  </a:lnTo>
                  <a:lnTo>
                    <a:pt x="43218" y="14992"/>
                  </a:lnTo>
                  <a:lnTo>
                    <a:pt x="43218" y="16465"/>
                  </a:lnTo>
                  <a:lnTo>
                    <a:pt x="43218" y="19476"/>
                  </a:lnTo>
                  <a:lnTo>
                    <a:pt x="43218" y="19476"/>
                  </a:lnTo>
                  <a:lnTo>
                    <a:pt x="43218" y="19476"/>
                  </a:lnTo>
                  <a:close/>
                  <a:moveTo>
                    <a:pt x="83381" y="70543"/>
                  </a:moveTo>
                  <a:lnTo>
                    <a:pt x="0" y="70543"/>
                  </a:lnTo>
                  <a:lnTo>
                    <a:pt x="4448" y="45043"/>
                  </a:lnTo>
                  <a:lnTo>
                    <a:pt x="77407" y="45043"/>
                  </a:lnTo>
                  <a:lnTo>
                    <a:pt x="83381" y="70543"/>
                  </a:lnTo>
                  <a:lnTo>
                    <a:pt x="83381" y="70543"/>
                  </a:lnTo>
                  <a:lnTo>
                    <a:pt x="83381" y="70543"/>
                  </a:lnTo>
                  <a:close/>
                  <a:moveTo>
                    <a:pt x="43151" y="27039"/>
                  </a:moveTo>
                  <a:lnTo>
                    <a:pt x="40164" y="27039"/>
                  </a:lnTo>
                  <a:lnTo>
                    <a:pt x="40164" y="25567"/>
                  </a:lnTo>
                  <a:lnTo>
                    <a:pt x="40164" y="24094"/>
                  </a:lnTo>
                  <a:lnTo>
                    <a:pt x="40164" y="24094"/>
                  </a:lnTo>
                  <a:lnTo>
                    <a:pt x="41624" y="22555"/>
                  </a:lnTo>
                  <a:lnTo>
                    <a:pt x="41624" y="24094"/>
                  </a:lnTo>
                  <a:lnTo>
                    <a:pt x="43085" y="24094"/>
                  </a:lnTo>
                  <a:lnTo>
                    <a:pt x="41624" y="25567"/>
                  </a:lnTo>
                  <a:lnTo>
                    <a:pt x="43085" y="27039"/>
                  </a:lnTo>
                  <a:lnTo>
                    <a:pt x="43085" y="27039"/>
                  </a:lnTo>
                  <a:lnTo>
                    <a:pt x="43085" y="27039"/>
                  </a:lnTo>
                  <a:close/>
                  <a:moveTo>
                    <a:pt x="46139" y="19543"/>
                  </a:moveTo>
                  <a:lnTo>
                    <a:pt x="46139" y="19543"/>
                  </a:lnTo>
                  <a:lnTo>
                    <a:pt x="46139" y="16531"/>
                  </a:lnTo>
                  <a:lnTo>
                    <a:pt x="46139" y="15059"/>
                  </a:lnTo>
                  <a:lnTo>
                    <a:pt x="44612" y="13587"/>
                  </a:lnTo>
                  <a:lnTo>
                    <a:pt x="44612" y="13587"/>
                  </a:lnTo>
                  <a:lnTo>
                    <a:pt x="43151" y="12114"/>
                  </a:lnTo>
                  <a:lnTo>
                    <a:pt x="40164" y="12114"/>
                  </a:lnTo>
                  <a:lnTo>
                    <a:pt x="38637" y="13587"/>
                  </a:lnTo>
                  <a:lnTo>
                    <a:pt x="38637" y="13587"/>
                  </a:lnTo>
                  <a:lnTo>
                    <a:pt x="37176" y="15059"/>
                  </a:lnTo>
                  <a:lnTo>
                    <a:pt x="37176" y="16531"/>
                  </a:lnTo>
                  <a:lnTo>
                    <a:pt x="37176" y="19543"/>
                  </a:lnTo>
                  <a:lnTo>
                    <a:pt x="37176" y="19543"/>
                  </a:lnTo>
                  <a:lnTo>
                    <a:pt x="35716" y="19543"/>
                  </a:lnTo>
                  <a:lnTo>
                    <a:pt x="35716" y="21016"/>
                  </a:lnTo>
                  <a:lnTo>
                    <a:pt x="35716" y="28512"/>
                  </a:lnTo>
                  <a:lnTo>
                    <a:pt x="35716" y="30051"/>
                  </a:lnTo>
                  <a:lnTo>
                    <a:pt x="37176" y="30051"/>
                  </a:lnTo>
                  <a:lnTo>
                    <a:pt x="46139" y="30051"/>
                  </a:lnTo>
                  <a:lnTo>
                    <a:pt x="47599" y="30051"/>
                  </a:lnTo>
                  <a:lnTo>
                    <a:pt x="47599" y="28512"/>
                  </a:lnTo>
                  <a:lnTo>
                    <a:pt x="47599" y="21016"/>
                  </a:lnTo>
                  <a:lnTo>
                    <a:pt x="47599" y="19543"/>
                  </a:lnTo>
                  <a:lnTo>
                    <a:pt x="46139" y="19543"/>
                  </a:lnTo>
                  <a:lnTo>
                    <a:pt x="46139" y="19543"/>
                  </a:lnTo>
                  <a:close/>
                  <a:moveTo>
                    <a:pt x="8896" y="48055"/>
                  </a:moveTo>
                  <a:lnTo>
                    <a:pt x="7369" y="60035"/>
                  </a:lnTo>
                  <a:lnTo>
                    <a:pt x="75880" y="60035"/>
                  </a:lnTo>
                  <a:lnTo>
                    <a:pt x="72892" y="48055"/>
                  </a:lnTo>
                  <a:lnTo>
                    <a:pt x="8896" y="48055"/>
                  </a:lnTo>
                  <a:lnTo>
                    <a:pt x="8896" y="48055"/>
                  </a:lnTo>
                  <a:lnTo>
                    <a:pt x="8896" y="48055"/>
                  </a:lnTo>
                  <a:close/>
                  <a:moveTo>
                    <a:pt x="34189" y="61575"/>
                  </a:moveTo>
                  <a:lnTo>
                    <a:pt x="32662" y="67598"/>
                  </a:lnTo>
                  <a:lnTo>
                    <a:pt x="50520" y="67598"/>
                  </a:lnTo>
                  <a:lnTo>
                    <a:pt x="47533" y="61575"/>
                  </a:lnTo>
                  <a:lnTo>
                    <a:pt x="34123" y="61575"/>
                  </a:lnTo>
                  <a:lnTo>
                    <a:pt x="34123" y="61575"/>
                  </a:lnTo>
                  <a:close/>
                  <a:moveTo>
                    <a:pt x="71432" y="37547"/>
                  </a:moveTo>
                  <a:lnTo>
                    <a:pt x="11883" y="37547"/>
                  </a:lnTo>
                  <a:lnTo>
                    <a:pt x="11883" y="33063"/>
                  </a:lnTo>
                  <a:lnTo>
                    <a:pt x="11883" y="6024"/>
                  </a:lnTo>
                  <a:lnTo>
                    <a:pt x="71432" y="6024"/>
                  </a:lnTo>
                  <a:lnTo>
                    <a:pt x="71432" y="33063"/>
                  </a:lnTo>
                  <a:lnTo>
                    <a:pt x="71432" y="37547"/>
                  </a:lnTo>
                  <a:lnTo>
                    <a:pt x="71432" y="37547"/>
                  </a:lnTo>
                  <a:lnTo>
                    <a:pt x="71432" y="37547"/>
                  </a:lnTo>
                  <a:close/>
                  <a:moveTo>
                    <a:pt x="4448" y="31524"/>
                  </a:moveTo>
                  <a:lnTo>
                    <a:pt x="4448" y="42031"/>
                  </a:lnTo>
                  <a:lnTo>
                    <a:pt x="77407" y="42031"/>
                  </a:lnTo>
                  <a:lnTo>
                    <a:pt x="77407" y="0"/>
                  </a:lnTo>
                  <a:lnTo>
                    <a:pt x="4448" y="0"/>
                  </a:lnTo>
                  <a:lnTo>
                    <a:pt x="4448" y="31524"/>
                  </a:lnTo>
                  <a:lnTo>
                    <a:pt x="4448" y="31524"/>
                  </a:lnTo>
                  <a:close/>
                </a:path>
              </a:pathLst>
            </a:custGeom>
            <a:solidFill>
              <a:srgbClr val="F6641B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50" name="任意多边形: 形状 3049">
              <a:extLst>
                <a:ext uri="{FF2B5EF4-FFF2-40B4-BE49-F238E27FC236}">
                  <a16:creationId xmlns:a16="http://schemas.microsoft.com/office/drawing/2014/main" id="{07B614F7-F26C-DD1F-C1BC-566885C480E0}"/>
                </a:ext>
              </a:extLst>
            </p:cNvPr>
            <p:cNvSpPr/>
            <p:nvPr/>
          </p:nvSpPr>
          <p:spPr>
            <a:xfrm>
              <a:off x="1237706" y="5457123"/>
              <a:ext cx="65324" cy="32393"/>
            </a:xfrm>
            <a:custGeom>
              <a:avLst/>
              <a:gdLst>
                <a:gd name="connsiteX0" fmla="*/ 0 w 65324"/>
                <a:gd name="connsiteY0" fmla="*/ 0 h 32393"/>
                <a:gd name="connsiteX1" fmla="*/ 65324 w 65324"/>
                <a:gd name="connsiteY1" fmla="*/ 0 h 32393"/>
                <a:gd name="connsiteX2" fmla="*/ 65324 w 65324"/>
                <a:gd name="connsiteY2" fmla="*/ 32394 h 32393"/>
                <a:gd name="connsiteX3" fmla="*/ 0 w 65324"/>
                <a:gd name="connsiteY3" fmla="*/ 32394 h 32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324" h="32393">
                  <a:moveTo>
                    <a:pt x="0" y="0"/>
                  </a:moveTo>
                  <a:lnTo>
                    <a:pt x="65324" y="0"/>
                  </a:lnTo>
                  <a:lnTo>
                    <a:pt x="65324" y="32394"/>
                  </a:lnTo>
                  <a:lnTo>
                    <a:pt x="0" y="32394"/>
                  </a:lnTo>
                  <a:close/>
                </a:path>
              </a:pathLst>
            </a:custGeom>
            <a:solidFill>
              <a:srgbClr val="2A3E80"/>
            </a:solidFill>
            <a:ln w="65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051" name="组合 3050">
              <a:extLst>
                <a:ext uri="{FF2B5EF4-FFF2-40B4-BE49-F238E27FC236}">
                  <a16:creationId xmlns:a16="http://schemas.microsoft.com/office/drawing/2014/main" id="{09F9E423-7313-EE09-8E09-2DD1F082D7F9}"/>
                </a:ext>
              </a:extLst>
            </p:cNvPr>
            <p:cNvGrpSpPr/>
            <p:nvPr/>
          </p:nvGrpSpPr>
          <p:grpSpPr>
            <a:xfrm>
              <a:off x="1580592" y="5458270"/>
              <a:ext cx="211234" cy="314825"/>
              <a:chOff x="2374168" y="5081167"/>
              <a:chExt cx="145452" cy="216783"/>
            </a:xfrm>
          </p:grpSpPr>
          <p:sp>
            <p:nvSpPr>
              <p:cNvPr id="3052" name="任意多边形: 形状 3051">
                <a:extLst>
                  <a:ext uri="{FF2B5EF4-FFF2-40B4-BE49-F238E27FC236}">
                    <a16:creationId xmlns:a16="http://schemas.microsoft.com/office/drawing/2014/main" id="{F5E33797-AD37-D67B-390B-E6D01E5156FD}"/>
                  </a:ext>
                </a:extLst>
              </p:cNvPr>
              <p:cNvSpPr/>
              <p:nvPr/>
            </p:nvSpPr>
            <p:spPr>
              <a:xfrm>
                <a:off x="2374168" y="5081167"/>
                <a:ext cx="63930" cy="216716"/>
              </a:xfrm>
              <a:custGeom>
                <a:avLst/>
                <a:gdLst>
                  <a:gd name="connsiteX0" fmla="*/ 0 w 63930"/>
                  <a:gd name="connsiteY0" fmla="*/ 5555 h 216716"/>
                  <a:gd name="connsiteX1" fmla="*/ 1195 w 63930"/>
                  <a:gd name="connsiteY1" fmla="*/ 200051 h 216716"/>
                  <a:gd name="connsiteX2" fmla="*/ 63930 w 63930"/>
                  <a:gd name="connsiteY2" fmla="*/ 216716 h 216716"/>
                  <a:gd name="connsiteX3" fmla="*/ 63930 w 63930"/>
                  <a:gd name="connsiteY3" fmla="*/ 0 h 216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930" h="216716">
                    <a:moveTo>
                      <a:pt x="0" y="5555"/>
                    </a:moveTo>
                    <a:lnTo>
                      <a:pt x="1195" y="200051"/>
                    </a:lnTo>
                    <a:lnTo>
                      <a:pt x="63930" y="216716"/>
                    </a:lnTo>
                    <a:lnTo>
                      <a:pt x="63930" y="0"/>
                    </a:lnTo>
                    <a:close/>
                  </a:path>
                </a:pathLst>
              </a:custGeom>
              <a:solidFill>
                <a:srgbClr val="2B354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53" name="任意多边形: 形状 3052">
                <a:extLst>
                  <a:ext uri="{FF2B5EF4-FFF2-40B4-BE49-F238E27FC236}">
                    <a16:creationId xmlns:a16="http://schemas.microsoft.com/office/drawing/2014/main" id="{6F2972A9-D22D-A7D5-6D1F-94DE3C31794F}"/>
                  </a:ext>
                </a:extLst>
              </p:cNvPr>
              <p:cNvSpPr/>
              <p:nvPr/>
            </p:nvSpPr>
            <p:spPr>
              <a:xfrm>
                <a:off x="2438098" y="5081167"/>
                <a:ext cx="81522" cy="216783"/>
              </a:xfrm>
              <a:custGeom>
                <a:avLst/>
                <a:gdLst>
                  <a:gd name="connsiteX0" fmla="*/ 66 w 81522"/>
                  <a:gd name="connsiteY0" fmla="*/ 0 h 216783"/>
                  <a:gd name="connsiteX1" fmla="*/ 81523 w 81522"/>
                  <a:gd name="connsiteY1" fmla="*/ 13453 h 216783"/>
                  <a:gd name="connsiteX2" fmla="*/ 81523 w 81522"/>
                  <a:gd name="connsiteY2" fmla="*/ 164712 h 216783"/>
                  <a:gd name="connsiteX3" fmla="*/ 0 w 81522"/>
                  <a:gd name="connsiteY3" fmla="*/ 216783 h 216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522" h="216783">
                    <a:moveTo>
                      <a:pt x="66" y="0"/>
                    </a:moveTo>
                    <a:lnTo>
                      <a:pt x="81523" y="13453"/>
                    </a:lnTo>
                    <a:lnTo>
                      <a:pt x="81523" y="164712"/>
                    </a:lnTo>
                    <a:lnTo>
                      <a:pt x="0" y="216783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54" name="任意多边形: 形状 3053">
                <a:extLst>
                  <a:ext uri="{FF2B5EF4-FFF2-40B4-BE49-F238E27FC236}">
                    <a16:creationId xmlns:a16="http://schemas.microsoft.com/office/drawing/2014/main" id="{D95C48A9-50CC-8379-3B84-8FDF9F9BC76F}"/>
                  </a:ext>
                </a:extLst>
              </p:cNvPr>
              <p:cNvSpPr/>
              <p:nvPr/>
            </p:nvSpPr>
            <p:spPr>
              <a:xfrm>
                <a:off x="2380475" y="5089132"/>
                <a:ext cx="51383" cy="195968"/>
              </a:xfrm>
              <a:custGeom>
                <a:avLst/>
                <a:gdLst>
                  <a:gd name="connsiteX0" fmla="*/ 0 w 51383"/>
                  <a:gd name="connsiteY0" fmla="*/ 5154 h 195968"/>
                  <a:gd name="connsiteX1" fmla="*/ 929 w 51383"/>
                  <a:gd name="connsiteY1" fmla="*/ 184122 h 195968"/>
                  <a:gd name="connsiteX2" fmla="*/ 51383 w 51383"/>
                  <a:gd name="connsiteY2" fmla="*/ 195968 h 195968"/>
                  <a:gd name="connsiteX3" fmla="*/ 51383 w 51383"/>
                  <a:gd name="connsiteY3" fmla="*/ 0 h 19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383" h="195968">
                    <a:moveTo>
                      <a:pt x="0" y="5154"/>
                    </a:moveTo>
                    <a:lnTo>
                      <a:pt x="929" y="184122"/>
                    </a:lnTo>
                    <a:lnTo>
                      <a:pt x="51383" y="195968"/>
                    </a:lnTo>
                    <a:lnTo>
                      <a:pt x="51383" y="0"/>
                    </a:lnTo>
                    <a:close/>
                  </a:path>
                </a:pathLst>
              </a:custGeom>
              <a:solidFill>
                <a:srgbClr val="F6641B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55" name="任意多边形: 形状 3054">
                <a:extLst>
                  <a:ext uri="{FF2B5EF4-FFF2-40B4-BE49-F238E27FC236}">
                    <a16:creationId xmlns:a16="http://schemas.microsoft.com/office/drawing/2014/main" id="{FA7E5E00-9998-EBC0-B17D-0F2F9E80DCC0}"/>
                  </a:ext>
                </a:extLst>
              </p:cNvPr>
              <p:cNvSpPr/>
              <p:nvPr/>
            </p:nvSpPr>
            <p:spPr>
              <a:xfrm rot="5118392">
                <a:off x="2415031" y="5184979"/>
                <a:ext cx="13084" cy="13191"/>
              </a:xfrm>
              <a:custGeom>
                <a:avLst/>
                <a:gdLst>
                  <a:gd name="connsiteX0" fmla="*/ 13147 w 13084"/>
                  <a:gd name="connsiteY0" fmla="*/ 6630 h 13191"/>
                  <a:gd name="connsiteX1" fmla="*/ 6604 w 13084"/>
                  <a:gd name="connsiteY1" fmla="*/ 13226 h 13191"/>
                  <a:gd name="connsiteX2" fmla="*/ 62 w 13084"/>
                  <a:gd name="connsiteY2" fmla="*/ 6630 h 13191"/>
                  <a:gd name="connsiteX3" fmla="*/ 6604 w 13084"/>
                  <a:gd name="connsiteY3" fmla="*/ 34 h 13191"/>
                  <a:gd name="connsiteX4" fmla="*/ 13147 w 13084"/>
                  <a:gd name="connsiteY4" fmla="*/ 6630 h 13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84" h="13191">
                    <a:moveTo>
                      <a:pt x="13147" y="6630"/>
                    </a:moveTo>
                    <a:cubicBezTo>
                      <a:pt x="13147" y="10272"/>
                      <a:pt x="10218" y="13226"/>
                      <a:pt x="6604" y="13226"/>
                    </a:cubicBezTo>
                    <a:cubicBezTo>
                      <a:pt x="2991" y="13226"/>
                      <a:pt x="62" y="10272"/>
                      <a:pt x="62" y="6630"/>
                    </a:cubicBezTo>
                    <a:cubicBezTo>
                      <a:pt x="62" y="2987"/>
                      <a:pt x="2991" y="34"/>
                      <a:pt x="6604" y="34"/>
                    </a:cubicBezTo>
                    <a:cubicBezTo>
                      <a:pt x="10218" y="34"/>
                      <a:pt x="13147" y="2987"/>
                      <a:pt x="13147" y="6630"/>
                    </a:cubicBezTo>
                    <a:close/>
                  </a:path>
                </a:pathLst>
              </a:custGeom>
              <a:solidFill>
                <a:srgbClr val="DCDDDD"/>
              </a:solidFill>
              <a:ln w="22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56" name="任意多边形: 形状 3055">
                <a:extLst>
                  <a:ext uri="{FF2B5EF4-FFF2-40B4-BE49-F238E27FC236}">
                    <a16:creationId xmlns:a16="http://schemas.microsoft.com/office/drawing/2014/main" id="{81E24BC3-883C-02ED-C8E5-F2284691857F}"/>
                  </a:ext>
                </a:extLst>
              </p:cNvPr>
              <p:cNvSpPr/>
              <p:nvPr/>
            </p:nvSpPr>
            <p:spPr>
              <a:xfrm>
                <a:off x="2418647" y="5200836"/>
                <a:ext cx="5841" cy="5889"/>
              </a:xfrm>
              <a:custGeom>
                <a:avLst/>
                <a:gdLst>
                  <a:gd name="connsiteX0" fmla="*/ 5842 w 5841"/>
                  <a:gd name="connsiteY0" fmla="*/ 2945 h 5889"/>
                  <a:gd name="connsiteX1" fmla="*/ 2921 w 5841"/>
                  <a:gd name="connsiteY1" fmla="*/ 5890 h 5889"/>
                  <a:gd name="connsiteX2" fmla="*/ 0 w 5841"/>
                  <a:gd name="connsiteY2" fmla="*/ 2945 h 5889"/>
                  <a:gd name="connsiteX3" fmla="*/ 2921 w 5841"/>
                  <a:gd name="connsiteY3" fmla="*/ 0 h 5889"/>
                  <a:gd name="connsiteX4" fmla="*/ 5842 w 5841"/>
                  <a:gd name="connsiteY4" fmla="*/ 2945 h 5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41" h="5889">
                    <a:moveTo>
                      <a:pt x="5842" y="2945"/>
                    </a:moveTo>
                    <a:cubicBezTo>
                      <a:pt x="5842" y="4571"/>
                      <a:pt x="4534" y="5890"/>
                      <a:pt x="2921" y="5890"/>
                    </a:cubicBezTo>
                    <a:cubicBezTo>
                      <a:pt x="1308" y="5890"/>
                      <a:pt x="0" y="4571"/>
                      <a:pt x="0" y="2945"/>
                    </a:cubicBezTo>
                    <a:cubicBezTo>
                      <a:pt x="0" y="1318"/>
                      <a:pt x="1308" y="0"/>
                      <a:pt x="2921" y="0"/>
                    </a:cubicBezTo>
                    <a:cubicBezTo>
                      <a:pt x="4534" y="0"/>
                      <a:pt x="5842" y="1318"/>
                      <a:pt x="5842" y="2945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57" name="任意多边形: 形状 3056">
                <a:extLst>
                  <a:ext uri="{FF2B5EF4-FFF2-40B4-BE49-F238E27FC236}">
                    <a16:creationId xmlns:a16="http://schemas.microsoft.com/office/drawing/2014/main" id="{EA90FF6A-DAD6-250E-0D8D-69DCFDE4DAF3}"/>
                  </a:ext>
                </a:extLst>
              </p:cNvPr>
              <p:cNvSpPr/>
              <p:nvPr/>
            </p:nvSpPr>
            <p:spPr>
              <a:xfrm>
                <a:off x="2418647" y="5210072"/>
                <a:ext cx="5841" cy="5889"/>
              </a:xfrm>
              <a:custGeom>
                <a:avLst/>
                <a:gdLst>
                  <a:gd name="connsiteX0" fmla="*/ 5842 w 5841"/>
                  <a:gd name="connsiteY0" fmla="*/ 2945 h 5889"/>
                  <a:gd name="connsiteX1" fmla="*/ 2921 w 5841"/>
                  <a:gd name="connsiteY1" fmla="*/ 5890 h 5889"/>
                  <a:gd name="connsiteX2" fmla="*/ 0 w 5841"/>
                  <a:gd name="connsiteY2" fmla="*/ 2945 h 5889"/>
                  <a:gd name="connsiteX3" fmla="*/ 2921 w 5841"/>
                  <a:gd name="connsiteY3" fmla="*/ 0 h 5889"/>
                  <a:gd name="connsiteX4" fmla="*/ 5842 w 5841"/>
                  <a:gd name="connsiteY4" fmla="*/ 2945 h 5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41" h="5889">
                    <a:moveTo>
                      <a:pt x="5842" y="2945"/>
                    </a:moveTo>
                    <a:cubicBezTo>
                      <a:pt x="5842" y="4571"/>
                      <a:pt x="4534" y="5890"/>
                      <a:pt x="2921" y="5890"/>
                    </a:cubicBezTo>
                    <a:cubicBezTo>
                      <a:pt x="1308" y="5890"/>
                      <a:pt x="0" y="4571"/>
                      <a:pt x="0" y="2945"/>
                    </a:cubicBezTo>
                    <a:cubicBezTo>
                      <a:pt x="0" y="1318"/>
                      <a:pt x="1308" y="0"/>
                      <a:pt x="2921" y="0"/>
                    </a:cubicBezTo>
                    <a:cubicBezTo>
                      <a:pt x="4534" y="0"/>
                      <a:pt x="5842" y="1318"/>
                      <a:pt x="5842" y="2945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58" name="任意多边形: 形状 3057">
                <a:extLst>
                  <a:ext uri="{FF2B5EF4-FFF2-40B4-BE49-F238E27FC236}">
                    <a16:creationId xmlns:a16="http://schemas.microsoft.com/office/drawing/2014/main" id="{EC3981F3-1E55-0C2E-2B7B-C1AA7C4481AD}"/>
                  </a:ext>
                </a:extLst>
              </p:cNvPr>
              <p:cNvSpPr/>
              <p:nvPr/>
            </p:nvSpPr>
            <p:spPr>
              <a:xfrm>
                <a:off x="2421037" y="5188387"/>
                <a:ext cx="1062" cy="3881"/>
              </a:xfrm>
              <a:custGeom>
                <a:avLst/>
                <a:gdLst>
                  <a:gd name="connsiteX0" fmla="*/ 531 w 1062"/>
                  <a:gd name="connsiteY0" fmla="*/ 3882 h 3881"/>
                  <a:gd name="connsiteX1" fmla="*/ 0 w 1062"/>
                  <a:gd name="connsiteY1" fmla="*/ 3346 h 3881"/>
                  <a:gd name="connsiteX2" fmla="*/ 0 w 1062"/>
                  <a:gd name="connsiteY2" fmla="*/ 535 h 3881"/>
                  <a:gd name="connsiteX3" fmla="*/ 531 w 1062"/>
                  <a:gd name="connsiteY3" fmla="*/ 0 h 3881"/>
                  <a:gd name="connsiteX4" fmla="*/ 1062 w 1062"/>
                  <a:gd name="connsiteY4" fmla="*/ 535 h 3881"/>
                  <a:gd name="connsiteX5" fmla="*/ 1062 w 1062"/>
                  <a:gd name="connsiteY5" fmla="*/ 3346 h 3881"/>
                  <a:gd name="connsiteX6" fmla="*/ 531 w 1062"/>
                  <a:gd name="connsiteY6" fmla="*/ 3882 h 3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62" h="3881">
                    <a:moveTo>
                      <a:pt x="531" y="3882"/>
                    </a:moveTo>
                    <a:cubicBezTo>
                      <a:pt x="266" y="3882"/>
                      <a:pt x="0" y="3681"/>
                      <a:pt x="0" y="3346"/>
                    </a:cubicBezTo>
                    <a:lnTo>
                      <a:pt x="0" y="535"/>
                    </a:lnTo>
                    <a:cubicBezTo>
                      <a:pt x="0" y="268"/>
                      <a:pt x="199" y="0"/>
                      <a:pt x="531" y="0"/>
                    </a:cubicBezTo>
                    <a:cubicBezTo>
                      <a:pt x="797" y="0"/>
                      <a:pt x="1062" y="201"/>
                      <a:pt x="1062" y="535"/>
                    </a:cubicBezTo>
                    <a:lnTo>
                      <a:pt x="1062" y="3346"/>
                    </a:lnTo>
                    <a:cubicBezTo>
                      <a:pt x="1062" y="3614"/>
                      <a:pt x="863" y="3882"/>
                      <a:pt x="531" y="3882"/>
                    </a:cubicBezTo>
                    <a:close/>
                  </a:path>
                </a:pathLst>
              </a:custGeom>
              <a:solidFill>
                <a:srgbClr val="2A3E7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59" name="任意多边形: 形状 3058">
                <a:extLst>
                  <a:ext uri="{FF2B5EF4-FFF2-40B4-BE49-F238E27FC236}">
                    <a16:creationId xmlns:a16="http://schemas.microsoft.com/office/drawing/2014/main" id="{AC5B46E3-A626-227B-91A8-C8275FA14F46}"/>
                  </a:ext>
                </a:extLst>
              </p:cNvPr>
              <p:cNvSpPr/>
              <p:nvPr/>
            </p:nvSpPr>
            <p:spPr>
              <a:xfrm>
                <a:off x="2418514" y="5189136"/>
                <a:ext cx="6107" cy="5609"/>
              </a:xfrm>
              <a:custGeom>
                <a:avLst/>
                <a:gdLst>
                  <a:gd name="connsiteX0" fmla="*/ 3054 w 6107"/>
                  <a:gd name="connsiteY0" fmla="*/ 5609 h 5609"/>
                  <a:gd name="connsiteX1" fmla="*/ 0 w 6107"/>
                  <a:gd name="connsiteY1" fmla="*/ 2531 h 5609"/>
                  <a:gd name="connsiteX2" fmla="*/ 1129 w 6107"/>
                  <a:gd name="connsiteY2" fmla="*/ 121 h 5609"/>
                  <a:gd name="connsiteX3" fmla="*/ 1859 w 6107"/>
                  <a:gd name="connsiteY3" fmla="*/ 188 h 5609"/>
                  <a:gd name="connsiteX4" fmla="*/ 1792 w 6107"/>
                  <a:gd name="connsiteY4" fmla="*/ 924 h 5609"/>
                  <a:gd name="connsiteX5" fmla="*/ 1062 w 6107"/>
                  <a:gd name="connsiteY5" fmla="*/ 2464 h 5609"/>
                  <a:gd name="connsiteX6" fmla="*/ 3054 w 6107"/>
                  <a:gd name="connsiteY6" fmla="*/ 4472 h 5609"/>
                  <a:gd name="connsiteX7" fmla="*/ 5045 w 6107"/>
                  <a:gd name="connsiteY7" fmla="*/ 2464 h 5609"/>
                  <a:gd name="connsiteX8" fmla="*/ 4315 w 6107"/>
                  <a:gd name="connsiteY8" fmla="*/ 924 h 5609"/>
                  <a:gd name="connsiteX9" fmla="*/ 4249 w 6107"/>
                  <a:gd name="connsiteY9" fmla="*/ 188 h 5609"/>
                  <a:gd name="connsiteX10" fmla="*/ 4979 w 6107"/>
                  <a:gd name="connsiteY10" fmla="*/ 121 h 5609"/>
                  <a:gd name="connsiteX11" fmla="*/ 6108 w 6107"/>
                  <a:gd name="connsiteY11" fmla="*/ 2531 h 5609"/>
                  <a:gd name="connsiteX12" fmla="*/ 3054 w 6107"/>
                  <a:gd name="connsiteY12" fmla="*/ 5609 h 5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107" h="5609">
                    <a:moveTo>
                      <a:pt x="3054" y="5609"/>
                    </a:moveTo>
                    <a:cubicBezTo>
                      <a:pt x="1394" y="5609"/>
                      <a:pt x="0" y="4204"/>
                      <a:pt x="0" y="2531"/>
                    </a:cubicBezTo>
                    <a:cubicBezTo>
                      <a:pt x="0" y="1594"/>
                      <a:pt x="398" y="724"/>
                      <a:pt x="1129" y="121"/>
                    </a:cubicBezTo>
                    <a:cubicBezTo>
                      <a:pt x="1328" y="-80"/>
                      <a:pt x="1660" y="-13"/>
                      <a:pt x="1859" y="188"/>
                    </a:cubicBezTo>
                    <a:cubicBezTo>
                      <a:pt x="2058" y="389"/>
                      <a:pt x="1992" y="724"/>
                      <a:pt x="1792" y="924"/>
                    </a:cubicBezTo>
                    <a:cubicBezTo>
                      <a:pt x="1328" y="1326"/>
                      <a:pt x="1062" y="1861"/>
                      <a:pt x="1062" y="2464"/>
                    </a:cubicBezTo>
                    <a:cubicBezTo>
                      <a:pt x="1062" y="3602"/>
                      <a:pt x="1925" y="4472"/>
                      <a:pt x="3054" y="4472"/>
                    </a:cubicBezTo>
                    <a:cubicBezTo>
                      <a:pt x="4182" y="4472"/>
                      <a:pt x="5045" y="3602"/>
                      <a:pt x="5045" y="2464"/>
                    </a:cubicBezTo>
                    <a:cubicBezTo>
                      <a:pt x="5045" y="1861"/>
                      <a:pt x="4780" y="1259"/>
                      <a:pt x="4315" y="924"/>
                    </a:cubicBezTo>
                    <a:cubicBezTo>
                      <a:pt x="4116" y="724"/>
                      <a:pt x="4050" y="389"/>
                      <a:pt x="4249" y="188"/>
                    </a:cubicBezTo>
                    <a:cubicBezTo>
                      <a:pt x="4448" y="-13"/>
                      <a:pt x="4780" y="-80"/>
                      <a:pt x="4979" y="121"/>
                    </a:cubicBezTo>
                    <a:cubicBezTo>
                      <a:pt x="5709" y="724"/>
                      <a:pt x="6108" y="1594"/>
                      <a:pt x="6108" y="2531"/>
                    </a:cubicBezTo>
                    <a:cubicBezTo>
                      <a:pt x="6108" y="4204"/>
                      <a:pt x="4713" y="5609"/>
                      <a:pt x="3054" y="5609"/>
                    </a:cubicBezTo>
                    <a:close/>
                  </a:path>
                </a:pathLst>
              </a:custGeom>
              <a:solidFill>
                <a:srgbClr val="2A3E7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0" name="任意多边形: 形状 3059">
                <a:extLst>
                  <a:ext uri="{FF2B5EF4-FFF2-40B4-BE49-F238E27FC236}">
                    <a16:creationId xmlns:a16="http://schemas.microsoft.com/office/drawing/2014/main" id="{0A302B7E-3A45-2F02-2FFC-E725DC67585D}"/>
                  </a:ext>
                </a:extLst>
              </p:cNvPr>
              <p:cNvSpPr/>
              <p:nvPr/>
            </p:nvSpPr>
            <p:spPr>
              <a:xfrm>
                <a:off x="2386781" y="5117777"/>
                <a:ext cx="7036" cy="3881"/>
              </a:xfrm>
              <a:custGeom>
                <a:avLst/>
                <a:gdLst>
                  <a:gd name="connsiteX0" fmla="*/ 0 w 7036"/>
                  <a:gd name="connsiteY0" fmla="*/ 402 h 3881"/>
                  <a:gd name="connsiteX1" fmla="*/ 7037 w 7036"/>
                  <a:gd name="connsiteY1" fmla="*/ 0 h 3881"/>
                  <a:gd name="connsiteX2" fmla="*/ 7037 w 7036"/>
                  <a:gd name="connsiteY2" fmla="*/ 3480 h 3881"/>
                  <a:gd name="connsiteX3" fmla="*/ 0 w 7036"/>
                  <a:gd name="connsiteY3" fmla="*/ 3882 h 3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36" h="3881">
                    <a:moveTo>
                      <a:pt x="0" y="402"/>
                    </a:moveTo>
                    <a:lnTo>
                      <a:pt x="7037" y="0"/>
                    </a:lnTo>
                    <a:lnTo>
                      <a:pt x="7037" y="3480"/>
                    </a:lnTo>
                    <a:lnTo>
                      <a:pt x="0" y="3882"/>
                    </a:lnTo>
                    <a:close/>
                  </a:path>
                </a:pathLst>
              </a:custGeom>
              <a:solidFill>
                <a:srgbClr val="FEFEF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1" name="任意多边形: 形状 3060">
                <a:extLst>
                  <a:ext uri="{FF2B5EF4-FFF2-40B4-BE49-F238E27FC236}">
                    <a16:creationId xmlns:a16="http://schemas.microsoft.com/office/drawing/2014/main" id="{FA8E7C49-BE97-4C07-8A42-DAE3C8436B48}"/>
                  </a:ext>
                </a:extLst>
              </p:cNvPr>
              <p:cNvSpPr/>
              <p:nvPr/>
            </p:nvSpPr>
            <p:spPr>
              <a:xfrm>
                <a:off x="2387445" y="5118580"/>
                <a:ext cx="5642" cy="2275"/>
              </a:xfrm>
              <a:custGeom>
                <a:avLst/>
                <a:gdLst>
                  <a:gd name="connsiteX0" fmla="*/ 0 w 5642"/>
                  <a:gd name="connsiteY0" fmla="*/ 268 h 2275"/>
                  <a:gd name="connsiteX1" fmla="*/ 5643 w 5642"/>
                  <a:gd name="connsiteY1" fmla="*/ 0 h 2275"/>
                  <a:gd name="connsiteX2" fmla="*/ 5643 w 5642"/>
                  <a:gd name="connsiteY2" fmla="*/ 2008 h 2275"/>
                  <a:gd name="connsiteX3" fmla="*/ 0 w 5642"/>
                  <a:gd name="connsiteY3" fmla="*/ 2276 h 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42" h="2275">
                    <a:moveTo>
                      <a:pt x="0" y="268"/>
                    </a:moveTo>
                    <a:lnTo>
                      <a:pt x="5643" y="0"/>
                    </a:lnTo>
                    <a:lnTo>
                      <a:pt x="5643" y="2008"/>
                    </a:lnTo>
                    <a:lnTo>
                      <a:pt x="0" y="2276"/>
                    </a:lnTo>
                    <a:close/>
                  </a:path>
                </a:pathLst>
              </a:custGeom>
              <a:solidFill>
                <a:srgbClr val="D8D7D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2" name="任意多边形: 形状 3061">
                <a:extLst>
                  <a:ext uri="{FF2B5EF4-FFF2-40B4-BE49-F238E27FC236}">
                    <a16:creationId xmlns:a16="http://schemas.microsoft.com/office/drawing/2014/main" id="{0D96D461-693A-A3C1-9D93-69C240FC5E45}"/>
                  </a:ext>
                </a:extLst>
              </p:cNvPr>
              <p:cNvSpPr/>
              <p:nvPr/>
            </p:nvSpPr>
            <p:spPr>
              <a:xfrm>
                <a:off x="2388109" y="5118580"/>
                <a:ext cx="4978" cy="1606"/>
              </a:xfrm>
              <a:custGeom>
                <a:avLst/>
                <a:gdLst>
                  <a:gd name="connsiteX0" fmla="*/ 0 w 4978"/>
                  <a:gd name="connsiteY0" fmla="*/ 268 h 1606"/>
                  <a:gd name="connsiteX1" fmla="*/ 4979 w 4978"/>
                  <a:gd name="connsiteY1" fmla="*/ 0 h 1606"/>
                  <a:gd name="connsiteX2" fmla="*/ 4979 w 4978"/>
                  <a:gd name="connsiteY2" fmla="*/ 1339 h 1606"/>
                  <a:gd name="connsiteX3" fmla="*/ 0 w 4978"/>
                  <a:gd name="connsiteY3" fmla="*/ 1606 h 1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78" h="1606">
                    <a:moveTo>
                      <a:pt x="0" y="268"/>
                    </a:moveTo>
                    <a:lnTo>
                      <a:pt x="4979" y="0"/>
                    </a:lnTo>
                    <a:lnTo>
                      <a:pt x="4979" y="1339"/>
                    </a:lnTo>
                    <a:lnTo>
                      <a:pt x="0" y="1606"/>
                    </a:lnTo>
                    <a:close/>
                  </a:path>
                </a:pathLst>
              </a:custGeom>
              <a:solidFill>
                <a:srgbClr val="8B8B8C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3" name="任意多边形: 形状 3062">
                <a:extLst>
                  <a:ext uri="{FF2B5EF4-FFF2-40B4-BE49-F238E27FC236}">
                    <a16:creationId xmlns:a16="http://schemas.microsoft.com/office/drawing/2014/main" id="{4B485879-BB18-CB54-7E14-A31898245AEC}"/>
                  </a:ext>
                </a:extLst>
              </p:cNvPr>
              <p:cNvSpPr/>
              <p:nvPr/>
            </p:nvSpPr>
            <p:spPr>
              <a:xfrm>
                <a:off x="2394681" y="5117376"/>
                <a:ext cx="7036" cy="3814"/>
              </a:xfrm>
              <a:custGeom>
                <a:avLst/>
                <a:gdLst>
                  <a:gd name="connsiteX0" fmla="*/ 0 w 7036"/>
                  <a:gd name="connsiteY0" fmla="*/ 402 h 3814"/>
                  <a:gd name="connsiteX1" fmla="*/ 7037 w 7036"/>
                  <a:gd name="connsiteY1" fmla="*/ 0 h 3814"/>
                  <a:gd name="connsiteX2" fmla="*/ 7037 w 7036"/>
                  <a:gd name="connsiteY2" fmla="*/ 3480 h 3814"/>
                  <a:gd name="connsiteX3" fmla="*/ 0 w 7036"/>
                  <a:gd name="connsiteY3" fmla="*/ 3815 h 3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36" h="3814">
                    <a:moveTo>
                      <a:pt x="0" y="402"/>
                    </a:moveTo>
                    <a:lnTo>
                      <a:pt x="7037" y="0"/>
                    </a:lnTo>
                    <a:lnTo>
                      <a:pt x="7037" y="3480"/>
                    </a:lnTo>
                    <a:lnTo>
                      <a:pt x="0" y="3815"/>
                    </a:lnTo>
                    <a:close/>
                  </a:path>
                </a:pathLst>
              </a:custGeom>
              <a:solidFill>
                <a:srgbClr val="FEFEF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4" name="任意多边形: 形状 3063">
                <a:extLst>
                  <a:ext uri="{FF2B5EF4-FFF2-40B4-BE49-F238E27FC236}">
                    <a16:creationId xmlns:a16="http://schemas.microsoft.com/office/drawing/2014/main" id="{63B82340-22C3-71F7-70DF-BA6DF0C604B3}"/>
                  </a:ext>
                </a:extLst>
              </p:cNvPr>
              <p:cNvSpPr/>
              <p:nvPr/>
            </p:nvSpPr>
            <p:spPr>
              <a:xfrm>
                <a:off x="2395345" y="5118179"/>
                <a:ext cx="5642" cy="2275"/>
              </a:xfrm>
              <a:custGeom>
                <a:avLst/>
                <a:gdLst>
                  <a:gd name="connsiteX0" fmla="*/ 0 w 5642"/>
                  <a:gd name="connsiteY0" fmla="*/ 268 h 2275"/>
                  <a:gd name="connsiteX1" fmla="*/ 5643 w 5642"/>
                  <a:gd name="connsiteY1" fmla="*/ 0 h 2275"/>
                  <a:gd name="connsiteX2" fmla="*/ 5643 w 5642"/>
                  <a:gd name="connsiteY2" fmla="*/ 2008 h 2275"/>
                  <a:gd name="connsiteX3" fmla="*/ 0 w 5642"/>
                  <a:gd name="connsiteY3" fmla="*/ 2276 h 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42" h="2275">
                    <a:moveTo>
                      <a:pt x="0" y="268"/>
                    </a:moveTo>
                    <a:lnTo>
                      <a:pt x="5643" y="0"/>
                    </a:lnTo>
                    <a:lnTo>
                      <a:pt x="5643" y="2008"/>
                    </a:lnTo>
                    <a:lnTo>
                      <a:pt x="0" y="2276"/>
                    </a:lnTo>
                    <a:close/>
                  </a:path>
                </a:pathLst>
              </a:custGeom>
              <a:solidFill>
                <a:srgbClr val="D8D7D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5" name="任意多边形: 形状 3064">
                <a:extLst>
                  <a:ext uri="{FF2B5EF4-FFF2-40B4-BE49-F238E27FC236}">
                    <a16:creationId xmlns:a16="http://schemas.microsoft.com/office/drawing/2014/main" id="{4BA36C45-E131-92CC-D41D-5BD924E37C13}"/>
                  </a:ext>
                </a:extLst>
              </p:cNvPr>
              <p:cNvSpPr/>
              <p:nvPr/>
            </p:nvSpPr>
            <p:spPr>
              <a:xfrm>
                <a:off x="2396075" y="5118179"/>
                <a:ext cx="4912" cy="1539"/>
              </a:xfrm>
              <a:custGeom>
                <a:avLst/>
                <a:gdLst>
                  <a:gd name="connsiteX0" fmla="*/ 0 w 4912"/>
                  <a:gd name="connsiteY0" fmla="*/ 201 h 1539"/>
                  <a:gd name="connsiteX1" fmla="*/ 4913 w 4912"/>
                  <a:gd name="connsiteY1" fmla="*/ 0 h 1539"/>
                  <a:gd name="connsiteX2" fmla="*/ 4913 w 4912"/>
                  <a:gd name="connsiteY2" fmla="*/ 1339 h 1539"/>
                  <a:gd name="connsiteX3" fmla="*/ 0 w 4912"/>
                  <a:gd name="connsiteY3" fmla="*/ 1539 h 1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12" h="1539">
                    <a:moveTo>
                      <a:pt x="0" y="201"/>
                    </a:moveTo>
                    <a:lnTo>
                      <a:pt x="4913" y="0"/>
                    </a:lnTo>
                    <a:lnTo>
                      <a:pt x="4913" y="1339"/>
                    </a:lnTo>
                    <a:lnTo>
                      <a:pt x="0" y="1539"/>
                    </a:lnTo>
                    <a:close/>
                  </a:path>
                </a:pathLst>
              </a:custGeom>
              <a:solidFill>
                <a:srgbClr val="8B8B8C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6" name="任意多边形: 形状 3065">
                <a:extLst>
                  <a:ext uri="{FF2B5EF4-FFF2-40B4-BE49-F238E27FC236}">
                    <a16:creationId xmlns:a16="http://schemas.microsoft.com/office/drawing/2014/main" id="{D85B1063-550A-D922-DC93-229A03C3F400}"/>
                  </a:ext>
                </a:extLst>
              </p:cNvPr>
              <p:cNvSpPr/>
              <p:nvPr/>
            </p:nvSpPr>
            <p:spPr>
              <a:xfrm rot="21140287">
                <a:off x="2404777" y="5118188"/>
                <a:ext cx="1847" cy="1845"/>
              </a:xfrm>
              <a:custGeom>
                <a:avLst/>
                <a:gdLst>
                  <a:gd name="connsiteX0" fmla="*/ 1907 w 1847"/>
                  <a:gd name="connsiteY0" fmla="*/ 946 h 1845"/>
                  <a:gd name="connsiteX1" fmla="*/ 983 w 1847"/>
                  <a:gd name="connsiteY1" fmla="*/ 1868 h 1845"/>
                  <a:gd name="connsiteX2" fmla="*/ 59 w 1847"/>
                  <a:gd name="connsiteY2" fmla="*/ 946 h 1845"/>
                  <a:gd name="connsiteX3" fmla="*/ 983 w 1847"/>
                  <a:gd name="connsiteY3" fmla="*/ 23 h 1845"/>
                  <a:gd name="connsiteX4" fmla="*/ 1907 w 1847"/>
                  <a:gd name="connsiteY4" fmla="*/ 946 h 1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7" h="1845">
                    <a:moveTo>
                      <a:pt x="1907" y="946"/>
                    </a:moveTo>
                    <a:cubicBezTo>
                      <a:pt x="1907" y="1455"/>
                      <a:pt x="1493" y="1868"/>
                      <a:pt x="983" y="1868"/>
                    </a:cubicBezTo>
                    <a:cubicBezTo>
                      <a:pt x="473" y="1868"/>
                      <a:pt x="59" y="1455"/>
                      <a:pt x="59" y="946"/>
                    </a:cubicBezTo>
                    <a:cubicBezTo>
                      <a:pt x="59" y="436"/>
                      <a:pt x="473" y="23"/>
                      <a:pt x="983" y="23"/>
                    </a:cubicBezTo>
                    <a:cubicBezTo>
                      <a:pt x="1493" y="23"/>
                      <a:pt x="1907" y="436"/>
                      <a:pt x="1907" y="946"/>
                    </a:cubicBezTo>
                    <a:close/>
                  </a:path>
                </a:pathLst>
              </a:custGeom>
              <a:solidFill>
                <a:srgbClr val="A1A1A1"/>
              </a:solidFill>
              <a:ln w="2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7" name="任意多边形: 形状 3066">
                <a:extLst>
                  <a:ext uri="{FF2B5EF4-FFF2-40B4-BE49-F238E27FC236}">
                    <a16:creationId xmlns:a16="http://schemas.microsoft.com/office/drawing/2014/main" id="{B3CB153A-65EB-59A9-ADC3-42C513113684}"/>
                  </a:ext>
                </a:extLst>
              </p:cNvPr>
              <p:cNvSpPr/>
              <p:nvPr/>
            </p:nvSpPr>
            <p:spPr>
              <a:xfrm rot="21140287">
                <a:off x="2409511" y="5118080"/>
                <a:ext cx="1847" cy="1845"/>
              </a:xfrm>
              <a:custGeom>
                <a:avLst/>
                <a:gdLst>
                  <a:gd name="connsiteX0" fmla="*/ 1907 w 1847"/>
                  <a:gd name="connsiteY0" fmla="*/ 946 h 1845"/>
                  <a:gd name="connsiteX1" fmla="*/ 984 w 1847"/>
                  <a:gd name="connsiteY1" fmla="*/ 1868 h 1845"/>
                  <a:gd name="connsiteX2" fmla="*/ 60 w 1847"/>
                  <a:gd name="connsiteY2" fmla="*/ 946 h 1845"/>
                  <a:gd name="connsiteX3" fmla="*/ 984 w 1847"/>
                  <a:gd name="connsiteY3" fmla="*/ 23 h 1845"/>
                  <a:gd name="connsiteX4" fmla="*/ 1907 w 1847"/>
                  <a:gd name="connsiteY4" fmla="*/ 946 h 1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7" h="1845">
                    <a:moveTo>
                      <a:pt x="1907" y="946"/>
                    </a:moveTo>
                    <a:cubicBezTo>
                      <a:pt x="1907" y="1455"/>
                      <a:pt x="1494" y="1868"/>
                      <a:pt x="984" y="1868"/>
                    </a:cubicBezTo>
                    <a:cubicBezTo>
                      <a:pt x="474" y="1868"/>
                      <a:pt x="60" y="1455"/>
                      <a:pt x="60" y="946"/>
                    </a:cubicBezTo>
                    <a:cubicBezTo>
                      <a:pt x="60" y="436"/>
                      <a:pt x="474" y="23"/>
                      <a:pt x="984" y="23"/>
                    </a:cubicBezTo>
                    <a:cubicBezTo>
                      <a:pt x="1494" y="23"/>
                      <a:pt x="1907" y="436"/>
                      <a:pt x="1907" y="946"/>
                    </a:cubicBezTo>
                    <a:close/>
                  </a:path>
                </a:pathLst>
              </a:custGeom>
              <a:solidFill>
                <a:srgbClr val="A1A1A1"/>
              </a:solidFill>
              <a:ln w="2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8" name="任意多边形: 形状 3067">
                <a:extLst>
                  <a:ext uri="{FF2B5EF4-FFF2-40B4-BE49-F238E27FC236}">
                    <a16:creationId xmlns:a16="http://schemas.microsoft.com/office/drawing/2014/main" id="{77BB25BD-D695-E360-D948-FEE5680F34E4}"/>
                  </a:ext>
                </a:extLst>
              </p:cNvPr>
              <p:cNvSpPr/>
              <p:nvPr/>
            </p:nvSpPr>
            <p:spPr>
              <a:xfrm>
                <a:off x="2418248" y="5113761"/>
                <a:ext cx="7568" cy="7629"/>
              </a:xfrm>
              <a:custGeom>
                <a:avLst/>
                <a:gdLst>
                  <a:gd name="connsiteX0" fmla="*/ 7568 w 7568"/>
                  <a:gd name="connsiteY0" fmla="*/ 3815 h 7629"/>
                  <a:gd name="connsiteX1" fmla="*/ 3784 w 7568"/>
                  <a:gd name="connsiteY1" fmla="*/ 7630 h 7629"/>
                  <a:gd name="connsiteX2" fmla="*/ 0 w 7568"/>
                  <a:gd name="connsiteY2" fmla="*/ 3815 h 7629"/>
                  <a:gd name="connsiteX3" fmla="*/ 3784 w 7568"/>
                  <a:gd name="connsiteY3" fmla="*/ 0 h 7629"/>
                  <a:gd name="connsiteX4" fmla="*/ 7568 w 7568"/>
                  <a:gd name="connsiteY4" fmla="*/ 3815 h 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68" h="7629">
                    <a:moveTo>
                      <a:pt x="7568" y="3815"/>
                    </a:moveTo>
                    <a:cubicBezTo>
                      <a:pt x="7568" y="5922"/>
                      <a:pt x="5874" y="7630"/>
                      <a:pt x="3784" y="7630"/>
                    </a:cubicBezTo>
                    <a:cubicBezTo>
                      <a:pt x="1694" y="7630"/>
                      <a:pt x="0" y="5922"/>
                      <a:pt x="0" y="3815"/>
                    </a:cubicBezTo>
                    <a:cubicBezTo>
                      <a:pt x="0" y="1708"/>
                      <a:pt x="1694" y="0"/>
                      <a:pt x="3784" y="0"/>
                    </a:cubicBezTo>
                    <a:cubicBezTo>
                      <a:pt x="5874" y="0"/>
                      <a:pt x="7568" y="1708"/>
                      <a:pt x="7568" y="3815"/>
                    </a:cubicBezTo>
                    <a:close/>
                  </a:path>
                </a:pathLst>
              </a:custGeom>
              <a:noFill/>
              <a:ln w="1246" cap="flat">
                <a:solidFill>
                  <a:srgbClr val="332C2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9" name="任意多边形: 形状 3068">
                <a:extLst>
                  <a:ext uri="{FF2B5EF4-FFF2-40B4-BE49-F238E27FC236}">
                    <a16:creationId xmlns:a16="http://schemas.microsoft.com/office/drawing/2014/main" id="{778CD89D-045E-480D-131B-557E03545B04}"/>
                  </a:ext>
                </a:extLst>
              </p:cNvPr>
              <p:cNvSpPr/>
              <p:nvPr/>
            </p:nvSpPr>
            <p:spPr>
              <a:xfrm>
                <a:off x="2418448" y="5114029"/>
                <a:ext cx="7169" cy="7094"/>
              </a:xfrm>
              <a:custGeom>
                <a:avLst/>
                <a:gdLst>
                  <a:gd name="connsiteX0" fmla="*/ 7170 w 7169"/>
                  <a:gd name="connsiteY0" fmla="*/ 3547 h 7094"/>
                  <a:gd name="connsiteX1" fmla="*/ 3585 w 7169"/>
                  <a:gd name="connsiteY1" fmla="*/ 7094 h 7094"/>
                  <a:gd name="connsiteX2" fmla="*/ 0 w 7169"/>
                  <a:gd name="connsiteY2" fmla="*/ 3547 h 7094"/>
                  <a:gd name="connsiteX3" fmla="*/ 3585 w 7169"/>
                  <a:gd name="connsiteY3" fmla="*/ 0 h 7094"/>
                  <a:gd name="connsiteX4" fmla="*/ 7170 w 7169"/>
                  <a:gd name="connsiteY4" fmla="*/ 3547 h 7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69" h="7094">
                    <a:moveTo>
                      <a:pt x="7170" y="3547"/>
                    </a:moveTo>
                    <a:cubicBezTo>
                      <a:pt x="7170" y="5506"/>
                      <a:pt x="5565" y="7094"/>
                      <a:pt x="3585" y="7094"/>
                    </a:cubicBezTo>
                    <a:cubicBezTo>
                      <a:pt x="1605" y="7094"/>
                      <a:pt x="0" y="5506"/>
                      <a:pt x="0" y="3547"/>
                    </a:cubicBezTo>
                    <a:cubicBezTo>
                      <a:pt x="0" y="1588"/>
                      <a:pt x="1605" y="0"/>
                      <a:pt x="3585" y="0"/>
                    </a:cubicBezTo>
                    <a:cubicBezTo>
                      <a:pt x="5565" y="0"/>
                      <a:pt x="7170" y="1588"/>
                      <a:pt x="7170" y="3547"/>
                    </a:cubicBezTo>
                    <a:close/>
                  </a:path>
                </a:pathLst>
              </a:custGeom>
              <a:solidFill>
                <a:srgbClr val="111D38"/>
              </a:solidFill>
              <a:ln w="1246" cap="flat">
                <a:solidFill>
                  <a:srgbClr val="B6B6B7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0" name="任意多边形: 形状 3069">
                <a:extLst>
                  <a:ext uri="{FF2B5EF4-FFF2-40B4-BE49-F238E27FC236}">
                    <a16:creationId xmlns:a16="http://schemas.microsoft.com/office/drawing/2014/main" id="{5D8A48B5-88FC-59DF-A520-78760298B456}"/>
                  </a:ext>
                </a:extLst>
              </p:cNvPr>
              <p:cNvSpPr/>
              <p:nvPr/>
            </p:nvSpPr>
            <p:spPr>
              <a:xfrm>
                <a:off x="2414199" y="5117643"/>
                <a:ext cx="1858" cy="1874"/>
              </a:xfrm>
              <a:custGeom>
                <a:avLst/>
                <a:gdLst>
                  <a:gd name="connsiteX0" fmla="*/ 1859 w 1858"/>
                  <a:gd name="connsiteY0" fmla="*/ 937 h 1874"/>
                  <a:gd name="connsiteX1" fmla="*/ 929 w 1858"/>
                  <a:gd name="connsiteY1" fmla="*/ 1874 h 1874"/>
                  <a:gd name="connsiteX2" fmla="*/ 0 w 1858"/>
                  <a:gd name="connsiteY2" fmla="*/ 937 h 1874"/>
                  <a:gd name="connsiteX3" fmla="*/ 929 w 1858"/>
                  <a:gd name="connsiteY3" fmla="*/ 0 h 1874"/>
                  <a:gd name="connsiteX4" fmla="*/ 1859 w 1858"/>
                  <a:gd name="connsiteY4" fmla="*/ 937 h 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8" h="1874">
                    <a:moveTo>
                      <a:pt x="1859" y="937"/>
                    </a:moveTo>
                    <a:cubicBezTo>
                      <a:pt x="1859" y="1455"/>
                      <a:pt x="1443" y="1874"/>
                      <a:pt x="929" y="1874"/>
                    </a:cubicBezTo>
                    <a:cubicBezTo>
                      <a:pt x="416" y="1874"/>
                      <a:pt x="0" y="1455"/>
                      <a:pt x="0" y="937"/>
                    </a:cubicBezTo>
                    <a:cubicBezTo>
                      <a:pt x="0" y="420"/>
                      <a:pt x="416" y="0"/>
                      <a:pt x="929" y="0"/>
                    </a:cubicBezTo>
                    <a:cubicBezTo>
                      <a:pt x="1443" y="0"/>
                      <a:pt x="1859" y="420"/>
                      <a:pt x="1859" y="937"/>
                    </a:cubicBezTo>
                    <a:close/>
                  </a:path>
                </a:pathLst>
              </a:custGeom>
              <a:solidFill>
                <a:srgbClr val="757475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1" name="任意多边形: 形状 3070">
                <a:extLst>
                  <a:ext uri="{FF2B5EF4-FFF2-40B4-BE49-F238E27FC236}">
                    <a16:creationId xmlns:a16="http://schemas.microsoft.com/office/drawing/2014/main" id="{BC27BDAE-EC58-A0CC-34FE-1C5F43F9A8AC}"/>
                  </a:ext>
                </a:extLst>
              </p:cNvPr>
              <p:cNvSpPr/>
              <p:nvPr/>
            </p:nvSpPr>
            <p:spPr>
              <a:xfrm>
                <a:off x="2414332" y="5117777"/>
                <a:ext cx="1593" cy="1606"/>
              </a:xfrm>
              <a:custGeom>
                <a:avLst/>
                <a:gdLst>
                  <a:gd name="connsiteX0" fmla="*/ 1593 w 1593"/>
                  <a:gd name="connsiteY0" fmla="*/ 803 h 1606"/>
                  <a:gd name="connsiteX1" fmla="*/ 797 w 1593"/>
                  <a:gd name="connsiteY1" fmla="*/ 1606 h 1606"/>
                  <a:gd name="connsiteX2" fmla="*/ 0 w 1593"/>
                  <a:gd name="connsiteY2" fmla="*/ 803 h 1606"/>
                  <a:gd name="connsiteX3" fmla="*/ 797 w 1593"/>
                  <a:gd name="connsiteY3" fmla="*/ 0 h 1606"/>
                  <a:gd name="connsiteX4" fmla="*/ 1593 w 1593"/>
                  <a:gd name="connsiteY4" fmla="*/ 803 h 1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3" h="1606">
                    <a:moveTo>
                      <a:pt x="1593" y="803"/>
                    </a:moveTo>
                    <a:cubicBezTo>
                      <a:pt x="1593" y="1247"/>
                      <a:pt x="1237" y="1606"/>
                      <a:pt x="797" y="1606"/>
                    </a:cubicBezTo>
                    <a:cubicBezTo>
                      <a:pt x="357" y="1606"/>
                      <a:pt x="0" y="1247"/>
                      <a:pt x="0" y="803"/>
                    </a:cubicBezTo>
                    <a:cubicBezTo>
                      <a:pt x="0" y="360"/>
                      <a:pt x="357" y="0"/>
                      <a:pt x="797" y="0"/>
                    </a:cubicBezTo>
                    <a:cubicBezTo>
                      <a:pt x="1237" y="0"/>
                      <a:pt x="1593" y="360"/>
                      <a:pt x="1593" y="803"/>
                    </a:cubicBezTo>
                    <a:close/>
                  </a:path>
                </a:pathLst>
              </a:custGeom>
              <a:solidFill>
                <a:srgbClr val="474443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2" name="任意多边形: 形状 3071">
                <a:extLst>
                  <a:ext uri="{FF2B5EF4-FFF2-40B4-BE49-F238E27FC236}">
                    <a16:creationId xmlns:a16="http://schemas.microsoft.com/office/drawing/2014/main" id="{71166CED-2FA3-B313-56E4-57720BCBB266}"/>
                  </a:ext>
                </a:extLst>
              </p:cNvPr>
              <p:cNvSpPr/>
              <p:nvPr/>
            </p:nvSpPr>
            <p:spPr>
              <a:xfrm>
                <a:off x="2383064" y="5100571"/>
                <a:ext cx="46868" cy="8978"/>
              </a:xfrm>
              <a:custGeom>
                <a:avLst/>
                <a:gdLst>
                  <a:gd name="connsiteX0" fmla="*/ 1461 w 46868"/>
                  <a:gd name="connsiteY0" fmla="*/ 4021 h 8978"/>
                  <a:gd name="connsiteX1" fmla="*/ 45408 w 46868"/>
                  <a:gd name="connsiteY1" fmla="*/ 5 h 8978"/>
                  <a:gd name="connsiteX2" fmla="*/ 46869 w 46868"/>
                  <a:gd name="connsiteY2" fmla="*/ 1344 h 8978"/>
                  <a:gd name="connsiteX3" fmla="*/ 46869 w 46868"/>
                  <a:gd name="connsiteY3" fmla="*/ 3352 h 8978"/>
                  <a:gd name="connsiteX4" fmla="*/ 45408 w 46868"/>
                  <a:gd name="connsiteY4" fmla="*/ 4958 h 8978"/>
                  <a:gd name="connsiteX5" fmla="*/ 1461 w 46868"/>
                  <a:gd name="connsiteY5" fmla="*/ 8974 h 8978"/>
                  <a:gd name="connsiteX6" fmla="*/ 0 w 46868"/>
                  <a:gd name="connsiteY6" fmla="*/ 7635 h 8978"/>
                  <a:gd name="connsiteX7" fmla="*/ 0 w 46868"/>
                  <a:gd name="connsiteY7" fmla="*/ 5627 h 8978"/>
                  <a:gd name="connsiteX8" fmla="*/ 1461 w 46868"/>
                  <a:gd name="connsiteY8" fmla="*/ 4021 h 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868" h="8978">
                    <a:moveTo>
                      <a:pt x="1461" y="4021"/>
                    </a:moveTo>
                    <a:lnTo>
                      <a:pt x="45408" y="5"/>
                    </a:lnTo>
                    <a:cubicBezTo>
                      <a:pt x="46205" y="-62"/>
                      <a:pt x="46869" y="541"/>
                      <a:pt x="46869" y="1344"/>
                    </a:cubicBezTo>
                    <a:lnTo>
                      <a:pt x="46869" y="3352"/>
                    </a:lnTo>
                    <a:cubicBezTo>
                      <a:pt x="46869" y="4155"/>
                      <a:pt x="46205" y="4891"/>
                      <a:pt x="45408" y="4958"/>
                    </a:cubicBezTo>
                    <a:lnTo>
                      <a:pt x="1461" y="8974"/>
                    </a:lnTo>
                    <a:cubicBezTo>
                      <a:pt x="664" y="9040"/>
                      <a:pt x="0" y="8438"/>
                      <a:pt x="0" y="7635"/>
                    </a:cubicBezTo>
                    <a:lnTo>
                      <a:pt x="0" y="5627"/>
                    </a:lnTo>
                    <a:cubicBezTo>
                      <a:pt x="0" y="4824"/>
                      <a:pt x="664" y="4088"/>
                      <a:pt x="1461" y="4021"/>
                    </a:cubicBezTo>
                    <a:close/>
                  </a:path>
                </a:pathLst>
              </a:custGeom>
              <a:solidFill>
                <a:srgbClr val="DCDCDD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3" name="任意多边形: 形状 3072">
                <a:extLst>
                  <a:ext uri="{FF2B5EF4-FFF2-40B4-BE49-F238E27FC236}">
                    <a16:creationId xmlns:a16="http://schemas.microsoft.com/office/drawing/2014/main" id="{347BBAF6-53A7-6E54-02D7-D174CCFA9727}"/>
                  </a:ext>
                </a:extLst>
              </p:cNvPr>
              <p:cNvSpPr/>
              <p:nvPr/>
            </p:nvSpPr>
            <p:spPr>
              <a:xfrm>
                <a:off x="2383196" y="5226516"/>
                <a:ext cx="46935" cy="13292"/>
              </a:xfrm>
              <a:custGeom>
                <a:avLst/>
                <a:gdLst>
                  <a:gd name="connsiteX0" fmla="*/ 1394 w 46935"/>
                  <a:gd name="connsiteY0" fmla="*/ 87 h 13292"/>
                  <a:gd name="connsiteX1" fmla="*/ 45541 w 46935"/>
                  <a:gd name="connsiteY1" fmla="*/ 8922 h 13292"/>
                  <a:gd name="connsiteX2" fmla="*/ 46935 w 46935"/>
                  <a:gd name="connsiteY2" fmla="*/ 10662 h 13292"/>
                  <a:gd name="connsiteX3" fmla="*/ 46935 w 46935"/>
                  <a:gd name="connsiteY3" fmla="*/ 12068 h 13292"/>
                  <a:gd name="connsiteX4" fmla="*/ 45541 w 46935"/>
                  <a:gd name="connsiteY4" fmla="*/ 13272 h 13292"/>
                  <a:gd name="connsiteX5" fmla="*/ 1394 w 46935"/>
                  <a:gd name="connsiteY5" fmla="*/ 4438 h 13292"/>
                  <a:gd name="connsiteX6" fmla="*/ 0 w 46935"/>
                  <a:gd name="connsiteY6" fmla="*/ 2631 h 13292"/>
                  <a:gd name="connsiteX7" fmla="*/ 0 w 46935"/>
                  <a:gd name="connsiteY7" fmla="*/ 1225 h 13292"/>
                  <a:gd name="connsiteX8" fmla="*/ 1394 w 46935"/>
                  <a:gd name="connsiteY8" fmla="*/ 21 h 13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292">
                    <a:moveTo>
                      <a:pt x="1394" y="87"/>
                    </a:moveTo>
                    <a:lnTo>
                      <a:pt x="45541" y="8922"/>
                    </a:lnTo>
                    <a:cubicBezTo>
                      <a:pt x="46338" y="9056"/>
                      <a:pt x="46935" y="9859"/>
                      <a:pt x="46935" y="10662"/>
                    </a:cubicBezTo>
                    <a:lnTo>
                      <a:pt x="46935" y="12068"/>
                    </a:lnTo>
                    <a:cubicBezTo>
                      <a:pt x="46935" y="12871"/>
                      <a:pt x="46271" y="13406"/>
                      <a:pt x="45541" y="13272"/>
                    </a:cubicBezTo>
                    <a:lnTo>
                      <a:pt x="1394" y="4438"/>
                    </a:lnTo>
                    <a:cubicBezTo>
                      <a:pt x="597" y="4304"/>
                      <a:pt x="0" y="3501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solidFill>
                <a:srgbClr val="DCDCDD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4" name="任意多边形: 形状 3073">
                <a:extLst>
                  <a:ext uri="{FF2B5EF4-FFF2-40B4-BE49-F238E27FC236}">
                    <a16:creationId xmlns:a16="http://schemas.microsoft.com/office/drawing/2014/main" id="{69C496C1-B88C-4F92-636F-6B43A2858C7E}"/>
                  </a:ext>
                </a:extLst>
              </p:cNvPr>
              <p:cNvSpPr/>
              <p:nvPr/>
            </p:nvSpPr>
            <p:spPr>
              <a:xfrm>
                <a:off x="2383329" y="5227072"/>
                <a:ext cx="47067" cy="11177"/>
              </a:xfrm>
              <a:custGeom>
                <a:avLst/>
                <a:gdLst>
                  <a:gd name="connsiteX0" fmla="*/ 4116 w 47067"/>
                  <a:gd name="connsiteY0" fmla="*/ 0 h 11177"/>
                  <a:gd name="connsiteX1" fmla="*/ 0 w 47067"/>
                  <a:gd name="connsiteY1" fmla="*/ 1406 h 11177"/>
                  <a:gd name="connsiteX2" fmla="*/ 46736 w 47067"/>
                  <a:gd name="connsiteY2" fmla="*/ 11177 h 11177"/>
                  <a:gd name="connsiteX3" fmla="*/ 47068 w 47067"/>
                  <a:gd name="connsiteY3" fmla="*/ 8165 h 11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1177">
                    <a:moveTo>
                      <a:pt x="4116" y="0"/>
                    </a:moveTo>
                    <a:lnTo>
                      <a:pt x="0" y="1406"/>
                    </a:lnTo>
                    <a:lnTo>
                      <a:pt x="46736" y="11177"/>
                    </a:lnTo>
                    <a:lnTo>
                      <a:pt x="47068" y="8165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5" name="任意多边形: 形状 3074">
                <a:extLst>
                  <a:ext uri="{FF2B5EF4-FFF2-40B4-BE49-F238E27FC236}">
                    <a16:creationId xmlns:a16="http://schemas.microsoft.com/office/drawing/2014/main" id="{713FC26E-C915-C97D-72F7-0665D651415A}"/>
                  </a:ext>
                </a:extLst>
              </p:cNvPr>
              <p:cNvSpPr/>
              <p:nvPr/>
            </p:nvSpPr>
            <p:spPr>
              <a:xfrm>
                <a:off x="2383196" y="5226516"/>
                <a:ext cx="46935" cy="13292"/>
              </a:xfrm>
              <a:custGeom>
                <a:avLst/>
                <a:gdLst>
                  <a:gd name="connsiteX0" fmla="*/ 1394 w 46935"/>
                  <a:gd name="connsiteY0" fmla="*/ 87 h 13292"/>
                  <a:gd name="connsiteX1" fmla="*/ 45541 w 46935"/>
                  <a:gd name="connsiteY1" fmla="*/ 8922 h 13292"/>
                  <a:gd name="connsiteX2" fmla="*/ 46935 w 46935"/>
                  <a:gd name="connsiteY2" fmla="*/ 10662 h 13292"/>
                  <a:gd name="connsiteX3" fmla="*/ 46935 w 46935"/>
                  <a:gd name="connsiteY3" fmla="*/ 12068 h 13292"/>
                  <a:gd name="connsiteX4" fmla="*/ 45541 w 46935"/>
                  <a:gd name="connsiteY4" fmla="*/ 13272 h 13292"/>
                  <a:gd name="connsiteX5" fmla="*/ 1394 w 46935"/>
                  <a:gd name="connsiteY5" fmla="*/ 4438 h 13292"/>
                  <a:gd name="connsiteX6" fmla="*/ 0 w 46935"/>
                  <a:gd name="connsiteY6" fmla="*/ 2631 h 13292"/>
                  <a:gd name="connsiteX7" fmla="*/ 0 w 46935"/>
                  <a:gd name="connsiteY7" fmla="*/ 1225 h 13292"/>
                  <a:gd name="connsiteX8" fmla="*/ 1394 w 46935"/>
                  <a:gd name="connsiteY8" fmla="*/ 21 h 13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292">
                    <a:moveTo>
                      <a:pt x="1394" y="87"/>
                    </a:moveTo>
                    <a:lnTo>
                      <a:pt x="45541" y="8922"/>
                    </a:lnTo>
                    <a:cubicBezTo>
                      <a:pt x="46338" y="9056"/>
                      <a:pt x="46935" y="9859"/>
                      <a:pt x="46935" y="10662"/>
                    </a:cubicBezTo>
                    <a:lnTo>
                      <a:pt x="46935" y="12068"/>
                    </a:lnTo>
                    <a:cubicBezTo>
                      <a:pt x="46935" y="12871"/>
                      <a:pt x="46271" y="13406"/>
                      <a:pt x="45541" y="13272"/>
                    </a:cubicBezTo>
                    <a:lnTo>
                      <a:pt x="1394" y="4438"/>
                    </a:lnTo>
                    <a:cubicBezTo>
                      <a:pt x="597" y="4304"/>
                      <a:pt x="0" y="3501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6" name="任意多边形: 形状 3075">
                <a:extLst>
                  <a:ext uri="{FF2B5EF4-FFF2-40B4-BE49-F238E27FC236}">
                    <a16:creationId xmlns:a16="http://schemas.microsoft.com/office/drawing/2014/main" id="{FF6D8053-823A-F44A-E06E-D29C8DBC2E01}"/>
                  </a:ext>
                </a:extLst>
              </p:cNvPr>
              <p:cNvSpPr/>
              <p:nvPr/>
            </p:nvSpPr>
            <p:spPr>
              <a:xfrm>
                <a:off x="2383130" y="5228586"/>
                <a:ext cx="47001" cy="11362"/>
              </a:xfrm>
              <a:custGeom>
                <a:avLst/>
                <a:gdLst>
                  <a:gd name="connsiteX0" fmla="*/ 1129 w 47001"/>
                  <a:gd name="connsiteY0" fmla="*/ 26 h 11362"/>
                  <a:gd name="connsiteX1" fmla="*/ 45873 w 47001"/>
                  <a:gd name="connsiteY1" fmla="*/ 8994 h 11362"/>
                  <a:gd name="connsiteX2" fmla="*/ 47002 w 47001"/>
                  <a:gd name="connsiteY2" fmla="*/ 10400 h 11362"/>
                  <a:gd name="connsiteX3" fmla="*/ 47002 w 47001"/>
                  <a:gd name="connsiteY3" fmla="*/ 10400 h 11362"/>
                  <a:gd name="connsiteX4" fmla="*/ 45873 w 47001"/>
                  <a:gd name="connsiteY4" fmla="*/ 11337 h 11362"/>
                  <a:gd name="connsiteX5" fmla="*/ 1129 w 47001"/>
                  <a:gd name="connsiteY5" fmla="*/ 2368 h 11362"/>
                  <a:gd name="connsiteX6" fmla="*/ 0 w 47001"/>
                  <a:gd name="connsiteY6" fmla="*/ 963 h 11362"/>
                  <a:gd name="connsiteX7" fmla="*/ 0 w 47001"/>
                  <a:gd name="connsiteY7" fmla="*/ 963 h 11362"/>
                  <a:gd name="connsiteX8" fmla="*/ 1129 w 47001"/>
                  <a:gd name="connsiteY8" fmla="*/ 26 h 11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01" h="11362">
                    <a:moveTo>
                      <a:pt x="1129" y="26"/>
                    </a:moveTo>
                    <a:lnTo>
                      <a:pt x="45873" y="8994"/>
                    </a:lnTo>
                    <a:cubicBezTo>
                      <a:pt x="46470" y="9128"/>
                      <a:pt x="47002" y="9730"/>
                      <a:pt x="47002" y="10400"/>
                    </a:cubicBezTo>
                    <a:lnTo>
                      <a:pt x="47002" y="10400"/>
                    </a:lnTo>
                    <a:cubicBezTo>
                      <a:pt x="47002" y="11069"/>
                      <a:pt x="46537" y="11471"/>
                      <a:pt x="45873" y="11337"/>
                    </a:cubicBezTo>
                    <a:lnTo>
                      <a:pt x="1129" y="2368"/>
                    </a:lnTo>
                    <a:cubicBezTo>
                      <a:pt x="531" y="2234"/>
                      <a:pt x="0" y="1632"/>
                      <a:pt x="0" y="963"/>
                    </a:cubicBezTo>
                    <a:lnTo>
                      <a:pt x="0" y="963"/>
                    </a:lnTo>
                    <a:cubicBezTo>
                      <a:pt x="0" y="293"/>
                      <a:pt x="465" y="-108"/>
                      <a:pt x="1129" y="26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7" name="任意多边形: 形状 3076">
                <a:extLst>
                  <a:ext uri="{FF2B5EF4-FFF2-40B4-BE49-F238E27FC236}">
                    <a16:creationId xmlns:a16="http://schemas.microsoft.com/office/drawing/2014/main" id="{49105937-3F5C-0280-8419-BAAECA79B390}"/>
                  </a:ext>
                </a:extLst>
              </p:cNvPr>
              <p:cNvSpPr/>
              <p:nvPr/>
            </p:nvSpPr>
            <p:spPr>
              <a:xfrm>
                <a:off x="2383196" y="5232339"/>
                <a:ext cx="46935" cy="13694"/>
              </a:xfrm>
              <a:custGeom>
                <a:avLst/>
                <a:gdLst>
                  <a:gd name="connsiteX0" fmla="*/ 1394 w 46935"/>
                  <a:gd name="connsiteY0" fmla="*/ 21 h 13694"/>
                  <a:gd name="connsiteX1" fmla="*/ 45541 w 46935"/>
                  <a:gd name="connsiteY1" fmla="*/ 9257 h 13694"/>
                  <a:gd name="connsiteX2" fmla="*/ 46935 w 46935"/>
                  <a:gd name="connsiteY2" fmla="*/ 11064 h 13694"/>
                  <a:gd name="connsiteX3" fmla="*/ 46935 w 46935"/>
                  <a:gd name="connsiteY3" fmla="*/ 12469 h 13694"/>
                  <a:gd name="connsiteX4" fmla="*/ 45541 w 46935"/>
                  <a:gd name="connsiteY4" fmla="*/ 13674 h 13694"/>
                  <a:gd name="connsiteX5" fmla="*/ 1394 w 46935"/>
                  <a:gd name="connsiteY5" fmla="*/ 4438 h 13694"/>
                  <a:gd name="connsiteX6" fmla="*/ 0 w 46935"/>
                  <a:gd name="connsiteY6" fmla="*/ 2631 h 13694"/>
                  <a:gd name="connsiteX7" fmla="*/ 0 w 46935"/>
                  <a:gd name="connsiteY7" fmla="*/ 1225 h 13694"/>
                  <a:gd name="connsiteX8" fmla="*/ 1394 w 46935"/>
                  <a:gd name="connsiteY8" fmla="*/ 21 h 13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694">
                    <a:moveTo>
                      <a:pt x="1394" y="21"/>
                    </a:moveTo>
                    <a:lnTo>
                      <a:pt x="45541" y="9257"/>
                    </a:lnTo>
                    <a:cubicBezTo>
                      <a:pt x="46338" y="9457"/>
                      <a:pt x="46935" y="10261"/>
                      <a:pt x="46935" y="11064"/>
                    </a:cubicBezTo>
                    <a:lnTo>
                      <a:pt x="46935" y="12469"/>
                    </a:lnTo>
                    <a:cubicBezTo>
                      <a:pt x="46935" y="13272"/>
                      <a:pt x="46271" y="13808"/>
                      <a:pt x="45541" y="13674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solidFill>
                <a:srgbClr val="DCDCDD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8" name="任意多边形: 形状 3077">
                <a:extLst>
                  <a:ext uri="{FF2B5EF4-FFF2-40B4-BE49-F238E27FC236}">
                    <a16:creationId xmlns:a16="http://schemas.microsoft.com/office/drawing/2014/main" id="{E6676C9B-92E3-802C-5033-788B413F0AA5}"/>
                  </a:ext>
                </a:extLst>
              </p:cNvPr>
              <p:cNvSpPr/>
              <p:nvPr/>
            </p:nvSpPr>
            <p:spPr>
              <a:xfrm>
                <a:off x="2383329" y="5232895"/>
                <a:ext cx="47067" cy="11578"/>
              </a:xfrm>
              <a:custGeom>
                <a:avLst/>
                <a:gdLst>
                  <a:gd name="connsiteX0" fmla="*/ 4116 w 47067"/>
                  <a:gd name="connsiteY0" fmla="*/ 0 h 11578"/>
                  <a:gd name="connsiteX1" fmla="*/ 0 w 47067"/>
                  <a:gd name="connsiteY1" fmla="*/ 1339 h 11578"/>
                  <a:gd name="connsiteX2" fmla="*/ 46736 w 47067"/>
                  <a:gd name="connsiteY2" fmla="*/ 11579 h 11578"/>
                  <a:gd name="connsiteX3" fmla="*/ 47068 w 47067"/>
                  <a:gd name="connsiteY3" fmla="*/ 8500 h 11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1578">
                    <a:moveTo>
                      <a:pt x="4116" y="0"/>
                    </a:moveTo>
                    <a:lnTo>
                      <a:pt x="0" y="1339"/>
                    </a:lnTo>
                    <a:lnTo>
                      <a:pt x="46736" y="11579"/>
                    </a:lnTo>
                    <a:lnTo>
                      <a:pt x="47068" y="8500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9" name="任意多边形: 形状 3078">
                <a:extLst>
                  <a:ext uri="{FF2B5EF4-FFF2-40B4-BE49-F238E27FC236}">
                    <a16:creationId xmlns:a16="http://schemas.microsoft.com/office/drawing/2014/main" id="{6E3AE841-2A42-48F0-1C8B-36D4C4135E3E}"/>
                  </a:ext>
                </a:extLst>
              </p:cNvPr>
              <p:cNvSpPr/>
              <p:nvPr/>
            </p:nvSpPr>
            <p:spPr>
              <a:xfrm>
                <a:off x="2383196" y="5232339"/>
                <a:ext cx="46935" cy="13694"/>
              </a:xfrm>
              <a:custGeom>
                <a:avLst/>
                <a:gdLst>
                  <a:gd name="connsiteX0" fmla="*/ 1394 w 46935"/>
                  <a:gd name="connsiteY0" fmla="*/ 21 h 13694"/>
                  <a:gd name="connsiteX1" fmla="*/ 45541 w 46935"/>
                  <a:gd name="connsiteY1" fmla="*/ 9257 h 13694"/>
                  <a:gd name="connsiteX2" fmla="*/ 46935 w 46935"/>
                  <a:gd name="connsiteY2" fmla="*/ 11064 h 13694"/>
                  <a:gd name="connsiteX3" fmla="*/ 46935 w 46935"/>
                  <a:gd name="connsiteY3" fmla="*/ 12469 h 13694"/>
                  <a:gd name="connsiteX4" fmla="*/ 45541 w 46935"/>
                  <a:gd name="connsiteY4" fmla="*/ 13674 h 13694"/>
                  <a:gd name="connsiteX5" fmla="*/ 1394 w 46935"/>
                  <a:gd name="connsiteY5" fmla="*/ 4438 h 13694"/>
                  <a:gd name="connsiteX6" fmla="*/ 0 w 46935"/>
                  <a:gd name="connsiteY6" fmla="*/ 2631 h 13694"/>
                  <a:gd name="connsiteX7" fmla="*/ 0 w 46935"/>
                  <a:gd name="connsiteY7" fmla="*/ 1225 h 13694"/>
                  <a:gd name="connsiteX8" fmla="*/ 1394 w 46935"/>
                  <a:gd name="connsiteY8" fmla="*/ 21 h 13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694">
                    <a:moveTo>
                      <a:pt x="1394" y="21"/>
                    </a:moveTo>
                    <a:lnTo>
                      <a:pt x="45541" y="9257"/>
                    </a:lnTo>
                    <a:cubicBezTo>
                      <a:pt x="46338" y="9457"/>
                      <a:pt x="46935" y="10261"/>
                      <a:pt x="46935" y="11064"/>
                    </a:cubicBezTo>
                    <a:lnTo>
                      <a:pt x="46935" y="12469"/>
                    </a:lnTo>
                    <a:cubicBezTo>
                      <a:pt x="46935" y="13272"/>
                      <a:pt x="46271" y="13808"/>
                      <a:pt x="45541" y="13674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0" name="任意多边形: 形状 3079">
                <a:extLst>
                  <a:ext uri="{FF2B5EF4-FFF2-40B4-BE49-F238E27FC236}">
                    <a16:creationId xmlns:a16="http://schemas.microsoft.com/office/drawing/2014/main" id="{012C0C7B-3E6A-3364-B93F-7F7DC0C43D6A}"/>
                  </a:ext>
                </a:extLst>
              </p:cNvPr>
              <p:cNvSpPr/>
              <p:nvPr/>
            </p:nvSpPr>
            <p:spPr>
              <a:xfrm>
                <a:off x="2383064" y="5234342"/>
                <a:ext cx="47001" cy="11763"/>
              </a:xfrm>
              <a:custGeom>
                <a:avLst/>
                <a:gdLst>
                  <a:gd name="connsiteX0" fmla="*/ 1129 w 47001"/>
                  <a:gd name="connsiteY0" fmla="*/ 26 h 11763"/>
                  <a:gd name="connsiteX1" fmla="*/ 45873 w 47001"/>
                  <a:gd name="connsiteY1" fmla="*/ 9396 h 11763"/>
                  <a:gd name="connsiteX2" fmla="*/ 47002 w 47001"/>
                  <a:gd name="connsiteY2" fmla="*/ 10801 h 11763"/>
                  <a:gd name="connsiteX3" fmla="*/ 47002 w 47001"/>
                  <a:gd name="connsiteY3" fmla="*/ 10801 h 11763"/>
                  <a:gd name="connsiteX4" fmla="*/ 45873 w 47001"/>
                  <a:gd name="connsiteY4" fmla="*/ 11738 h 11763"/>
                  <a:gd name="connsiteX5" fmla="*/ 1129 w 47001"/>
                  <a:gd name="connsiteY5" fmla="*/ 2368 h 11763"/>
                  <a:gd name="connsiteX6" fmla="*/ 0 w 47001"/>
                  <a:gd name="connsiteY6" fmla="*/ 963 h 11763"/>
                  <a:gd name="connsiteX7" fmla="*/ 0 w 47001"/>
                  <a:gd name="connsiteY7" fmla="*/ 963 h 11763"/>
                  <a:gd name="connsiteX8" fmla="*/ 1129 w 47001"/>
                  <a:gd name="connsiteY8" fmla="*/ 26 h 11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01" h="11763">
                    <a:moveTo>
                      <a:pt x="1129" y="26"/>
                    </a:moveTo>
                    <a:lnTo>
                      <a:pt x="45873" y="9396"/>
                    </a:lnTo>
                    <a:cubicBezTo>
                      <a:pt x="46470" y="9530"/>
                      <a:pt x="47002" y="10132"/>
                      <a:pt x="47002" y="10801"/>
                    </a:cubicBezTo>
                    <a:lnTo>
                      <a:pt x="47002" y="10801"/>
                    </a:lnTo>
                    <a:cubicBezTo>
                      <a:pt x="47002" y="11471"/>
                      <a:pt x="46537" y="11872"/>
                      <a:pt x="45873" y="11738"/>
                    </a:cubicBezTo>
                    <a:lnTo>
                      <a:pt x="1129" y="2368"/>
                    </a:lnTo>
                    <a:cubicBezTo>
                      <a:pt x="531" y="2234"/>
                      <a:pt x="0" y="1632"/>
                      <a:pt x="0" y="963"/>
                    </a:cubicBezTo>
                    <a:lnTo>
                      <a:pt x="0" y="963"/>
                    </a:lnTo>
                    <a:cubicBezTo>
                      <a:pt x="0" y="293"/>
                      <a:pt x="465" y="-108"/>
                      <a:pt x="1129" y="26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1" name="任意多边形: 形状 3080">
                <a:extLst>
                  <a:ext uri="{FF2B5EF4-FFF2-40B4-BE49-F238E27FC236}">
                    <a16:creationId xmlns:a16="http://schemas.microsoft.com/office/drawing/2014/main" id="{BC9489B2-5E3D-9B99-1C39-60DD52774277}"/>
                  </a:ext>
                </a:extLst>
              </p:cNvPr>
              <p:cNvSpPr/>
              <p:nvPr/>
            </p:nvSpPr>
            <p:spPr>
              <a:xfrm>
                <a:off x="2383196" y="5238095"/>
                <a:ext cx="46935" cy="13895"/>
              </a:xfrm>
              <a:custGeom>
                <a:avLst/>
                <a:gdLst>
                  <a:gd name="connsiteX0" fmla="*/ 1394 w 46935"/>
                  <a:gd name="connsiteY0" fmla="*/ 21 h 13895"/>
                  <a:gd name="connsiteX1" fmla="*/ 45541 w 46935"/>
                  <a:gd name="connsiteY1" fmla="*/ 9457 h 13895"/>
                  <a:gd name="connsiteX2" fmla="*/ 46935 w 46935"/>
                  <a:gd name="connsiteY2" fmla="*/ 11265 h 13895"/>
                  <a:gd name="connsiteX3" fmla="*/ 46935 w 46935"/>
                  <a:gd name="connsiteY3" fmla="*/ 12670 h 13895"/>
                  <a:gd name="connsiteX4" fmla="*/ 45541 w 46935"/>
                  <a:gd name="connsiteY4" fmla="*/ 13875 h 13895"/>
                  <a:gd name="connsiteX5" fmla="*/ 1394 w 46935"/>
                  <a:gd name="connsiteY5" fmla="*/ 4438 h 13895"/>
                  <a:gd name="connsiteX6" fmla="*/ 0 w 46935"/>
                  <a:gd name="connsiteY6" fmla="*/ 2631 h 13895"/>
                  <a:gd name="connsiteX7" fmla="*/ 0 w 46935"/>
                  <a:gd name="connsiteY7" fmla="*/ 1225 h 13895"/>
                  <a:gd name="connsiteX8" fmla="*/ 1394 w 46935"/>
                  <a:gd name="connsiteY8" fmla="*/ 21 h 13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895">
                    <a:moveTo>
                      <a:pt x="1394" y="21"/>
                    </a:moveTo>
                    <a:lnTo>
                      <a:pt x="45541" y="9457"/>
                    </a:lnTo>
                    <a:cubicBezTo>
                      <a:pt x="46338" y="9658"/>
                      <a:pt x="46935" y="10461"/>
                      <a:pt x="46935" y="11265"/>
                    </a:cubicBezTo>
                    <a:lnTo>
                      <a:pt x="46935" y="12670"/>
                    </a:lnTo>
                    <a:cubicBezTo>
                      <a:pt x="46935" y="13473"/>
                      <a:pt x="46271" y="14009"/>
                      <a:pt x="45541" y="13875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solidFill>
                <a:srgbClr val="DCDCDD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2" name="任意多边形: 形状 3081">
                <a:extLst>
                  <a:ext uri="{FF2B5EF4-FFF2-40B4-BE49-F238E27FC236}">
                    <a16:creationId xmlns:a16="http://schemas.microsoft.com/office/drawing/2014/main" id="{4F4EE4C6-E313-BF28-3FC2-702843497651}"/>
                  </a:ext>
                </a:extLst>
              </p:cNvPr>
              <p:cNvSpPr/>
              <p:nvPr/>
            </p:nvSpPr>
            <p:spPr>
              <a:xfrm>
                <a:off x="2383329" y="5238651"/>
                <a:ext cx="47067" cy="11712"/>
              </a:xfrm>
              <a:custGeom>
                <a:avLst/>
                <a:gdLst>
                  <a:gd name="connsiteX0" fmla="*/ 4116 w 47067"/>
                  <a:gd name="connsiteY0" fmla="*/ 0 h 11712"/>
                  <a:gd name="connsiteX1" fmla="*/ 0 w 47067"/>
                  <a:gd name="connsiteY1" fmla="*/ 1339 h 11712"/>
                  <a:gd name="connsiteX2" fmla="*/ 46736 w 47067"/>
                  <a:gd name="connsiteY2" fmla="*/ 11713 h 11712"/>
                  <a:gd name="connsiteX3" fmla="*/ 47068 w 47067"/>
                  <a:gd name="connsiteY3" fmla="*/ 8701 h 1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1712">
                    <a:moveTo>
                      <a:pt x="4116" y="0"/>
                    </a:moveTo>
                    <a:lnTo>
                      <a:pt x="0" y="1339"/>
                    </a:lnTo>
                    <a:lnTo>
                      <a:pt x="46736" y="11713"/>
                    </a:lnTo>
                    <a:lnTo>
                      <a:pt x="47068" y="8701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3" name="任意多边形: 形状 3082">
                <a:extLst>
                  <a:ext uri="{FF2B5EF4-FFF2-40B4-BE49-F238E27FC236}">
                    <a16:creationId xmlns:a16="http://schemas.microsoft.com/office/drawing/2014/main" id="{976444B3-871A-78FD-4520-6CF7DE983148}"/>
                  </a:ext>
                </a:extLst>
              </p:cNvPr>
              <p:cNvSpPr/>
              <p:nvPr/>
            </p:nvSpPr>
            <p:spPr>
              <a:xfrm>
                <a:off x="2383196" y="5238095"/>
                <a:ext cx="46935" cy="13895"/>
              </a:xfrm>
              <a:custGeom>
                <a:avLst/>
                <a:gdLst>
                  <a:gd name="connsiteX0" fmla="*/ 1394 w 46935"/>
                  <a:gd name="connsiteY0" fmla="*/ 21 h 13895"/>
                  <a:gd name="connsiteX1" fmla="*/ 45541 w 46935"/>
                  <a:gd name="connsiteY1" fmla="*/ 9457 h 13895"/>
                  <a:gd name="connsiteX2" fmla="*/ 46935 w 46935"/>
                  <a:gd name="connsiteY2" fmla="*/ 11265 h 13895"/>
                  <a:gd name="connsiteX3" fmla="*/ 46935 w 46935"/>
                  <a:gd name="connsiteY3" fmla="*/ 12670 h 13895"/>
                  <a:gd name="connsiteX4" fmla="*/ 45541 w 46935"/>
                  <a:gd name="connsiteY4" fmla="*/ 13875 h 13895"/>
                  <a:gd name="connsiteX5" fmla="*/ 1394 w 46935"/>
                  <a:gd name="connsiteY5" fmla="*/ 4438 h 13895"/>
                  <a:gd name="connsiteX6" fmla="*/ 0 w 46935"/>
                  <a:gd name="connsiteY6" fmla="*/ 2631 h 13895"/>
                  <a:gd name="connsiteX7" fmla="*/ 0 w 46935"/>
                  <a:gd name="connsiteY7" fmla="*/ 1225 h 13895"/>
                  <a:gd name="connsiteX8" fmla="*/ 1394 w 46935"/>
                  <a:gd name="connsiteY8" fmla="*/ 21 h 13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895">
                    <a:moveTo>
                      <a:pt x="1394" y="21"/>
                    </a:moveTo>
                    <a:lnTo>
                      <a:pt x="45541" y="9457"/>
                    </a:lnTo>
                    <a:cubicBezTo>
                      <a:pt x="46338" y="9658"/>
                      <a:pt x="46935" y="10461"/>
                      <a:pt x="46935" y="11265"/>
                    </a:cubicBezTo>
                    <a:lnTo>
                      <a:pt x="46935" y="12670"/>
                    </a:lnTo>
                    <a:cubicBezTo>
                      <a:pt x="46935" y="13473"/>
                      <a:pt x="46271" y="14009"/>
                      <a:pt x="45541" y="13875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4" name="任意多边形: 形状 3083">
                <a:extLst>
                  <a:ext uri="{FF2B5EF4-FFF2-40B4-BE49-F238E27FC236}">
                    <a16:creationId xmlns:a16="http://schemas.microsoft.com/office/drawing/2014/main" id="{B4667DFF-C9C4-2830-FB72-34DD72754235}"/>
                  </a:ext>
                </a:extLst>
              </p:cNvPr>
              <p:cNvSpPr/>
              <p:nvPr/>
            </p:nvSpPr>
            <p:spPr>
              <a:xfrm>
                <a:off x="2383064" y="5240098"/>
                <a:ext cx="47001" cy="11964"/>
              </a:xfrm>
              <a:custGeom>
                <a:avLst/>
                <a:gdLst>
                  <a:gd name="connsiteX0" fmla="*/ 1129 w 47001"/>
                  <a:gd name="connsiteY0" fmla="*/ 26 h 11964"/>
                  <a:gd name="connsiteX1" fmla="*/ 45873 w 47001"/>
                  <a:gd name="connsiteY1" fmla="*/ 9596 h 11964"/>
                  <a:gd name="connsiteX2" fmla="*/ 47002 w 47001"/>
                  <a:gd name="connsiteY2" fmla="*/ 11002 h 11964"/>
                  <a:gd name="connsiteX3" fmla="*/ 47002 w 47001"/>
                  <a:gd name="connsiteY3" fmla="*/ 11002 h 11964"/>
                  <a:gd name="connsiteX4" fmla="*/ 45873 w 47001"/>
                  <a:gd name="connsiteY4" fmla="*/ 11939 h 11964"/>
                  <a:gd name="connsiteX5" fmla="*/ 1129 w 47001"/>
                  <a:gd name="connsiteY5" fmla="*/ 2368 h 11964"/>
                  <a:gd name="connsiteX6" fmla="*/ 0 w 47001"/>
                  <a:gd name="connsiteY6" fmla="*/ 963 h 11964"/>
                  <a:gd name="connsiteX7" fmla="*/ 0 w 47001"/>
                  <a:gd name="connsiteY7" fmla="*/ 963 h 11964"/>
                  <a:gd name="connsiteX8" fmla="*/ 1129 w 47001"/>
                  <a:gd name="connsiteY8" fmla="*/ 26 h 119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01" h="11964">
                    <a:moveTo>
                      <a:pt x="1129" y="26"/>
                    </a:moveTo>
                    <a:lnTo>
                      <a:pt x="45873" y="9596"/>
                    </a:lnTo>
                    <a:cubicBezTo>
                      <a:pt x="46470" y="9730"/>
                      <a:pt x="47002" y="10333"/>
                      <a:pt x="47002" y="11002"/>
                    </a:cubicBezTo>
                    <a:lnTo>
                      <a:pt x="47002" y="11002"/>
                    </a:lnTo>
                    <a:cubicBezTo>
                      <a:pt x="47002" y="11671"/>
                      <a:pt x="46537" y="12073"/>
                      <a:pt x="45873" y="11939"/>
                    </a:cubicBezTo>
                    <a:lnTo>
                      <a:pt x="1129" y="2368"/>
                    </a:lnTo>
                    <a:cubicBezTo>
                      <a:pt x="531" y="2234"/>
                      <a:pt x="0" y="1632"/>
                      <a:pt x="0" y="963"/>
                    </a:cubicBezTo>
                    <a:lnTo>
                      <a:pt x="0" y="963"/>
                    </a:lnTo>
                    <a:cubicBezTo>
                      <a:pt x="0" y="293"/>
                      <a:pt x="465" y="-108"/>
                      <a:pt x="1129" y="26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5" name="任意多边形: 形状 3084">
                <a:extLst>
                  <a:ext uri="{FF2B5EF4-FFF2-40B4-BE49-F238E27FC236}">
                    <a16:creationId xmlns:a16="http://schemas.microsoft.com/office/drawing/2014/main" id="{C2A6D565-737E-F46A-0CEE-4CDBFD92180E}"/>
                  </a:ext>
                </a:extLst>
              </p:cNvPr>
              <p:cNvSpPr/>
              <p:nvPr/>
            </p:nvSpPr>
            <p:spPr>
              <a:xfrm>
                <a:off x="2383196" y="5243985"/>
                <a:ext cx="46935" cy="13895"/>
              </a:xfrm>
              <a:custGeom>
                <a:avLst/>
                <a:gdLst>
                  <a:gd name="connsiteX0" fmla="*/ 1394 w 46935"/>
                  <a:gd name="connsiteY0" fmla="*/ 21 h 13895"/>
                  <a:gd name="connsiteX1" fmla="*/ 45541 w 46935"/>
                  <a:gd name="connsiteY1" fmla="*/ 9457 h 13895"/>
                  <a:gd name="connsiteX2" fmla="*/ 46935 w 46935"/>
                  <a:gd name="connsiteY2" fmla="*/ 11265 h 13895"/>
                  <a:gd name="connsiteX3" fmla="*/ 46935 w 46935"/>
                  <a:gd name="connsiteY3" fmla="*/ 12670 h 13895"/>
                  <a:gd name="connsiteX4" fmla="*/ 45541 w 46935"/>
                  <a:gd name="connsiteY4" fmla="*/ 13875 h 13895"/>
                  <a:gd name="connsiteX5" fmla="*/ 1394 w 46935"/>
                  <a:gd name="connsiteY5" fmla="*/ 4438 h 13895"/>
                  <a:gd name="connsiteX6" fmla="*/ 0 w 46935"/>
                  <a:gd name="connsiteY6" fmla="*/ 2631 h 13895"/>
                  <a:gd name="connsiteX7" fmla="*/ 0 w 46935"/>
                  <a:gd name="connsiteY7" fmla="*/ 1225 h 13895"/>
                  <a:gd name="connsiteX8" fmla="*/ 1394 w 46935"/>
                  <a:gd name="connsiteY8" fmla="*/ 21 h 13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895">
                    <a:moveTo>
                      <a:pt x="1394" y="21"/>
                    </a:moveTo>
                    <a:lnTo>
                      <a:pt x="45541" y="9457"/>
                    </a:lnTo>
                    <a:cubicBezTo>
                      <a:pt x="46338" y="9658"/>
                      <a:pt x="46935" y="10461"/>
                      <a:pt x="46935" y="11265"/>
                    </a:cubicBezTo>
                    <a:lnTo>
                      <a:pt x="46935" y="12670"/>
                    </a:lnTo>
                    <a:cubicBezTo>
                      <a:pt x="46935" y="13473"/>
                      <a:pt x="46271" y="14009"/>
                      <a:pt x="45541" y="13875"/>
                    </a:cubicBezTo>
                    <a:lnTo>
                      <a:pt x="1394" y="4438"/>
                    </a:lnTo>
                    <a:cubicBezTo>
                      <a:pt x="597" y="4304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solidFill>
                <a:srgbClr val="CECED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6" name="任意多边形: 形状 3085">
                <a:extLst>
                  <a:ext uri="{FF2B5EF4-FFF2-40B4-BE49-F238E27FC236}">
                    <a16:creationId xmlns:a16="http://schemas.microsoft.com/office/drawing/2014/main" id="{7CF3624C-B3E3-33F7-10FF-C9B8CBAFB0A5}"/>
                  </a:ext>
                </a:extLst>
              </p:cNvPr>
              <p:cNvSpPr/>
              <p:nvPr/>
            </p:nvSpPr>
            <p:spPr>
              <a:xfrm>
                <a:off x="2383329" y="5244608"/>
                <a:ext cx="47067" cy="11712"/>
              </a:xfrm>
              <a:custGeom>
                <a:avLst/>
                <a:gdLst>
                  <a:gd name="connsiteX0" fmla="*/ 4116 w 47067"/>
                  <a:gd name="connsiteY0" fmla="*/ 0 h 11712"/>
                  <a:gd name="connsiteX1" fmla="*/ 0 w 47067"/>
                  <a:gd name="connsiteY1" fmla="*/ 1339 h 11712"/>
                  <a:gd name="connsiteX2" fmla="*/ 46736 w 47067"/>
                  <a:gd name="connsiteY2" fmla="*/ 11713 h 11712"/>
                  <a:gd name="connsiteX3" fmla="*/ 47068 w 47067"/>
                  <a:gd name="connsiteY3" fmla="*/ 8701 h 1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1712">
                    <a:moveTo>
                      <a:pt x="4116" y="0"/>
                    </a:moveTo>
                    <a:lnTo>
                      <a:pt x="0" y="1339"/>
                    </a:lnTo>
                    <a:lnTo>
                      <a:pt x="46736" y="11713"/>
                    </a:lnTo>
                    <a:lnTo>
                      <a:pt x="47068" y="8701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7" name="任意多边形: 形状 3086">
                <a:extLst>
                  <a:ext uri="{FF2B5EF4-FFF2-40B4-BE49-F238E27FC236}">
                    <a16:creationId xmlns:a16="http://schemas.microsoft.com/office/drawing/2014/main" id="{0997FFCE-0080-58F5-45D4-76D7FF20FB7A}"/>
                  </a:ext>
                </a:extLst>
              </p:cNvPr>
              <p:cNvSpPr/>
              <p:nvPr/>
            </p:nvSpPr>
            <p:spPr>
              <a:xfrm>
                <a:off x="2383196" y="5243985"/>
                <a:ext cx="46935" cy="13895"/>
              </a:xfrm>
              <a:custGeom>
                <a:avLst/>
                <a:gdLst>
                  <a:gd name="connsiteX0" fmla="*/ 1394 w 46935"/>
                  <a:gd name="connsiteY0" fmla="*/ 21 h 13895"/>
                  <a:gd name="connsiteX1" fmla="*/ 45541 w 46935"/>
                  <a:gd name="connsiteY1" fmla="*/ 9457 h 13895"/>
                  <a:gd name="connsiteX2" fmla="*/ 46935 w 46935"/>
                  <a:gd name="connsiteY2" fmla="*/ 11265 h 13895"/>
                  <a:gd name="connsiteX3" fmla="*/ 46935 w 46935"/>
                  <a:gd name="connsiteY3" fmla="*/ 12670 h 13895"/>
                  <a:gd name="connsiteX4" fmla="*/ 45541 w 46935"/>
                  <a:gd name="connsiteY4" fmla="*/ 13875 h 13895"/>
                  <a:gd name="connsiteX5" fmla="*/ 1394 w 46935"/>
                  <a:gd name="connsiteY5" fmla="*/ 4438 h 13895"/>
                  <a:gd name="connsiteX6" fmla="*/ 0 w 46935"/>
                  <a:gd name="connsiteY6" fmla="*/ 2631 h 13895"/>
                  <a:gd name="connsiteX7" fmla="*/ 0 w 46935"/>
                  <a:gd name="connsiteY7" fmla="*/ 1225 h 13895"/>
                  <a:gd name="connsiteX8" fmla="*/ 1394 w 46935"/>
                  <a:gd name="connsiteY8" fmla="*/ 21 h 13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895">
                    <a:moveTo>
                      <a:pt x="1394" y="21"/>
                    </a:moveTo>
                    <a:lnTo>
                      <a:pt x="45541" y="9457"/>
                    </a:lnTo>
                    <a:cubicBezTo>
                      <a:pt x="46338" y="9658"/>
                      <a:pt x="46935" y="10461"/>
                      <a:pt x="46935" y="11265"/>
                    </a:cubicBezTo>
                    <a:lnTo>
                      <a:pt x="46935" y="12670"/>
                    </a:lnTo>
                    <a:cubicBezTo>
                      <a:pt x="46935" y="13473"/>
                      <a:pt x="46271" y="14009"/>
                      <a:pt x="45541" y="13875"/>
                    </a:cubicBezTo>
                    <a:lnTo>
                      <a:pt x="1394" y="4438"/>
                    </a:lnTo>
                    <a:cubicBezTo>
                      <a:pt x="597" y="4304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8" name="任意多边形: 形状 3087">
                <a:extLst>
                  <a:ext uri="{FF2B5EF4-FFF2-40B4-BE49-F238E27FC236}">
                    <a16:creationId xmlns:a16="http://schemas.microsoft.com/office/drawing/2014/main" id="{9EE2348B-0FE8-7A31-33E6-44AF891C26AE}"/>
                  </a:ext>
                </a:extLst>
              </p:cNvPr>
              <p:cNvSpPr/>
              <p:nvPr/>
            </p:nvSpPr>
            <p:spPr>
              <a:xfrm>
                <a:off x="2383064" y="5246054"/>
                <a:ext cx="47001" cy="11964"/>
              </a:xfrm>
              <a:custGeom>
                <a:avLst/>
                <a:gdLst>
                  <a:gd name="connsiteX0" fmla="*/ 1129 w 47001"/>
                  <a:gd name="connsiteY0" fmla="*/ 26 h 11964"/>
                  <a:gd name="connsiteX1" fmla="*/ 45873 w 47001"/>
                  <a:gd name="connsiteY1" fmla="*/ 9596 h 11964"/>
                  <a:gd name="connsiteX2" fmla="*/ 47002 w 47001"/>
                  <a:gd name="connsiteY2" fmla="*/ 11002 h 11964"/>
                  <a:gd name="connsiteX3" fmla="*/ 47002 w 47001"/>
                  <a:gd name="connsiteY3" fmla="*/ 11002 h 11964"/>
                  <a:gd name="connsiteX4" fmla="*/ 45873 w 47001"/>
                  <a:gd name="connsiteY4" fmla="*/ 11939 h 11964"/>
                  <a:gd name="connsiteX5" fmla="*/ 1129 w 47001"/>
                  <a:gd name="connsiteY5" fmla="*/ 2368 h 11964"/>
                  <a:gd name="connsiteX6" fmla="*/ 0 w 47001"/>
                  <a:gd name="connsiteY6" fmla="*/ 963 h 11964"/>
                  <a:gd name="connsiteX7" fmla="*/ 0 w 47001"/>
                  <a:gd name="connsiteY7" fmla="*/ 963 h 11964"/>
                  <a:gd name="connsiteX8" fmla="*/ 1129 w 47001"/>
                  <a:gd name="connsiteY8" fmla="*/ 26 h 119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01" h="11964">
                    <a:moveTo>
                      <a:pt x="1129" y="26"/>
                    </a:moveTo>
                    <a:lnTo>
                      <a:pt x="45873" y="9596"/>
                    </a:lnTo>
                    <a:cubicBezTo>
                      <a:pt x="46470" y="9730"/>
                      <a:pt x="47002" y="10333"/>
                      <a:pt x="47002" y="11002"/>
                    </a:cubicBezTo>
                    <a:lnTo>
                      <a:pt x="47002" y="11002"/>
                    </a:lnTo>
                    <a:cubicBezTo>
                      <a:pt x="47002" y="11671"/>
                      <a:pt x="46537" y="12073"/>
                      <a:pt x="45873" y="11939"/>
                    </a:cubicBezTo>
                    <a:lnTo>
                      <a:pt x="1129" y="2368"/>
                    </a:lnTo>
                    <a:cubicBezTo>
                      <a:pt x="531" y="2234"/>
                      <a:pt x="0" y="1632"/>
                      <a:pt x="0" y="963"/>
                    </a:cubicBezTo>
                    <a:lnTo>
                      <a:pt x="0" y="963"/>
                    </a:lnTo>
                    <a:cubicBezTo>
                      <a:pt x="0" y="293"/>
                      <a:pt x="465" y="-108"/>
                      <a:pt x="1129" y="26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9" name="任意多边形: 形状 3088">
                <a:extLst>
                  <a:ext uri="{FF2B5EF4-FFF2-40B4-BE49-F238E27FC236}">
                    <a16:creationId xmlns:a16="http://schemas.microsoft.com/office/drawing/2014/main" id="{8C4BAB8E-74A7-BA12-7E45-843A7DB753EE}"/>
                  </a:ext>
                </a:extLst>
              </p:cNvPr>
              <p:cNvSpPr/>
              <p:nvPr/>
            </p:nvSpPr>
            <p:spPr>
              <a:xfrm>
                <a:off x="2383196" y="5249941"/>
                <a:ext cx="46935" cy="14229"/>
              </a:xfrm>
              <a:custGeom>
                <a:avLst/>
                <a:gdLst>
                  <a:gd name="connsiteX0" fmla="*/ 1394 w 46935"/>
                  <a:gd name="connsiteY0" fmla="*/ 21 h 14229"/>
                  <a:gd name="connsiteX1" fmla="*/ 45541 w 46935"/>
                  <a:gd name="connsiteY1" fmla="*/ 9792 h 14229"/>
                  <a:gd name="connsiteX2" fmla="*/ 46935 w 46935"/>
                  <a:gd name="connsiteY2" fmla="*/ 11599 h 14229"/>
                  <a:gd name="connsiteX3" fmla="*/ 46935 w 46935"/>
                  <a:gd name="connsiteY3" fmla="*/ 13005 h 14229"/>
                  <a:gd name="connsiteX4" fmla="*/ 45541 w 46935"/>
                  <a:gd name="connsiteY4" fmla="*/ 14209 h 14229"/>
                  <a:gd name="connsiteX5" fmla="*/ 1394 w 46935"/>
                  <a:gd name="connsiteY5" fmla="*/ 4438 h 14229"/>
                  <a:gd name="connsiteX6" fmla="*/ 0 w 46935"/>
                  <a:gd name="connsiteY6" fmla="*/ 2631 h 14229"/>
                  <a:gd name="connsiteX7" fmla="*/ 0 w 46935"/>
                  <a:gd name="connsiteY7" fmla="*/ 1225 h 14229"/>
                  <a:gd name="connsiteX8" fmla="*/ 1394 w 46935"/>
                  <a:gd name="connsiteY8" fmla="*/ 21 h 14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4229">
                    <a:moveTo>
                      <a:pt x="1394" y="21"/>
                    </a:moveTo>
                    <a:lnTo>
                      <a:pt x="45541" y="9792"/>
                    </a:lnTo>
                    <a:cubicBezTo>
                      <a:pt x="46338" y="9993"/>
                      <a:pt x="46935" y="10796"/>
                      <a:pt x="46935" y="11599"/>
                    </a:cubicBezTo>
                    <a:lnTo>
                      <a:pt x="46935" y="13005"/>
                    </a:lnTo>
                    <a:cubicBezTo>
                      <a:pt x="46935" y="13808"/>
                      <a:pt x="46271" y="14343"/>
                      <a:pt x="45541" y="14209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solidFill>
                <a:srgbClr val="CECED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0" name="任意多边形: 形状 3089">
                <a:extLst>
                  <a:ext uri="{FF2B5EF4-FFF2-40B4-BE49-F238E27FC236}">
                    <a16:creationId xmlns:a16="http://schemas.microsoft.com/office/drawing/2014/main" id="{332675D3-B0FB-6E5F-2F4F-9BC76E6084E3}"/>
                  </a:ext>
                </a:extLst>
              </p:cNvPr>
              <p:cNvSpPr/>
              <p:nvPr/>
            </p:nvSpPr>
            <p:spPr>
              <a:xfrm>
                <a:off x="2383329" y="5250564"/>
                <a:ext cx="47067" cy="12114"/>
              </a:xfrm>
              <a:custGeom>
                <a:avLst/>
                <a:gdLst>
                  <a:gd name="connsiteX0" fmla="*/ 4116 w 47067"/>
                  <a:gd name="connsiteY0" fmla="*/ 0 h 12114"/>
                  <a:gd name="connsiteX1" fmla="*/ 0 w 47067"/>
                  <a:gd name="connsiteY1" fmla="*/ 1339 h 12114"/>
                  <a:gd name="connsiteX2" fmla="*/ 46736 w 47067"/>
                  <a:gd name="connsiteY2" fmla="*/ 12114 h 12114"/>
                  <a:gd name="connsiteX3" fmla="*/ 47068 w 47067"/>
                  <a:gd name="connsiteY3" fmla="*/ 9035 h 12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2114">
                    <a:moveTo>
                      <a:pt x="4116" y="0"/>
                    </a:moveTo>
                    <a:lnTo>
                      <a:pt x="0" y="1339"/>
                    </a:lnTo>
                    <a:lnTo>
                      <a:pt x="46736" y="12114"/>
                    </a:lnTo>
                    <a:lnTo>
                      <a:pt x="47068" y="9035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1" name="任意多边形: 形状 3090">
                <a:extLst>
                  <a:ext uri="{FF2B5EF4-FFF2-40B4-BE49-F238E27FC236}">
                    <a16:creationId xmlns:a16="http://schemas.microsoft.com/office/drawing/2014/main" id="{EBF3D34F-00DB-F993-412E-A66026ABB8AB}"/>
                  </a:ext>
                </a:extLst>
              </p:cNvPr>
              <p:cNvSpPr/>
              <p:nvPr/>
            </p:nvSpPr>
            <p:spPr>
              <a:xfrm>
                <a:off x="2383196" y="5249941"/>
                <a:ext cx="46935" cy="14229"/>
              </a:xfrm>
              <a:custGeom>
                <a:avLst/>
                <a:gdLst>
                  <a:gd name="connsiteX0" fmla="*/ 1394 w 46935"/>
                  <a:gd name="connsiteY0" fmla="*/ 21 h 14229"/>
                  <a:gd name="connsiteX1" fmla="*/ 45541 w 46935"/>
                  <a:gd name="connsiteY1" fmla="*/ 9792 h 14229"/>
                  <a:gd name="connsiteX2" fmla="*/ 46935 w 46935"/>
                  <a:gd name="connsiteY2" fmla="*/ 11599 h 14229"/>
                  <a:gd name="connsiteX3" fmla="*/ 46935 w 46935"/>
                  <a:gd name="connsiteY3" fmla="*/ 13005 h 14229"/>
                  <a:gd name="connsiteX4" fmla="*/ 45541 w 46935"/>
                  <a:gd name="connsiteY4" fmla="*/ 14209 h 14229"/>
                  <a:gd name="connsiteX5" fmla="*/ 1394 w 46935"/>
                  <a:gd name="connsiteY5" fmla="*/ 4438 h 14229"/>
                  <a:gd name="connsiteX6" fmla="*/ 0 w 46935"/>
                  <a:gd name="connsiteY6" fmla="*/ 2631 h 14229"/>
                  <a:gd name="connsiteX7" fmla="*/ 0 w 46935"/>
                  <a:gd name="connsiteY7" fmla="*/ 1225 h 14229"/>
                  <a:gd name="connsiteX8" fmla="*/ 1394 w 46935"/>
                  <a:gd name="connsiteY8" fmla="*/ 21 h 14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4229">
                    <a:moveTo>
                      <a:pt x="1394" y="21"/>
                    </a:moveTo>
                    <a:lnTo>
                      <a:pt x="45541" y="9792"/>
                    </a:lnTo>
                    <a:cubicBezTo>
                      <a:pt x="46338" y="9993"/>
                      <a:pt x="46935" y="10796"/>
                      <a:pt x="46935" y="11599"/>
                    </a:cubicBezTo>
                    <a:lnTo>
                      <a:pt x="46935" y="13005"/>
                    </a:lnTo>
                    <a:cubicBezTo>
                      <a:pt x="46935" y="13808"/>
                      <a:pt x="46271" y="14343"/>
                      <a:pt x="45541" y="14209"/>
                    </a:cubicBezTo>
                    <a:lnTo>
                      <a:pt x="1394" y="4438"/>
                    </a:lnTo>
                    <a:cubicBezTo>
                      <a:pt x="597" y="4237"/>
                      <a:pt x="0" y="3434"/>
                      <a:pt x="0" y="2631"/>
                    </a:cubicBezTo>
                    <a:lnTo>
                      <a:pt x="0" y="1225"/>
                    </a:lnTo>
                    <a:cubicBezTo>
                      <a:pt x="0" y="422"/>
                      <a:pt x="664" y="-113"/>
                      <a:pt x="1394" y="21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2" name="任意多边形: 形状 3091">
                <a:extLst>
                  <a:ext uri="{FF2B5EF4-FFF2-40B4-BE49-F238E27FC236}">
                    <a16:creationId xmlns:a16="http://schemas.microsoft.com/office/drawing/2014/main" id="{B0F239A0-C691-3FA9-B2AA-D3C361002CF9}"/>
                  </a:ext>
                </a:extLst>
              </p:cNvPr>
              <p:cNvSpPr/>
              <p:nvPr/>
            </p:nvSpPr>
            <p:spPr>
              <a:xfrm>
                <a:off x="2383064" y="5252011"/>
                <a:ext cx="47001" cy="12299"/>
              </a:xfrm>
              <a:custGeom>
                <a:avLst/>
                <a:gdLst>
                  <a:gd name="connsiteX0" fmla="*/ 1129 w 47001"/>
                  <a:gd name="connsiteY0" fmla="*/ 26 h 12299"/>
                  <a:gd name="connsiteX1" fmla="*/ 45873 w 47001"/>
                  <a:gd name="connsiteY1" fmla="*/ 9931 h 12299"/>
                  <a:gd name="connsiteX2" fmla="*/ 47002 w 47001"/>
                  <a:gd name="connsiteY2" fmla="*/ 11337 h 12299"/>
                  <a:gd name="connsiteX3" fmla="*/ 47002 w 47001"/>
                  <a:gd name="connsiteY3" fmla="*/ 11337 h 12299"/>
                  <a:gd name="connsiteX4" fmla="*/ 45873 w 47001"/>
                  <a:gd name="connsiteY4" fmla="*/ 12274 h 12299"/>
                  <a:gd name="connsiteX5" fmla="*/ 1129 w 47001"/>
                  <a:gd name="connsiteY5" fmla="*/ 2368 h 12299"/>
                  <a:gd name="connsiteX6" fmla="*/ 0 w 47001"/>
                  <a:gd name="connsiteY6" fmla="*/ 963 h 12299"/>
                  <a:gd name="connsiteX7" fmla="*/ 0 w 47001"/>
                  <a:gd name="connsiteY7" fmla="*/ 963 h 12299"/>
                  <a:gd name="connsiteX8" fmla="*/ 1129 w 47001"/>
                  <a:gd name="connsiteY8" fmla="*/ 26 h 12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01" h="12299">
                    <a:moveTo>
                      <a:pt x="1129" y="26"/>
                    </a:moveTo>
                    <a:lnTo>
                      <a:pt x="45873" y="9931"/>
                    </a:lnTo>
                    <a:cubicBezTo>
                      <a:pt x="46470" y="10065"/>
                      <a:pt x="47002" y="10667"/>
                      <a:pt x="47002" y="11337"/>
                    </a:cubicBezTo>
                    <a:lnTo>
                      <a:pt x="47002" y="11337"/>
                    </a:lnTo>
                    <a:cubicBezTo>
                      <a:pt x="47002" y="12006"/>
                      <a:pt x="46537" y="12408"/>
                      <a:pt x="45873" y="12274"/>
                    </a:cubicBezTo>
                    <a:lnTo>
                      <a:pt x="1129" y="2368"/>
                    </a:lnTo>
                    <a:cubicBezTo>
                      <a:pt x="531" y="2234"/>
                      <a:pt x="0" y="1632"/>
                      <a:pt x="0" y="963"/>
                    </a:cubicBezTo>
                    <a:lnTo>
                      <a:pt x="0" y="963"/>
                    </a:lnTo>
                    <a:cubicBezTo>
                      <a:pt x="0" y="293"/>
                      <a:pt x="465" y="-108"/>
                      <a:pt x="1129" y="26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3" name="任意多边形: 形状 3092">
                <a:extLst>
                  <a:ext uri="{FF2B5EF4-FFF2-40B4-BE49-F238E27FC236}">
                    <a16:creationId xmlns:a16="http://schemas.microsoft.com/office/drawing/2014/main" id="{569A9BB1-9744-7305-AEA7-9D766691F6EE}"/>
                  </a:ext>
                </a:extLst>
              </p:cNvPr>
              <p:cNvSpPr/>
              <p:nvPr/>
            </p:nvSpPr>
            <p:spPr>
              <a:xfrm>
                <a:off x="2383196" y="5256010"/>
                <a:ext cx="46935" cy="14675"/>
              </a:xfrm>
              <a:custGeom>
                <a:avLst/>
                <a:gdLst>
                  <a:gd name="connsiteX0" fmla="*/ 1394 w 46935"/>
                  <a:gd name="connsiteY0" fmla="*/ 42 h 14675"/>
                  <a:gd name="connsiteX1" fmla="*/ 45541 w 46935"/>
                  <a:gd name="connsiteY1" fmla="*/ 10282 h 14675"/>
                  <a:gd name="connsiteX2" fmla="*/ 46935 w 46935"/>
                  <a:gd name="connsiteY2" fmla="*/ 12090 h 14675"/>
                  <a:gd name="connsiteX3" fmla="*/ 46935 w 46935"/>
                  <a:gd name="connsiteY3" fmla="*/ 13495 h 14675"/>
                  <a:gd name="connsiteX4" fmla="*/ 45541 w 46935"/>
                  <a:gd name="connsiteY4" fmla="*/ 14633 h 14675"/>
                  <a:gd name="connsiteX5" fmla="*/ 1394 w 46935"/>
                  <a:gd name="connsiteY5" fmla="*/ 4393 h 14675"/>
                  <a:gd name="connsiteX6" fmla="*/ 0 w 46935"/>
                  <a:gd name="connsiteY6" fmla="*/ 2586 h 14675"/>
                  <a:gd name="connsiteX7" fmla="*/ 0 w 46935"/>
                  <a:gd name="connsiteY7" fmla="*/ 1180 h 14675"/>
                  <a:gd name="connsiteX8" fmla="*/ 1394 w 46935"/>
                  <a:gd name="connsiteY8" fmla="*/ 42 h 1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4675">
                    <a:moveTo>
                      <a:pt x="1394" y="42"/>
                    </a:moveTo>
                    <a:lnTo>
                      <a:pt x="45541" y="10282"/>
                    </a:lnTo>
                    <a:cubicBezTo>
                      <a:pt x="46338" y="10483"/>
                      <a:pt x="46935" y="11286"/>
                      <a:pt x="46935" y="12090"/>
                    </a:cubicBezTo>
                    <a:lnTo>
                      <a:pt x="46935" y="13495"/>
                    </a:lnTo>
                    <a:cubicBezTo>
                      <a:pt x="46935" y="14298"/>
                      <a:pt x="46271" y="14834"/>
                      <a:pt x="45541" y="14633"/>
                    </a:cubicBezTo>
                    <a:lnTo>
                      <a:pt x="1394" y="4393"/>
                    </a:lnTo>
                    <a:cubicBezTo>
                      <a:pt x="597" y="4192"/>
                      <a:pt x="0" y="3389"/>
                      <a:pt x="0" y="2586"/>
                    </a:cubicBezTo>
                    <a:lnTo>
                      <a:pt x="0" y="1180"/>
                    </a:lnTo>
                    <a:cubicBezTo>
                      <a:pt x="0" y="377"/>
                      <a:pt x="664" y="-158"/>
                      <a:pt x="1394" y="42"/>
                    </a:cubicBezTo>
                    <a:close/>
                  </a:path>
                </a:pathLst>
              </a:custGeom>
              <a:solidFill>
                <a:srgbClr val="CECED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4" name="任意多边形: 形状 3093">
                <a:extLst>
                  <a:ext uri="{FF2B5EF4-FFF2-40B4-BE49-F238E27FC236}">
                    <a16:creationId xmlns:a16="http://schemas.microsoft.com/office/drawing/2014/main" id="{9CD3C3C4-E477-CA4D-2F68-71A8DE498B19}"/>
                  </a:ext>
                </a:extLst>
              </p:cNvPr>
              <p:cNvSpPr/>
              <p:nvPr/>
            </p:nvSpPr>
            <p:spPr>
              <a:xfrm>
                <a:off x="2383329" y="5256655"/>
                <a:ext cx="47067" cy="12515"/>
              </a:xfrm>
              <a:custGeom>
                <a:avLst/>
                <a:gdLst>
                  <a:gd name="connsiteX0" fmla="*/ 4116 w 47067"/>
                  <a:gd name="connsiteY0" fmla="*/ 0 h 12515"/>
                  <a:gd name="connsiteX1" fmla="*/ 0 w 47067"/>
                  <a:gd name="connsiteY1" fmla="*/ 1272 h 12515"/>
                  <a:gd name="connsiteX2" fmla="*/ 46736 w 47067"/>
                  <a:gd name="connsiteY2" fmla="*/ 12516 h 12515"/>
                  <a:gd name="connsiteX3" fmla="*/ 47068 w 47067"/>
                  <a:gd name="connsiteY3" fmla="*/ 9504 h 12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2515">
                    <a:moveTo>
                      <a:pt x="4116" y="0"/>
                    </a:moveTo>
                    <a:lnTo>
                      <a:pt x="0" y="1272"/>
                    </a:lnTo>
                    <a:lnTo>
                      <a:pt x="46736" y="12516"/>
                    </a:lnTo>
                    <a:lnTo>
                      <a:pt x="47068" y="9504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5" name="任意多边形: 形状 3094">
                <a:extLst>
                  <a:ext uri="{FF2B5EF4-FFF2-40B4-BE49-F238E27FC236}">
                    <a16:creationId xmlns:a16="http://schemas.microsoft.com/office/drawing/2014/main" id="{F44281F0-5B4F-C624-E83D-B0F954B3237A}"/>
                  </a:ext>
                </a:extLst>
              </p:cNvPr>
              <p:cNvSpPr/>
              <p:nvPr/>
            </p:nvSpPr>
            <p:spPr>
              <a:xfrm>
                <a:off x="2383196" y="5256010"/>
                <a:ext cx="46935" cy="14675"/>
              </a:xfrm>
              <a:custGeom>
                <a:avLst/>
                <a:gdLst>
                  <a:gd name="connsiteX0" fmla="*/ 1394 w 46935"/>
                  <a:gd name="connsiteY0" fmla="*/ 42 h 14675"/>
                  <a:gd name="connsiteX1" fmla="*/ 45541 w 46935"/>
                  <a:gd name="connsiteY1" fmla="*/ 10282 h 14675"/>
                  <a:gd name="connsiteX2" fmla="*/ 46935 w 46935"/>
                  <a:gd name="connsiteY2" fmla="*/ 12090 h 14675"/>
                  <a:gd name="connsiteX3" fmla="*/ 46935 w 46935"/>
                  <a:gd name="connsiteY3" fmla="*/ 13495 h 14675"/>
                  <a:gd name="connsiteX4" fmla="*/ 45541 w 46935"/>
                  <a:gd name="connsiteY4" fmla="*/ 14633 h 14675"/>
                  <a:gd name="connsiteX5" fmla="*/ 1394 w 46935"/>
                  <a:gd name="connsiteY5" fmla="*/ 4393 h 14675"/>
                  <a:gd name="connsiteX6" fmla="*/ 0 w 46935"/>
                  <a:gd name="connsiteY6" fmla="*/ 2586 h 14675"/>
                  <a:gd name="connsiteX7" fmla="*/ 0 w 46935"/>
                  <a:gd name="connsiteY7" fmla="*/ 1180 h 14675"/>
                  <a:gd name="connsiteX8" fmla="*/ 1394 w 46935"/>
                  <a:gd name="connsiteY8" fmla="*/ 42 h 1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4675">
                    <a:moveTo>
                      <a:pt x="1394" y="42"/>
                    </a:moveTo>
                    <a:lnTo>
                      <a:pt x="45541" y="10282"/>
                    </a:lnTo>
                    <a:cubicBezTo>
                      <a:pt x="46338" y="10483"/>
                      <a:pt x="46935" y="11286"/>
                      <a:pt x="46935" y="12090"/>
                    </a:cubicBezTo>
                    <a:lnTo>
                      <a:pt x="46935" y="13495"/>
                    </a:lnTo>
                    <a:cubicBezTo>
                      <a:pt x="46935" y="14298"/>
                      <a:pt x="46271" y="14834"/>
                      <a:pt x="45541" y="14633"/>
                    </a:cubicBezTo>
                    <a:lnTo>
                      <a:pt x="1394" y="4393"/>
                    </a:lnTo>
                    <a:cubicBezTo>
                      <a:pt x="597" y="4192"/>
                      <a:pt x="0" y="3389"/>
                      <a:pt x="0" y="2586"/>
                    </a:cubicBezTo>
                    <a:lnTo>
                      <a:pt x="0" y="1180"/>
                    </a:lnTo>
                    <a:cubicBezTo>
                      <a:pt x="0" y="377"/>
                      <a:pt x="664" y="-158"/>
                      <a:pt x="1394" y="42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6" name="任意多边形: 形状 3095">
                <a:extLst>
                  <a:ext uri="{FF2B5EF4-FFF2-40B4-BE49-F238E27FC236}">
                    <a16:creationId xmlns:a16="http://schemas.microsoft.com/office/drawing/2014/main" id="{A9392FDE-5B63-9E76-1999-260B1CCD1F94}"/>
                  </a:ext>
                </a:extLst>
              </p:cNvPr>
              <p:cNvSpPr/>
              <p:nvPr/>
            </p:nvSpPr>
            <p:spPr>
              <a:xfrm>
                <a:off x="2383130" y="5258009"/>
                <a:ext cx="46935" cy="12753"/>
              </a:xfrm>
              <a:custGeom>
                <a:avLst/>
                <a:gdLst>
                  <a:gd name="connsiteX0" fmla="*/ 1062 w 46935"/>
                  <a:gd name="connsiteY0" fmla="*/ 52 h 12753"/>
                  <a:gd name="connsiteX1" fmla="*/ 45873 w 46935"/>
                  <a:gd name="connsiteY1" fmla="*/ 10426 h 12753"/>
                  <a:gd name="connsiteX2" fmla="*/ 46935 w 46935"/>
                  <a:gd name="connsiteY2" fmla="*/ 11831 h 12753"/>
                  <a:gd name="connsiteX3" fmla="*/ 46935 w 46935"/>
                  <a:gd name="connsiteY3" fmla="*/ 11831 h 12753"/>
                  <a:gd name="connsiteX4" fmla="*/ 45873 w 46935"/>
                  <a:gd name="connsiteY4" fmla="*/ 12701 h 12753"/>
                  <a:gd name="connsiteX5" fmla="*/ 1062 w 46935"/>
                  <a:gd name="connsiteY5" fmla="*/ 2327 h 12753"/>
                  <a:gd name="connsiteX6" fmla="*/ 0 w 46935"/>
                  <a:gd name="connsiteY6" fmla="*/ 922 h 12753"/>
                  <a:gd name="connsiteX7" fmla="*/ 0 w 46935"/>
                  <a:gd name="connsiteY7" fmla="*/ 922 h 12753"/>
                  <a:gd name="connsiteX8" fmla="*/ 1062 w 46935"/>
                  <a:gd name="connsiteY8" fmla="*/ 52 h 12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2753">
                    <a:moveTo>
                      <a:pt x="1062" y="52"/>
                    </a:moveTo>
                    <a:lnTo>
                      <a:pt x="45873" y="10426"/>
                    </a:lnTo>
                    <a:cubicBezTo>
                      <a:pt x="46470" y="10560"/>
                      <a:pt x="46935" y="11229"/>
                      <a:pt x="46935" y="11831"/>
                    </a:cubicBezTo>
                    <a:lnTo>
                      <a:pt x="46935" y="11831"/>
                    </a:lnTo>
                    <a:cubicBezTo>
                      <a:pt x="46935" y="12501"/>
                      <a:pt x="46470" y="12902"/>
                      <a:pt x="45873" y="12701"/>
                    </a:cubicBezTo>
                    <a:lnTo>
                      <a:pt x="1062" y="2327"/>
                    </a:lnTo>
                    <a:cubicBezTo>
                      <a:pt x="465" y="2194"/>
                      <a:pt x="0" y="1524"/>
                      <a:pt x="0" y="922"/>
                    </a:cubicBezTo>
                    <a:lnTo>
                      <a:pt x="0" y="922"/>
                    </a:lnTo>
                    <a:cubicBezTo>
                      <a:pt x="0" y="253"/>
                      <a:pt x="465" y="-149"/>
                      <a:pt x="1062" y="52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7" name="任意多边形: 形状 3096">
                <a:extLst>
                  <a:ext uri="{FF2B5EF4-FFF2-40B4-BE49-F238E27FC236}">
                    <a16:creationId xmlns:a16="http://schemas.microsoft.com/office/drawing/2014/main" id="{D6EDDCF0-BFB3-84AA-B4EB-A2EF79D686A4}"/>
                  </a:ext>
                </a:extLst>
              </p:cNvPr>
              <p:cNvSpPr/>
              <p:nvPr/>
            </p:nvSpPr>
            <p:spPr>
              <a:xfrm>
                <a:off x="2383130" y="5262235"/>
                <a:ext cx="46935" cy="15009"/>
              </a:xfrm>
              <a:custGeom>
                <a:avLst/>
                <a:gdLst>
                  <a:gd name="connsiteX0" fmla="*/ 1394 w 46935"/>
                  <a:gd name="connsiteY0" fmla="*/ 42 h 15009"/>
                  <a:gd name="connsiteX1" fmla="*/ 45541 w 46935"/>
                  <a:gd name="connsiteY1" fmla="*/ 10550 h 15009"/>
                  <a:gd name="connsiteX2" fmla="*/ 46935 w 46935"/>
                  <a:gd name="connsiteY2" fmla="*/ 12424 h 15009"/>
                  <a:gd name="connsiteX3" fmla="*/ 46935 w 46935"/>
                  <a:gd name="connsiteY3" fmla="*/ 13830 h 15009"/>
                  <a:gd name="connsiteX4" fmla="*/ 45541 w 46935"/>
                  <a:gd name="connsiteY4" fmla="*/ 14968 h 15009"/>
                  <a:gd name="connsiteX5" fmla="*/ 1394 w 46935"/>
                  <a:gd name="connsiteY5" fmla="*/ 4460 h 15009"/>
                  <a:gd name="connsiteX6" fmla="*/ 0 w 46935"/>
                  <a:gd name="connsiteY6" fmla="*/ 2586 h 15009"/>
                  <a:gd name="connsiteX7" fmla="*/ 0 w 46935"/>
                  <a:gd name="connsiteY7" fmla="*/ 1180 h 15009"/>
                  <a:gd name="connsiteX8" fmla="*/ 1394 w 46935"/>
                  <a:gd name="connsiteY8" fmla="*/ 42 h 15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5009">
                    <a:moveTo>
                      <a:pt x="1394" y="42"/>
                    </a:moveTo>
                    <a:lnTo>
                      <a:pt x="45541" y="10550"/>
                    </a:lnTo>
                    <a:cubicBezTo>
                      <a:pt x="46338" y="10751"/>
                      <a:pt x="46935" y="11554"/>
                      <a:pt x="46935" y="12424"/>
                    </a:cubicBezTo>
                    <a:lnTo>
                      <a:pt x="46935" y="13830"/>
                    </a:lnTo>
                    <a:cubicBezTo>
                      <a:pt x="46935" y="14633"/>
                      <a:pt x="46271" y="15168"/>
                      <a:pt x="45541" y="14968"/>
                    </a:cubicBezTo>
                    <a:lnTo>
                      <a:pt x="1394" y="4460"/>
                    </a:lnTo>
                    <a:cubicBezTo>
                      <a:pt x="597" y="4259"/>
                      <a:pt x="0" y="3456"/>
                      <a:pt x="0" y="2586"/>
                    </a:cubicBezTo>
                    <a:lnTo>
                      <a:pt x="0" y="1180"/>
                    </a:lnTo>
                    <a:cubicBezTo>
                      <a:pt x="0" y="377"/>
                      <a:pt x="664" y="-158"/>
                      <a:pt x="1394" y="42"/>
                    </a:cubicBezTo>
                    <a:close/>
                  </a:path>
                </a:pathLst>
              </a:custGeom>
              <a:solidFill>
                <a:srgbClr val="CECEDE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8" name="任意多边形: 形状 3097">
                <a:extLst>
                  <a:ext uri="{FF2B5EF4-FFF2-40B4-BE49-F238E27FC236}">
                    <a16:creationId xmlns:a16="http://schemas.microsoft.com/office/drawing/2014/main" id="{73F1A0EB-9160-48BC-4DC4-057810933495}"/>
                  </a:ext>
                </a:extLst>
              </p:cNvPr>
              <p:cNvSpPr/>
              <p:nvPr/>
            </p:nvSpPr>
            <p:spPr>
              <a:xfrm>
                <a:off x="2383329" y="5262946"/>
                <a:ext cx="47067" cy="12716"/>
              </a:xfrm>
              <a:custGeom>
                <a:avLst/>
                <a:gdLst>
                  <a:gd name="connsiteX0" fmla="*/ 4116 w 47067"/>
                  <a:gd name="connsiteY0" fmla="*/ 0 h 12716"/>
                  <a:gd name="connsiteX1" fmla="*/ 0 w 47067"/>
                  <a:gd name="connsiteY1" fmla="*/ 1205 h 12716"/>
                  <a:gd name="connsiteX2" fmla="*/ 46736 w 47067"/>
                  <a:gd name="connsiteY2" fmla="*/ 12716 h 12716"/>
                  <a:gd name="connsiteX3" fmla="*/ 47068 w 47067"/>
                  <a:gd name="connsiteY3" fmla="*/ 9705 h 12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067" h="12716">
                    <a:moveTo>
                      <a:pt x="4116" y="0"/>
                    </a:moveTo>
                    <a:lnTo>
                      <a:pt x="0" y="1205"/>
                    </a:lnTo>
                    <a:lnTo>
                      <a:pt x="46736" y="12716"/>
                    </a:lnTo>
                    <a:lnTo>
                      <a:pt x="47068" y="9705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9" name="任意多边形: 形状 3098">
                <a:extLst>
                  <a:ext uri="{FF2B5EF4-FFF2-40B4-BE49-F238E27FC236}">
                    <a16:creationId xmlns:a16="http://schemas.microsoft.com/office/drawing/2014/main" id="{8C3A7E4B-781B-40FD-7AF2-F20A0A3866E7}"/>
                  </a:ext>
                </a:extLst>
              </p:cNvPr>
              <p:cNvSpPr/>
              <p:nvPr/>
            </p:nvSpPr>
            <p:spPr>
              <a:xfrm>
                <a:off x="2383130" y="5262235"/>
                <a:ext cx="46935" cy="15009"/>
              </a:xfrm>
              <a:custGeom>
                <a:avLst/>
                <a:gdLst>
                  <a:gd name="connsiteX0" fmla="*/ 1394 w 46935"/>
                  <a:gd name="connsiteY0" fmla="*/ 42 h 15009"/>
                  <a:gd name="connsiteX1" fmla="*/ 45541 w 46935"/>
                  <a:gd name="connsiteY1" fmla="*/ 10550 h 15009"/>
                  <a:gd name="connsiteX2" fmla="*/ 46935 w 46935"/>
                  <a:gd name="connsiteY2" fmla="*/ 12424 h 15009"/>
                  <a:gd name="connsiteX3" fmla="*/ 46935 w 46935"/>
                  <a:gd name="connsiteY3" fmla="*/ 13830 h 15009"/>
                  <a:gd name="connsiteX4" fmla="*/ 45541 w 46935"/>
                  <a:gd name="connsiteY4" fmla="*/ 14968 h 15009"/>
                  <a:gd name="connsiteX5" fmla="*/ 1394 w 46935"/>
                  <a:gd name="connsiteY5" fmla="*/ 4460 h 15009"/>
                  <a:gd name="connsiteX6" fmla="*/ 0 w 46935"/>
                  <a:gd name="connsiteY6" fmla="*/ 2586 h 15009"/>
                  <a:gd name="connsiteX7" fmla="*/ 0 w 46935"/>
                  <a:gd name="connsiteY7" fmla="*/ 1180 h 15009"/>
                  <a:gd name="connsiteX8" fmla="*/ 1394 w 46935"/>
                  <a:gd name="connsiteY8" fmla="*/ 42 h 15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5009">
                    <a:moveTo>
                      <a:pt x="1394" y="42"/>
                    </a:moveTo>
                    <a:lnTo>
                      <a:pt x="45541" y="10550"/>
                    </a:lnTo>
                    <a:cubicBezTo>
                      <a:pt x="46338" y="10751"/>
                      <a:pt x="46935" y="11554"/>
                      <a:pt x="46935" y="12424"/>
                    </a:cubicBezTo>
                    <a:lnTo>
                      <a:pt x="46935" y="13830"/>
                    </a:lnTo>
                    <a:cubicBezTo>
                      <a:pt x="46935" y="14633"/>
                      <a:pt x="46271" y="15168"/>
                      <a:pt x="45541" y="14968"/>
                    </a:cubicBezTo>
                    <a:lnTo>
                      <a:pt x="1394" y="4460"/>
                    </a:lnTo>
                    <a:cubicBezTo>
                      <a:pt x="597" y="4259"/>
                      <a:pt x="0" y="3456"/>
                      <a:pt x="0" y="2586"/>
                    </a:cubicBezTo>
                    <a:lnTo>
                      <a:pt x="0" y="1180"/>
                    </a:lnTo>
                    <a:cubicBezTo>
                      <a:pt x="0" y="377"/>
                      <a:pt x="664" y="-158"/>
                      <a:pt x="1394" y="42"/>
                    </a:cubicBezTo>
                    <a:close/>
                  </a:path>
                </a:pathLst>
              </a:custGeom>
              <a:noFill/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00" name="任意多边形: 形状 3099">
                <a:extLst>
                  <a:ext uri="{FF2B5EF4-FFF2-40B4-BE49-F238E27FC236}">
                    <a16:creationId xmlns:a16="http://schemas.microsoft.com/office/drawing/2014/main" id="{6370E050-6296-D280-5E66-584DBAB43BC8}"/>
                  </a:ext>
                </a:extLst>
              </p:cNvPr>
              <p:cNvSpPr/>
              <p:nvPr/>
            </p:nvSpPr>
            <p:spPr>
              <a:xfrm>
                <a:off x="2383130" y="5264300"/>
                <a:ext cx="46935" cy="13021"/>
              </a:xfrm>
              <a:custGeom>
                <a:avLst/>
                <a:gdLst>
                  <a:gd name="connsiteX0" fmla="*/ 1062 w 46935"/>
                  <a:gd name="connsiteY0" fmla="*/ 52 h 13021"/>
                  <a:gd name="connsiteX1" fmla="*/ 45873 w 46935"/>
                  <a:gd name="connsiteY1" fmla="*/ 10694 h 13021"/>
                  <a:gd name="connsiteX2" fmla="*/ 46935 w 46935"/>
                  <a:gd name="connsiteY2" fmla="*/ 12099 h 13021"/>
                  <a:gd name="connsiteX3" fmla="*/ 46935 w 46935"/>
                  <a:gd name="connsiteY3" fmla="*/ 12099 h 13021"/>
                  <a:gd name="connsiteX4" fmla="*/ 45873 w 46935"/>
                  <a:gd name="connsiteY4" fmla="*/ 12969 h 13021"/>
                  <a:gd name="connsiteX5" fmla="*/ 1062 w 46935"/>
                  <a:gd name="connsiteY5" fmla="*/ 2327 h 13021"/>
                  <a:gd name="connsiteX6" fmla="*/ 0 w 46935"/>
                  <a:gd name="connsiteY6" fmla="*/ 922 h 13021"/>
                  <a:gd name="connsiteX7" fmla="*/ 0 w 46935"/>
                  <a:gd name="connsiteY7" fmla="*/ 922 h 13021"/>
                  <a:gd name="connsiteX8" fmla="*/ 1062 w 46935"/>
                  <a:gd name="connsiteY8" fmla="*/ 52 h 13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35" h="13021">
                    <a:moveTo>
                      <a:pt x="1062" y="52"/>
                    </a:moveTo>
                    <a:lnTo>
                      <a:pt x="45873" y="10694"/>
                    </a:lnTo>
                    <a:cubicBezTo>
                      <a:pt x="46470" y="10827"/>
                      <a:pt x="46935" y="11497"/>
                      <a:pt x="46935" y="12099"/>
                    </a:cubicBezTo>
                    <a:lnTo>
                      <a:pt x="46935" y="12099"/>
                    </a:lnTo>
                    <a:cubicBezTo>
                      <a:pt x="46935" y="12768"/>
                      <a:pt x="46470" y="13170"/>
                      <a:pt x="45873" y="12969"/>
                    </a:cubicBezTo>
                    <a:lnTo>
                      <a:pt x="1062" y="2327"/>
                    </a:lnTo>
                    <a:cubicBezTo>
                      <a:pt x="465" y="2194"/>
                      <a:pt x="0" y="1524"/>
                      <a:pt x="0" y="922"/>
                    </a:cubicBezTo>
                    <a:lnTo>
                      <a:pt x="0" y="922"/>
                    </a:lnTo>
                    <a:cubicBezTo>
                      <a:pt x="0" y="253"/>
                      <a:pt x="465" y="-149"/>
                      <a:pt x="1062" y="52"/>
                    </a:cubicBezTo>
                    <a:close/>
                  </a:path>
                </a:pathLst>
              </a:custGeom>
              <a:solidFill>
                <a:srgbClr val="5D6B8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3101" name="文本框 3100">
            <a:extLst>
              <a:ext uri="{FF2B5EF4-FFF2-40B4-BE49-F238E27FC236}">
                <a16:creationId xmlns:a16="http://schemas.microsoft.com/office/drawing/2014/main" id="{E7F4CCD5-D2B4-80A4-10B4-8C5DDF98FC80}"/>
              </a:ext>
            </a:extLst>
          </p:cNvPr>
          <p:cNvSpPr txBox="1"/>
          <p:nvPr/>
        </p:nvSpPr>
        <p:spPr>
          <a:xfrm>
            <a:off x="9480944" y="4051703"/>
            <a:ext cx="98777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dirty="0">
                <a:solidFill>
                  <a:srgbClr val="FF0000"/>
                </a:solidFill>
              </a:rPr>
              <a:t>58.36.24.130</a:t>
            </a: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端口 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10101</a:t>
            </a:r>
          </a:p>
        </p:txBody>
      </p:sp>
      <p:sp>
        <p:nvSpPr>
          <p:cNvPr id="3102" name="任意多边形: 形状 3101">
            <a:extLst>
              <a:ext uri="{FF2B5EF4-FFF2-40B4-BE49-F238E27FC236}">
                <a16:creationId xmlns:a16="http://schemas.microsoft.com/office/drawing/2014/main" id="{23211A51-5F3D-7B86-F2B7-B2FEA0601641}"/>
              </a:ext>
            </a:extLst>
          </p:cNvPr>
          <p:cNvSpPr/>
          <p:nvPr/>
        </p:nvSpPr>
        <p:spPr>
          <a:xfrm>
            <a:off x="6896100" y="2522191"/>
            <a:ext cx="4084320" cy="2049809"/>
          </a:xfrm>
          <a:custGeom>
            <a:avLst/>
            <a:gdLst>
              <a:gd name="connsiteX0" fmla="*/ 4084320 w 4084320"/>
              <a:gd name="connsiteY0" fmla="*/ 2049809 h 2049809"/>
              <a:gd name="connsiteX1" fmla="*/ 3505200 w 4084320"/>
              <a:gd name="connsiteY1" fmla="*/ 2042189 h 2049809"/>
              <a:gd name="connsiteX2" fmla="*/ 3429000 w 4084320"/>
              <a:gd name="connsiteY2" fmla="*/ 2034569 h 2049809"/>
              <a:gd name="connsiteX3" fmla="*/ 3154680 w 4084320"/>
              <a:gd name="connsiteY3" fmla="*/ 2042189 h 2049809"/>
              <a:gd name="connsiteX4" fmla="*/ 1844040 w 4084320"/>
              <a:gd name="connsiteY4" fmla="*/ 2034569 h 2049809"/>
              <a:gd name="connsiteX5" fmla="*/ 1821180 w 4084320"/>
              <a:gd name="connsiteY5" fmla="*/ 2026949 h 2049809"/>
              <a:gd name="connsiteX6" fmla="*/ 1760220 w 4084320"/>
              <a:gd name="connsiteY6" fmla="*/ 2019329 h 2049809"/>
              <a:gd name="connsiteX7" fmla="*/ 1341120 w 4084320"/>
              <a:gd name="connsiteY7" fmla="*/ 2004089 h 2049809"/>
              <a:gd name="connsiteX8" fmla="*/ 701040 w 4084320"/>
              <a:gd name="connsiteY8" fmla="*/ 1996469 h 2049809"/>
              <a:gd name="connsiteX9" fmla="*/ 678180 w 4084320"/>
              <a:gd name="connsiteY9" fmla="*/ 1981229 h 2049809"/>
              <a:gd name="connsiteX10" fmla="*/ 670560 w 4084320"/>
              <a:gd name="connsiteY10" fmla="*/ 1950749 h 2049809"/>
              <a:gd name="connsiteX11" fmla="*/ 662940 w 4084320"/>
              <a:gd name="connsiteY11" fmla="*/ 1821209 h 2049809"/>
              <a:gd name="connsiteX12" fmla="*/ 655320 w 4084320"/>
              <a:gd name="connsiteY12" fmla="*/ 1074449 h 2049809"/>
              <a:gd name="connsiteX13" fmla="*/ 647700 w 4084320"/>
              <a:gd name="connsiteY13" fmla="*/ 1043969 h 2049809"/>
              <a:gd name="connsiteX14" fmla="*/ 640080 w 4084320"/>
              <a:gd name="connsiteY14" fmla="*/ 975389 h 2049809"/>
              <a:gd name="connsiteX15" fmla="*/ 647700 w 4084320"/>
              <a:gd name="connsiteY15" fmla="*/ 708689 h 2049809"/>
              <a:gd name="connsiteX16" fmla="*/ 662940 w 4084320"/>
              <a:gd name="connsiteY16" fmla="*/ 678209 h 2049809"/>
              <a:gd name="connsiteX17" fmla="*/ 670560 w 4084320"/>
              <a:gd name="connsiteY17" fmla="*/ 655349 h 2049809"/>
              <a:gd name="connsiteX18" fmla="*/ 701040 w 4084320"/>
              <a:gd name="connsiteY18" fmla="*/ 594389 h 2049809"/>
              <a:gd name="connsiteX19" fmla="*/ 708660 w 4084320"/>
              <a:gd name="connsiteY19" fmla="*/ 556289 h 2049809"/>
              <a:gd name="connsiteX20" fmla="*/ 716280 w 4084320"/>
              <a:gd name="connsiteY20" fmla="*/ 525809 h 2049809"/>
              <a:gd name="connsiteX21" fmla="*/ 701040 w 4084320"/>
              <a:gd name="connsiteY21" fmla="*/ 342929 h 2049809"/>
              <a:gd name="connsiteX22" fmla="*/ 678180 w 4084320"/>
              <a:gd name="connsiteY22" fmla="*/ 327689 h 2049809"/>
              <a:gd name="connsiteX23" fmla="*/ 609600 w 4084320"/>
              <a:gd name="connsiteY23" fmla="*/ 266729 h 2049809"/>
              <a:gd name="connsiteX24" fmla="*/ 586740 w 4084320"/>
              <a:gd name="connsiteY24" fmla="*/ 259109 h 2049809"/>
              <a:gd name="connsiteX25" fmla="*/ 556260 w 4084320"/>
              <a:gd name="connsiteY25" fmla="*/ 236249 h 2049809"/>
              <a:gd name="connsiteX26" fmla="*/ 541020 w 4084320"/>
              <a:gd name="connsiteY26" fmla="*/ 213389 h 2049809"/>
              <a:gd name="connsiteX27" fmla="*/ 480060 w 4084320"/>
              <a:gd name="connsiteY27" fmla="*/ 190529 h 2049809"/>
              <a:gd name="connsiteX28" fmla="*/ 434340 w 4084320"/>
              <a:gd name="connsiteY28" fmla="*/ 175289 h 2049809"/>
              <a:gd name="connsiteX29" fmla="*/ 381000 w 4084320"/>
              <a:gd name="connsiteY29" fmla="*/ 167669 h 2049809"/>
              <a:gd name="connsiteX30" fmla="*/ 304800 w 4084320"/>
              <a:gd name="connsiteY30" fmla="*/ 152429 h 2049809"/>
              <a:gd name="connsiteX31" fmla="*/ 274320 w 4084320"/>
              <a:gd name="connsiteY31" fmla="*/ 137189 h 2049809"/>
              <a:gd name="connsiteX32" fmla="*/ 251460 w 4084320"/>
              <a:gd name="connsiteY32" fmla="*/ 129569 h 2049809"/>
              <a:gd name="connsiteX33" fmla="*/ 228600 w 4084320"/>
              <a:gd name="connsiteY33" fmla="*/ 114329 h 2049809"/>
              <a:gd name="connsiteX34" fmla="*/ 205740 w 4084320"/>
              <a:gd name="connsiteY34" fmla="*/ 106709 h 2049809"/>
              <a:gd name="connsiteX35" fmla="*/ 144780 w 4084320"/>
              <a:gd name="connsiteY35" fmla="*/ 76229 h 2049809"/>
              <a:gd name="connsiteX36" fmla="*/ 114300 w 4084320"/>
              <a:gd name="connsiteY36" fmla="*/ 60989 h 2049809"/>
              <a:gd name="connsiteX37" fmla="*/ 91440 w 4084320"/>
              <a:gd name="connsiteY37" fmla="*/ 45749 h 2049809"/>
              <a:gd name="connsiteX38" fmla="*/ 68580 w 4084320"/>
              <a:gd name="connsiteY38" fmla="*/ 22889 h 2049809"/>
              <a:gd name="connsiteX39" fmla="*/ 30480 w 4084320"/>
              <a:gd name="connsiteY39" fmla="*/ 15269 h 2049809"/>
              <a:gd name="connsiteX40" fmla="*/ 0 w 4084320"/>
              <a:gd name="connsiteY40" fmla="*/ 29 h 2049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4084320" h="2049809">
                <a:moveTo>
                  <a:pt x="4084320" y="2049809"/>
                </a:moveTo>
                <a:lnTo>
                  <a:pt x="3505200" y="2042189"/>
                </a:lnTo>
                <a:cubicBezTo>
                  <a:pt x="3479680" y="2041596"/>
                  <a:pt x="3454527" y="2034569"/>
                  <a:pt x="3429000" y="2034569"/>
                </a:cubicBezTo>
                <a:cubicBezTo>
                  <a:pt x="3337525" y="2034569"/>
                  <a:pt x="3246120" y="2039649"/>
                  <a:pt x="3154680" y="2042189"/>
                </a:cubicBezTo>
                <a:lnTo>
                  <a:pt x="1844040" y="2034569"/>
                </a:lnTo>
                <a:cubicBezTo>
                  <a:pt x="1836008" y="2034477"/>
                  <a:pt x="1829083" y="2028386"/>
                  <a:pt x="1821180" y="2026949"/>
                </a:cubicBezTo>
                <a:cubicBezTo>
                  <a:pt x="1801032" y="2023286"/>
                  <a:pt x="1780540" y="2021869"/>
                  <a:pt x="1760220" y="2019329"/>
                </a:cubicBezTo>
                <a:cubicBezTo>
                  <a:pt x="1612384" y="1970050"/>
                  <a:pt x="1739650" y="2009950"/>
                  <a:pt x="1341120" y="2004089"/>
                </a:cubicBezTo>
                <a:lnTo>
                  <a:pt x="701040" y="1996469"/>
                </a:lnTo>
                <a:cubicBezTo>
                  <a:pt x="693420" y="1991389"/>
                  <a:pt x="683260" y="1988849"/>
                  <a:pt x="678180" y="1981229"/>
                </a:cubicBezTo>
                <a:cubicBezTo>
                  <a:pt x="672371" y="1972515"/>
                  <a:pt x="671553" y="1961175"/>
                  <a:pt x="670560" y="1950749"/>
                </a:cubicBezTo>
                <a:cubicBezTo>
                  <a:pt x="666459" y="1907689"/>
                  <a:pt x="665480" y="1864389"/>
                  <a:pt x="662940" y="1821209"/>
                </a:cubicBezTo>
                <a:cubicBezTo>
                  <a:pt x="660400" y="1572289"/>
                  <a:pt x="660200" y="1323334"/>
                  <a:pt x="655320" y="1074449"/>
                </a:cubicBezTo>
                <a:cubicBezTo>
                  <a:pt x="655115" y="1063978"/>
                  <a:pt x="649292" y="1054320"/>
                  <a:pt x="647700" y="1043969"/>
                </a:cubicBezTo>
                <a:cubicBezTo>
                  <a:pt x="644203" y="1021236"/>
                  <a:pt x="642620" y="998249"/>
                  <a:pt x="640080" y="975389"/>
                </a:cubicBezTo>
                <a:cubicBezTo>
                  <a:pt x="642620" y="886489"/>
                  <a:pt x="640879" y="797363"/>
                  <a:pt x="647700" y="708689"/>
                </a:cubicBezTo>
                <a:cubicBezTo>
                  <a:pt x="648571" y="697363"/>
                  <a:pt x="658465" y="688650"/>
                  <a:pt x="662940" y="678209"/>
                </a:cubicBezTo>
                <a:cubicBezTo>
                  <a:pt x="666104" y="670826"/>
                  <a:pt x="667236" y="662661"/>
                  <a:pt x="670560" y="655349"/>
                </a:cubicBezTo>
                <a:cubicBezTo>
                  <a:pt x="679961" y="634667"/>
                  <a:pt x="701040" y="594389"/>
                  <a:pt x="701040" y="594389"/>
                </a:cubicBezTo>
                <a:cubicBezTo>
                  <a:pt x="703580" y="581689"/>
                  <a:pt x="705850" y="568932"/>
                  <a:pt x="708660" y="556289"/>
                </a:cubicBezTo>
                <a:cubicBezTo>
                  <a:pt x="710932" y="546066"/>
                  <a:pt x="716654" y="536275"/>
                  <a:pt x="716280" y="525809"/>
                </a:cubicBezTo>
                <a:cubicBezTo>
                  <a:pt x="714097" y="464677"/>
                  <a:pt x="712592" y="403000"/>
                  <a:pt x="701040" y="342929"/>
                </a:cubicBezTo>
                <a:cubicBezTo>
                  <a:pt x="699311" y="333936"/>
                  <a:pt x="685072" y="333720"/>
                  <a:pt x="678180" y="327689"/>
                </a:cubicBezTo>
                <a:cubicBezTo>
                  <a:pt x="649023" y="302176"/>
                  <a:pt x="641775" y="285115"/>
                  <a:pt x="609600" y="266729"/>
                </a:cubicBezTo>
                <a:cubicBezTo>
                  <a:pt x="602626" y="262744"/>
                  <a:pt x="594360" y="261649"/>
                  <a:pt x="586740" y="259109"/>
                </a:cubicBezTo>
                <a:cubicBezTo>
                  <a:pt x="576580" y="251489"/>
                  <a:pt x="565240" y="245229"/>
                  <a:pt x="556260" y="236249"/>
                </a:cubicBezTo>
                <a:cubicBezTo>
                  <a:pt x="549784" y="229773"/>
                  <a:pt x="548055" y="219252"/>
                  <a:pt x="541020" y="213389"/>
                </a:cubicBezTo>
                <a:cubicBezTo>
                  <a:pt x="521857" y="197420"/>
                  <a:pt x="502490" y="197258"/>
                  <a:pt x="480060" y="190529"/>
                </a:cubicBezTo>
                <a:cubicBezTo>
                  <a:pt x="464673" y="185913"/>
                  <a:pt x="449993" y="178901"/>
                  <a:pt x="434340" y="175289"/>
                </a:cubicBezTo>
                <a:cubicBezTo>
                  <a:pt x="416839" y="171250"/>
                  <a:pt x="398687" y="170790"/>
                  <a:pt x="381000" y="167669"/>
                </a:cubicBezTo>
                <a:cubicBezTo>
                  <a:pt x="355491" y="163167"/>
                  <a:pt x="304800" y="152429"/>
                  <a:pt x="304800" y="152429"/>
                </a:cubicBezTo>
                <a:cubicBezTo>
                  <a:pt x="294640" y="147349"/>
                  <a:pt x="284761" y="141664"/>
                  <a:pt x="274320" y="137189"/>
                </a:cubicBezTo>
                <a:cubicBezTo>
                  <a:pt x="266937" y="134025"/>
                  <a:pt x="258644" y="133161"/>
                  <a:pt x="251460" y="129569"/>
                </a:cubicBezTo>
                <a:cubicBezTo>
                  <a:pt x="243269" y="125473"/>
                  <a:pt x="236791" y="118425"/>
                  <a:pt x="228600" y="114329"/>
                </a:cubicBezTo>
                <a:cubicBezTo>
                  <a:pt x="221416" y="110737"/>
                  <a:pt x="213052" y="110033"/>
                  <a:pt x="205740" y="106709"/>
                </a:cubicBezTo>
                <a:cubicBezTo>
                  <a:pt x="185058" y="97308"/>
                  <a:pt x="165100" y="86389"/>
                  <a:pt x="144780" y="76229"/>
                </a:cubicBezTo>
                <a:cubicBezTo>
                  <a:pt x="134620" y="71149"/>
                  <a:pt x="123751" y="67290"/>
                  <a:pt x="114300" y="60989"/>
                </a:cubicBezTo>
                <a:cubicBezTo>
                  <a:pt x="106680" y="55909"/>
                  <a:pt x="98475" y="51612"/>
                  <a:pt x="91440" y="45749"/>
                </a:cubicBezTo>
                <a:cubicBezTo>
                  <a:pt x="83161" y="38850"/>
                  <a:pt x="78219" y="27708"/>
                  <a:pt x="68580" y="22889"/>
                </a:cubicBezTo>
                <a:cubicBezTo>
                  <a:pt x="56996" y="17097"/>
                  <a:pt x="43180" y="17809"/>
                  <a:pt x="30480" y="15269"/>
                </a:cubicBezTo>
                <a:cubicBezTo>
                  <a:pt x="5507" y="-1380"/>
                  <a:pt x="16778" y="29"/>
                  <a:pt x="0" y="29"/>
                </a:cubicBezTo>
              </a:path>
            </a:pathLst>
          </a:custGeom>
          <a:noFill/>
          <a:ln>
            <a:solidFill>
              <a:srgbClr val="FF0000"/>
            </a:solidFill>
            <a:prstDash val="dash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04" name="直接箭头连接符 3103">
            <a:extLst>
              <a:ext uri="{FF2B5EF4-FFF2-40B4-BE49-F238E27FC236}">
                <a16:creationId xmlns:a16="http://schemas.microsoft.com/office/drawing/2014/main" id="{291990E7-914D-CE20-BBAF-6864288525CA}"/>
              </a:ext>
            </a:extLst>
          </p:cNvPr>
          <p:cNvCxnSpPr>
            <a:cxnSpLocks/>
          </p:cNvCxnSpPr>
          <p:nvPr/>
        </p:nvCxnSpPr>
        <p:spPr>
          <a:xfrm flipH="1" flipV="1">
            <a:off x="9142586" y="4241532"/>
            <a:ext cx="338358" cy="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5" name="文本框 3104">
            <a:extLst>
              <a:ext uri="{FF2B5EF4-FFF2-40B4-BE49-F238E27FC236}">
                <a16:creationId xmlns:a16="http://schemas.microsoft.com/office/drawing/2014/main" id="{E616284D-92FB-AF59-911B-A0A9636B9B30}"/>
              </a:ext>
            </a:extLst>
          </p:cNvPr>
          <p:cNvSpPr txBox="1"/>
          <p:nvPr/>
        </p:nvSpPr>
        <p:spPr>
          <a:xfrm>
            <a:off x="10248227" y="6261590"/>
            <a:ext cx="188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IP</a:t>
            </a:r>
            <a:r>
              <a:rPr lang="zh-CN" altLang="en-US" dirty="0"/>
              <a:t>地址为示例</a:t>
            </a:r>
          </a:p>
        </p:txBody>
      </p:sp>
      <p:sp>
        <p:nvSpPr>
          <p:cNvPr id="3106" name="文本框 3105">
            <a:extLst>
              <a:ext uri="{FF2B5EF4-FFF2-40B4-BE49-F238E27FC236}">
                <a16:creationId xmlns:a16="http://schemas.microsoft.com/office/drawing/2014/main" id="{FE93A0EC-04D8-4852-931A-80BC0D8F991F}"/>
              </a:ext>
            </a:extLst>
          </p:cNvPr>
          <p:cNvSpPr txBox="1"/>
          <p:nvPr/>
        </p:nvSpPr>
        <p:spPr>
          <a:xfrm>
            <a:off x="7370540" y="2071874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虚拟机或物理机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C7CE-BD90-C32E-99D3-6EAA0EE7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B50D60C9-1A38-2480-EC40-43C8344CA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267" y="1105443"/>
            <a:ext cx="7250627" cy="5693344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1404E1C-C379-7F05-9E46-F1E5531C53D7}"/>
              </a:ext>
            </a:extLst>
          </p:cNvPr>
          <p:cNvSpPr txBox="1"/>
          <p:nvPr/>
        </p:nvSpPr>
        <p:spPr>
          <a:xfrm>
            <a:off x="506082" y="175601"/>
            <a:ext cx="6706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方案试点场景二：内网电脑接入外网虚拟桌面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5EC15D7-FF98-62AA-5B48-4C341D7B2BE7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521457" y="893"/>
            <a:ext cx="0" cy="574712"/>
          </a:xfrm>
          <a:prstGeom prst="line">
            <a:avLst/>
          </a:prstGeom>
          <a:ln w="19050">
            <a:solidFill>
              <a:srgbClr val="EB632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BD3E73A-C802-35EF-E026-FDD9272E25D2}"/>
              </a:ext>
            </a:extLst>
          </p:cNvPr>
          <p:cNvCxnSpPr/>
          <p:nvPr/>
        </p:nvCxnSpPr>
        <p:spPr>
          <a:xfrm>
            <a:off x="8315560" y="1153768"/>
            <a:ext cx="0" cy="4823280"/>
          </a:xfrm>
          <a:prstGeom prst="line">
            <a:avLst/>
          </a:prstGeom>
          <a:noFill/>
          <a:ln w="9525"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34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</a:ln>
          <a:effectLst>
            <a:glow rad="127000">
              <a:srgbClr val="070D1B">
                <a:alpha val="5000"/>
              </a:srgbClr>
            </a:glow>
          </a:effectLst>
        </p:spPr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26F9C46-7254-63F2-72D4-F0BE7E1B454B}"/>
              </a:ext>
            </a:extLst>
          </p:cNvPr>
          <p:cNvGrpSpPr/>
          <p:nvPr/>
        </p:nvGrpSpPr>
        <p:grpSpPr>
          <a:xfrm>
            <a:off x="868141" y="1267788"/>
            <a:ext cx="6980245" cy="4104312"/>
            <a:chOff x="236384" y="1420188"/>
            <a:chExt cx="7882385" cy="4290439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5172ED8A-4F39-6C9D-1D4E-BD018E982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384" y="1420188"/>
              <a:ext cx="7882385" cy="4290439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2D185DE-D3C0-59C8-8F0D-BCFC8CBEDBBB}"/>
                </a:ext>
              </a:extLst>
            </p:cNvPr>
            <p:cNvSpPr txBox="1"/>
            <p:nvPr/>
          </p:nvSpPr>
          <p:spPr>
            <a:xfrm>
              <a:off x="2446101" y="1538938"/>
              <a:ext cx="3452371" cy="5469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glow rad="228600">
                      <a:schemeClr val="accent4">
                        <a:satMod val="175000"/>
                        <a:alpha val="40000"/>
                      </a:schemeClr>
                    </a:glow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内网本地电脑桌面</a:t>
              </a: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358545E7-623A-FC3E-9CEE-58C56651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56462" y="2198092"/>
              <a:ext cx="4842226" cy="2960628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E5DED44-6EA5-49CC-A216-A47776F0A336}"/>
                </a:ext>
              </a:extLst>
            </p:cNvPr>
            <p:cNvSpPr txBox="1"/>
            <p:nvPr/>
          </p:nvSpPr>
          <p:spPr>
            <a:xfrm>
              <a:off x="2906127" y="3303797"/>
              <a:ext cx="2641412" cy="5469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rgbClr val="171D2A"/>
                  </a:solidFill>
                  <a:effectLst>
                    <a:glow rad="228600">
                      <a:schemeClr val="accent4">
                        <a:satMod val="175000"/>
                        <a:alpha val="40000"/>
                      </a:schemeClr>
                    </a:glow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外网虚拟桌面</a:t>
              </a:r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45BB500C-38D2-C477-F8BE-14E7AC18E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0603" y="2432947"/>
            <a:ext cx="3362771" cy="1144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主要使用场景：</a:t>
            </a:r>
            <a:endParaRPr kumimoji="0" lang="zh-CN" altLang="zh-CN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anose="020F0502020204030204" pitchFamily="34" charset="0"/>
              </a:rPr>
              <a:t>①医生、护士临时性访问外网，提升外网访问便捷度，提升工作效率；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6167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4623C-81D9-0E89-E275-F4319064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A1CF694-FD5A-D637-65CF-46ECEF266B17}"/>
              </a:ext>
            </a:extLst>
          </p:cNvPr>
          <p:cNvSpPr txBox="1"/>
          <p:nvPr/>
        </p:nvSpPr>
        <p:spPr>
          <a:xfrm>
            <a:off x="506082" y="175601"/>
            <a:ext cx="5111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内网电脑接入外网虚拟桌面</a:t>
            </a:r>
            <a:r>
              <a:rPr lang="en-US" altLang="zh-CN" sz="2000" dirty="0">
                <a:solidFill>
                  <a:schemeClr val="tx1"/>
                </a:solidFill>
              </a:rPr>
              <a:t>——</a:t>
            </a:r>
            <a:r>
              <a:rPr lang="zh-CN" altLang="en-US" sz="2000" dirty="0">
                <a:solidFill>
                  <a:schemeClr val="tx1"/>
                </a:solidFill>
              </a:rPr>
              <a:t>安全架构</a:t>
            </a:r>
            <a:endParaRPr lang="zh-CN" altLang="en-US" sz="2000" dirty="0">
              <a:solidFill>
                <a:srgbClr val="171D2A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2D6174A-E2AB-93CE-A371-5055B9BC9A0F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521457" y="893"/>
            <a:ext cx="0" cy="574712"/>
          </a:xfrm>
          <a:prstGeom prst="line">
            <a:avLst/>
          </a:prstGeom>
          <a:ln w="19050">
            <a:solidFill>
              <a:srgbClr val="EB632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824F25D-4402-208C-C089-FC52B4AD95B8}"/>
              </a:ext>
            </a:extLst>
          </p:cNvPr>
          <p:cNvCxnSpPr>
            <a:cxnSpLocks/>
            <a:stCxn id="3305" idx="0"/>
            <a:endCxn id="2872" idx="3"/>
          </p:cNvCxnSpPr>
          <p:nvPr/>
        </p:nvCxnSpPr>
        <p:spPr>
          <a:xfrm flipH="1">
            <a:off x="7345386" y="2493048"/>
            <a:ext cx="978499" cy="319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653D8CA-D883-2F6D-3176-1F13431B2631}"/>
              </a:ext>
            </a:extLst>
          </p:cNvPr>
          <p:cNvCxnSpPr>
            <a:cxnSpLocks/>
            <a:stCxn id="3517" idx="0"/>
            <a:endCxn id="2875" idx="18"/>
          </p:cNvCxnSpPr>
          <p:nvPr/>
        </p:nvCxnSpPr>
        <p:spPr>
          <a:xfrm flipH="1">
            <a:off x="7330740" y="2453091"/>
            <a:ext cx="49035" cy="519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DF82D0A-5F81-CD7D-31B4-8C88DF697023}"/>
              </a:ext>
            </a:extLst>
          </p:cNvPr>
          <p:cNvCxnSpPr>
            <a:cxnSpLocks/>
            <a:stCxn id="3718" idx="3"/>
            <a:endCxn id="2872" idx="3"/>
          </p:cNvCxnSpPr>
          <p:nvPr/>
        </p:nvCxnSpPr>
        <p:spPr>
          <a:xfrm>
            <a:off x="6442325" y="2493048"/>
            <a:ext cx="903061" cy="319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8E7449E-EF7B-B538-0F86-0583FA9F9E75}"/>
              </a:ext>
            </a:extLst>
          </p:cNvPr>
          <p:cNvSpPr/>
          <p:nvPr/>
        </p:nvSpPr>
        <p:spPr>
          <a:xfrm>
            <a:off x="3070860" y="1905000"/>
            <a:ext cx="4152900" cy="3962400"/>
          </a:xfrm>
          <a:custGeom>
            <a:avLst/>
            <a:gdLst>
              <a:gd name="connsiteX0" fmla="*/ 0 w 4152900"/>
              <a:gd name="connsiteY0" fmla="*/ 3962400 h 3962400"/>
              <a:gd name="connsiteX1" fmla="*/ 7620 w 4152900"/>
              <a:gd name="connsiteY1" fmla="*/ 3741420 h 3962400"/>
              <a:gd name="connsiteX2" fmla="*/ 15240 w 4152900"/>
              <a:gd name="connsiteY2" fmla="*/ 3710940 h 3962400"/>
              <a:gd name="connsiteX3" fmla="*/ 30480 w 4152900"/>
              <a:gd name="connsiteY3" fmla="*/ 3642360 h 3962400"/>
              <a:gd name="connsiteX4" fmla="*/ 53340 w 4152900"/>
              <a:gd name="connsiteY4" fmla="*/ 3489960 h 3962400"/>
              <a:gd name="connsiteX5" fmla="*/ 60960 w 4152900"/>
              <a:gd name="connsiteY5" fmla="*/ 3421380 h 3962400"/>
              <a:gd name="connsiteX6" fmla="*/ 76200 w 4152900"/>
              <a:gd name="connsiteY6" fmla="*/ 3276600 h 3962400"/>
              <a:gd name="connsiteX7" fmla="*/ 83820 w 4152900"/>
              <a:gd name="connsiteY7" fmla="*/ 3002280 h 3962400"/>
              <a:gd name="connsiteX8" fmla="*/ 91440 w 4152900"/>
              <a:gd name="connsiteY8" fmla="*/ 2895600 h 3962400"/>
              <a:gd name="connsiteX9" fmla="*/ 99060 w 4152900"/>
              <a:gd name="connsiteY9" fmla="*/ 2872740 h 3962400"/>
              <a:gd name="connsiteX10" fmla="*/ 121920 w 4152900"/>
              <a:gd name="connsiteY10" fmla="*/ 2842260 h 3962400"/>
              <a:gd name="connsiteX11" fmla="*/ 152400 w 4152900"/>
              <a:gd name="connsiteY11" fmla="*/ 2834640 h 3962400"/>
              <a:gd name="connsiteX12" fmla="*/ 2095500 w 4152900"/>
              <a:gd name="connsiteY12" fmla="*/ 2842260 h 3962400"/>
              <a:gd name="connsiteX13" fmla="*/ 2194560 w 4152900"/>
              <a:gd name="connsiteY13" fmla="*/ 2865120 h 3962400"/>
              <a:gd name="connsiteX14" fmla="*/ 2301240 w 4152900"/>
              <a:gd name="connsiteY14" fmla="*/ 2872740 h 3962400"/>
              <a:gd name="connsiteX15" fmla="*/ 3733800 w 4152900"/>
              <a:gd name="connsiteY15" fmla="*/ 2857500 h 3962400"/>
              <a:gd name="connsiteX16" fmla="*/ 3931920 w 4152900"/>
              <a:gd name="connsiteY16" fmla="*/ 2842260 h 3962400"/>
              <a:gd name="connsiteX17" fmla="*/ 3962400 w 4152900"/>
              <a:gd name="connsiteY17" fmla="*/ 2834640 h 3962400"/>
              <a:gd name="connsiteX18" fmla="*/ 3992880 w 4152900"/>
              <a:gd name="connsiteY18" fmla="*/ 2819400 h 3962400"/>
              <a:gd name="connsiteX19" fmla="*/ 4015740 w 4152900"/>
              <a:gd name="connsiteY19" fmla="*/ 2788920 h 3962400"/>
              <a:gd name="connsiteX20" fmla="*/ 4046220 w 4152900"/>
              <a:gd name="connsiteY20" fmla="*/ 2743200 h 3962400"/>
              <a:gd name="connsiteX21" fmla="*/ 4061460 w 4152900"/>
              <a:gd name="connsiteY21" fmla="*/ 2689860 h 3962400"/>
              <a:gd name="connsiteX22" fmla="*/ 4076700 w 4152900"/>
              <a:gd name="connsiteY22" fmla="*/ 2659380 h 3962400"/>
              <a:gd name="connsiteX23" fmla="*/ 4091940 w 4152900"/>
              <a:gd name="connsiteY23" fmla="*/ 2621280 h 3962400"/>
              <a:gd name="connsiteX24" fmla="*/ 4114800 w 4152900"/>
              <a:gd name="connsiteY24" fmla="*/ 2567940 h 3962400"/>
              <a:gd name="connsiteX25" fmla="*/ 4137660 w 4152900"/>
              <a:gd name="connsiteY25" fmla="*/ 2316480 h 3962400"/>
              <a:gd name="connsiteX26" fmla="*/ 4145280 w 4152900"/>
              <a:gd name="connsiteY26" fmla="*/ 2232660 h 3962400"/>
              <a:gd name="connsiteX27" fmla="*/ 4152900 w 4152900"/>
              <a:gd name="connsiteY27" fmla="*/ 2080260 h 3962400"/>
              <a:gd name="connsiteX28" fmla="*/ 4145280 w 4152900"/>
              <a:gd name="connsiteY28" fmla="*/ 1889760 h 3962400"/>
              <a:gd name="connsiteX29" fmla="*/ 4107180 w 4152900"/>
              <a:gd name="connsiteY29" fmla="*/ 1828800 h 3962400"/>
              <a:gd name="connsiteX30" fmla="*/ 4091940 w 4152900"/>
              <a:gd name="connsiteY30" fmla="*/ 1805940 h 3962400"/>
              <a:gd name="connsiteX31" fmla="*/ 4053840 w 4152900"/>
              <a:gd name="connsiteY31" fmla="*/ 1760220 h 3962400"/>
              <a:gd name="connsiteX32" fmla="*/ 4038600 w 4152900"/>
              <a:gd name="connsiteY32" fmla="*/ 1729740 h 3962400"/>
              <a:gd name="connsiteX33" fmla="*/ 4015740 w 4152900"/>
              <a:gd name="connsiteY33" fmla="*/ 1699260 h 3962400"/>
              <a:gd name="connsiteX34" fmla="*/ 4000500 w 4152900"/>
              <a:gd name="connsiteY34" fmla="*/ 1645920 h 3962400"/>
              <a:gd name="connsiteX35" fmla="*/ 3985260 w 4152900"/>
              <a:gd name="connsiteY35" fmla="*/ 1584960 h 3962400"/>
              <a:gd name="connsiteX36" fmla="*/ 3977640 w 4152900"/>
              <a:gd name="connsiteY36" fmla="*/ 1143000 h 3962400"/>
              <a:gd name="connsiteX37" fmla="*/ 3924300 w 4152900"/>
              <a:gd name="connsiteY37" fmla="*/ 1051560 h 3962400"/>
              <a:gd name="connsiteX38" fmla="*/ 3863340 w 4152900"/>
              <a:gd name="connsiteY38" fmla="*/ 1013460 h 3962400"/>
              <a:gd name="connsiteX39" fmla="*/ 3817620 w 4152900"/>
              <a:gd name="connsiteY39" fmla="*/ 982980 h 3962400"/>
              <a:gd name="connsiteX40" fmla="*/ 3787140 w 4152900"/>
              <a:gd name="connsiteY40" fmla="*/ 967740 h 3962400"/>
              <a:gd name="connsiteX41" fmla="*/ 3368040 w 4152900"/>
              <a:gd name="connsiteY41" fmla="*/ 960120 h 3962400"/>
              <a:gd name="connsiteX42" fmla="*/ 3261360 w 4152900"/>
              <a:gd name="connsiteY42" fmla="*/ 937260 h 3962400"/>
              <a:gd name="connsiteX43" fmla="*/ 3147060 w 4152900"/>
              <a:gd name="connsiteY43" fmla="*/ 899160 h 3962400"/>
              <a:gd name="connsiteX44" fmla="*/ 3101340 w 4152900"/>
              <a:gd name="connsiteY44" fmla="*/ 891540 h 3962400"/>
              <a:gd name="connsiteX45" fmla="*/ 3063240 w 4152900"/>
              <a:gd name="connsiteY45" fmla="*/ 876300 h 3962400"/>
              <a:gd name="connsiteX46" fmla="*/ 2971800 w 4152900"/>
              <a:gd name="connsiteY46" fmla="*/ 845820 h 3962400"/>
              <a:gd name="connsiteX47" fmla="*/ 2918460 w 4152900"/>
              <a:gd name="connsiteY47" fmla="*/ 822960 h 3962400"/>
              <a:gd name="connsiteX48" fmla="*/ 2872740 w 4152900"/>
              <a:gd name="connsiteY48" fmla="*/ 807720 h 3962400"/>
              <a:gd name="connsiteX49" fmla="*/ 2811780 w 4152900"/>
              <a:gd name="connsiteY49" fmla="*/ 784860 h 3962400"/>
              <a:gd name="connsiteX50" fmla="*/ 2750820 w 4152900"/>
              <a:gd name="connsiteY50" fmla="*/ 739140 h 3962400"/>
              <a:gd name="connsiteX51" fmla="*/ 2712720 w 4152900"/>
              <a:gd name="connsiteY51" fmla="*/ 701040 h 3962400"/>
              <a:gd name="connsiteX52" fmla="*/ 2659380 w 4152900"/>
              <a:gd name="connsiteY52" fmla="*/ 662940 h 3962400"/>
              <a:gd name="connsiteX53" fmla="*/ 2598420 w 4152900"/>
              <a:gd name="connsiteY53" fmla="*/ 586740 h 3962400"/>
              <a:gd name="connsiteX54" fmla="*/ 2567940 w 4152900"/>
              <a:gd name="connsiteY54" fmla="*/ 556260 h 3962400"/>
              <a:gd name="connsiteX55" fmla="*/ 2552700 w 4152900"/>
              <a:gd name="connsiteY55" fmla="*/ 518160 h 3962400"/>
              <a:gd name="connsiteX56" fmla="*/ 2537460 w 4152900"/>
              <a:gd name="connsiteY56" fmla="*/ 495300 h 3962400"/>
              <a:gd name="connsiteX57" fmla="*/ 2529840 w 4152900"/>
              <a:gd name="connsiteY57" fmla="*/ 449580 h 3962400"/>
              <a:gd name="connsiteX58" fmla="*/ 2499360 w 4152900"/>
              <a:gd name="connsiteY58" fmla="*/ 373380 h 3962400"/>
              <a:gd name="connsiteX59" fmla="*/ 2476500 w 4152900"/>
              <a:gd name="connsiteY59" fmla="*/ 274320 h 3962400"/>
              <a:gd name="connsiteX60" fmla="*/ 2484120 w 4152900"/>
              <a:gd name="connsiteY60" fmla="*/ 76200 h 3962400"/>
              <a:gd name="connsiteX61" fmla="*/ 2522220 w 4152900"/>
              <a:gd name="connsiteY61" fmla="*/ 53340 h 3962400"/>
              <a:gd name="connsiteX62" fmla="*/ 2583180 w 4152900"/>
              <a:gd name="connsiteY62" fmla="*/ 30480 h 3962400"/>
              <a:gd name="connsiteX63" fmla="*/ 2606040 w 4152900"/>
              <a:gd name="connsiteY63" fmla="*/ 22860 h 3962400"/>
              <a:gd name="connsiteX64" fmla="*/ 2613660 w 4152900"/>
              <a:gd name="connsiteY64" fmla="*/ 0 h 39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152900" h="3962400">
                <a:moveTo>
                  <a:pt x="0" y="3962400"/>
                </a:moveTo>
                <a:cubicBezTo>
                  <a:pt x="2540" y="3888740"/>
                  <a:pt x="3161" y="3814989"/>
                  <a:pt x="7620" y="3741420"/>
                </a:cubicBezTo>
                <a:cubicBezTo>
                  <a:pt x="8254" y="3730966"/>
                  <a:pt x="13186" y="3721209"/>
                  <a:pt x="15240" y="3710940"/>
                </a:cubicBezTo>
                <a:cubicBezTo>
                  <a:pt x="28651" y="3643886"/>
                  <a:pt x="15650" y="3686849"/>
                  <a:pt x="30480" y="3642360"/>
                </a:cubicBezTo>
                <a:cubicBezTo>
                  <a:pt x="47019" y="3510048"/>
                  <a:pt x="35787" y="3560173"/>
                  <a:pt x="53340" y="3489960"/>
                </a:cubicBezTo>
                <a:cubicBezTo>
                  <a:pt x="55880" y="3467100"/>
                  <a:pt x="58510" y="3444250"/>
                  <a:pt x="60960" y="3421380"/>
                </a:cubicBezTo>
                <a:cubicBezTo>
                  <a:pt x="66130" y="3373130"/>
                  <a:pt x="76200" y="3276600"/>
                  <a:pt x="76200" y="3276600"/>
                </a:cubicBezTo>
                <a:cubicBezTo>
                  <a:pt x="78740" y="3185160"/>
                  <a:pt x="80164" y="3093682"/>
                  <a:pt x="83820" y="3002280"/>
                </a:cubicBezTo>
                <a:cubicBezTo>
                  <a:pt x="85245" y="2966658"/>
                  <a:pt x="87275" y="2931006"/>
                  <a:pt x="91440" y="2895600"/>
                </a:cubicBezTo>
                <a:cubicBezTo>
                  <a:pt x="92378" y="2887623"/>
                  <a:pt x="95075" y="2879714"/>
                  <a:pt x="99060" y="2872740"/>
                </a:cubicBezTo>
                <a:cubicBezTo>
                  <a:pt x="105361" y="2861713"/>
                  <a:pt x="111586" y="2849642"/>
                  <a:pt x="121920" y="2842260"/>
                </a:cubicBezTo>
                <a:cubicBezTo>
                  <a:pt x="130442" y="2836173"/>
                  <a:pt x="142240" y="2837180"/>
                  <a:pt x="152400" y="2834640"/>
                </a:cubicBezTo>
                <a:lnTo>
                  <a:pt x="2095500" y="2842260"/>
                </a:lnTo>
                <a:cubicBezTo>
                  <a:pt x="2490820" y="2845244"/>
                  <a:pt x="2039240" y="2837711"/>
                  <a:pt x="2194560" y="2865120"/>
                </a:cubicBezTo>
                <a:cubicBezTo>
                  <a:pt x="2229668" y="2871316"/>
                  <a:pt x="2265680" y="2870200"/>
                  <a:pt x="2301240" y="2872740"/>
                </a:cubicBezTo>
                <a:lnTo>
                  <a:pt x="3733800" y="2857500"/>
                </a:lnTo>
                <a:cubicBezTo>
                  <a:pt x="3812753" y="2856361"/>
                  <a:pt x="3863026" y="2856039"/>
                  <a:pt x="3931920" y="2842260"/>
                </a:cubicBezTo>
                <a:cubicBezTo>
                  <a:pt x="3942189" y="2840206"/>
                  <a:pt x="3952594" y="2838317"/>
                  <a:pt x="3962400" y="2834640"/>
                </a:cubicBezTo>
                <a:cubicBezTo>
                  <a:pt x="3973036" y="2830652"/>
                  <a:pt x="3982720" y="2824480"/>
                  <a:pt x="3992880" y="2819400"/>
                </a:cubicBezTo>
                <a:cubicBezTo>
                  <a:pt x="4000500" y="2809240"/>
                  <a:pt x="4008457" y="2799324"/>
                  <a:pt x="4015740" y="2788920"/>
                </a:cubicBezTo>
                <a:cubicBezTo>
                  <a:pt x="4026244" y="2773915"/>
                  <a:pt x="4046220" y="2743200"/>
                  <a:pt x="4046220" y="2743200"/>
                </a:cubicBezTo>
                <a:cubicBezTo>
                  <a:pt x="4050087" y="2727733"/>
                  <a:pt x="4054901" y="2705164"/>
                  <a:pt x="4061460" y="2689860"/>
                </a:cubicBezTo>
                <a:cubicBezTo>
                  <a:pt x="4065935" y="2679419"/>
                  <a:pt x="4072087" y="2669760"/>
                  <a:pt x="4076700" y="2659380"/>
                </a:cubicBezTo>
                <a:cubicBezTo>
                  <a:pt x="4082255" y="2646881"/>
                  <a:pt x="4086385" y="2633779"/>
                  <a:pt x="4091940" y="2621280"/>
                </a:cubicBezTo>
                <a:cubicBezTo>
                  <a:pt x="4117049" y="2564784"/>
                  <a:pt x="4099149" y="2614893"/>
                  <a:pt x="4114800" y="2567940"/>
                </a:cubicBezTo>
                <a:cubicBezTo>
                  <a:pt x="4140408" y="2388684"/>
                  <a:pt x="4123398" y="2530409"/>
                  <a:pt x="4137660" y="2316480"/>
                </a:cubicBezTo>
                <a:cubicBezTo>
                  <a:pt x="4139526" y="2288487"/>
                  <a:pt x="4143474" y="2260657"/>
                  <a:pt x="4145280" y="2232660"/>
                </a:cubicBezTo>
                <a:cubicBezTo>
                  <a:pt x="4148555" y="2181902"/>
                  <a:pt x="4150360" y="2131060"/>
                  <a:pt x="4152900" y="2080260"/>
                </a:cubicBezTo>
                <a:cubicBezTo>
                  <a:pt x="4150360" y="2016760"/>
                  <a:pt x="4149808" y="1953149"/>
                  <a:pt x="4145280" y="1889760"/>
                </a:cubicBezTo>
                <a:cubicBezTo>
                  <a:pt x="4143485" y="1864634"/>
                  <a:pt x="4120468" y="1846518"/>
                  <a:pt x="4107180" y="1828800"/>
                </a:cubicBezTo>
                <a:cubicBezTo>
                  <a:pt x="4101685" y="1821474"/>
                  <a:pt x="4097563" y="1813169"/>
                  <a:pt x="4091940" y="1805940"/>
                </a:cubicBezTo>
                <a:cubicBezTo>
                  <a:pt x="4079761" y="1790281"/>
                  <a:pt x="4065216" y="1776472"/>
                  <a:pt x="4053840" y="1760220"/>
                </a:cubicBezTo>
                <a:cubicBezTo>
                  <a:pt x="4047326" y="1750914"/>
                  <a:pt x="4044620" y="1739373"/>
                  <a:pt x="4038600" y="1729740"/>
                </a:cubicBezTo>
                <a:cubicBezTo>
                  <a:pt x="4031869" y="1718970"/>
                  <a:pt x="4023360" y="1709420"/>
                  <a:pt x="4015740" y="1699260"/>
                </a:cubicBezTo>
                <a:cubicBezTo>
                  <a:pt x="3997470" y="1644450"/>
                  <a:pt x="4019636" y="1712897"/>
                  <a:pt x="4000500" y="1645920"/>
                </a:cubicBezTo>
                <a:cubicBezTo>
                  <a:pt x="3984879" y="1591247"/>
                  <a:pt x="4000752" y="1662421"/>
                  <a:pt x="3985260" y="1584960"/>
                </a:cubicBezTo>
                <a:cubicBezTo>
                  <a:pt x="3982720" y="1437640"/>
                  <a:pt x="3988770" y="1289921"/>
                  <a:pt x="3977640" y="1143000"/>
                </a:cubicBezTo>
                <a:cubicBezTo>
                  <a:pt x="3976905" y="1133292"/>
                  <a:pt x="3940988" y="1065214"/>
                  <a:pt x="3924300" y="1051560"/>
                </a:cubicBezTo>
                <a:cubicBezTo>
                  <a:pt x="3905754" y="1036386"/>
                  <a:pt x="3880284" y="1030404"/>
                  <a:pt x="3863340" y="1013460"/>
                </a:cubicBezTo>
                <a:cubicBezTo>
                  <a:pt x="3827403" y="977523"/>
                  <a:pt x="3856217" y="999522"/>
                  <a:pt x="3817620" y="982980"/>
                </a:cubicBezTo>
                <a:cubicBezTo>
                  <a:pt x="3807179" y="978505"/>
                  <a:pt x="3798485" y="968317"/>
                  <a:pt x="3787140" y="967740"/>
                </a:cubicBezTo>
                <a:cubicBezTo>
                  <a:pt x="3647597" y="960645"/>
                  <a:pt x="3507740" y="962660"/>
                  <a:pt x="3368040" y="960120"/>
                </a:cubicBezTo>
                <a:cubicBezTo>
                  <a:pt x="3291017" y="929311"/>
                  <a:pt x="3373075" y="958206"/>
                  <a:pt x="3261360" y="937260"/>
                </a:cubicBezTo>
                <a:cubicBezTo>
                  <a:pt x="3200728" y="925891"/>
                  <a:pt x="3209403" y="916972"/>
                  <a:pt x="3147060" y="899160"/>
                </a:cubicBezTo>
                <a:cubicBezTo>
                  <a:pt x="3132204" y="894915"/>
                  <a:pt x="3116580" y="894080"/>
                  <a:pt x="3101340" y="891540"/>
                </a:cubicBezTo>
                <a:cubicBezTo>
                  <a:pt x="3088640" y="886460"/>
                  <a:pt x="3076139" y="880852"/>
                  <a:pt x="3063240" y="876300"/>
                </a:cubicBezTo>
                <a:cubicBezTo>
                  <a:pt x="3032943" y="865607"/>
                  <a:pt x="3001331" y="858476"/>
                  <a:pt x="2971800" y="845820"/>
                </a:cubicBezTo>
                <a:cubicBezTo>
                  <a:pt x="2954020" y="838200"/>
                  <a:pt x="2936515" y="829904"/>
                  <a:pt x="2918460" y="822960"/>
                </a:cubicBezTo>
                <a:cubicBezTo>
                  <a:pt x="2903466" y="817193"/>
                  <a:pt x="2887655" y="813686"/>
                  <a:pt x="2872740" y="807720"/>
                </a:cubicBezTo>
                <a:cubicBezTo>
                  <a:pt x="2806328" y="781155"/>
                  <a:pt x="2877772" y="801358"/>
                  <a:pt x="2811780" y="784860"/>
                </a:cubicBezTo>
                <a:cubicBezTo>
                  <a:pt x="2791460" y="769620"/>
                  <a:pt x="2770210" y="755547"/>
                  <a:pt x="2750820" y="739140"/>
                </a:cubicBezTo>
                <a:cubicBezTo>
                  <a:pt x="2737109" y="727539"/>
                  <a:pt x="2726144" y="712972"/>
                  <a:pt x="2712720" y="701040"/>
                </a:cubicBezTo>
                <a:cubicBezTo>
                  <a:pt x="2698543" y="688438"/>
                  <a:pt x="2675768" y="673865"/>
                  <a:pt x="2659380" y="662940"/>
                </a:cubicBezTo>
                <a:cubicBezTo>
                  <a:pt x="2634501" y="613183"/>
                  <a:pt x="2652172" y="640492"/>
                  <a:pt x="2598420" y="586740"/>
                </a:cubicBezTo>
                <a:lnTo>
                  <a:pt x="2567940" y="556260"/>
                </a:lnTo>
                <a:cubicBezTo>
                  <a:pt x="2562860" y="543560"/>
                  <a:pt x="2558817" y="530394"/>
                  <a:pt x="2552700" y="518160"/>
                </a:cubicBezTo>
                <a:cubicBezTo>
                  <a:pt x="2548604" y="509969"/>
                  <a:pt x="2540356" y="503988"/>
                  <a:pt x="2537460" y="495300"/>
                </a:cubicBezTo>
                <a:cubicBezTo>
                  <a:pt x="2532574" y="480643"/>
                  <a:pt x="2534448" y="464327"/>
                  <a:pt x="2529840" y="449580"/>
                </a:cubicBezTo>
                <a:cubicBezTo>
                  <a:pt x="2521680" y="423469"/>
                  <a:pt x="2505995" y="399920"/>
                  <a:pt x="2499360" y="373380"/>
                </a:cubicBezTo>
                <a:cubicBezTo>
                  <a:pt x="2480979" y="299855"/>
                  <a:pt x="2488228" y="332959"/>
                  <a:pt x="2476500" y="274320"/>
                </a:cubicBezTo>
                <a:cubicBezTo>
                  <a:pt x="2479040" y="208280"/>
                  <a:pt x="2470730" y="140918"/>
                  <a:pt x="2484120" y="76200"/>
                </a:cubicBezTo>
                <a:cubicBezTo>
                  <a:pt x="2487121" y="61697"/>
                  <a:pt x="2509273" y="60533"/>
                  <a:pt x="2522220" y="53340"/>
                </a:cubicBezTo>
                <a:cubicBezTo>
                  <a:pt x="2559821" y="32451"/>
                  <a:pt x="2543751" y="41745"/>
                  <a:pt x="2583180" y="30480"/>
                </a:cubicBezTo>
                <a:cubicBezTo>
                  <a:pt x="2590903" y="28273"/>
                  <a:pt x="2600360" y="28540"/>
                  <a:pt x="2606040" y="22860"/>
                </a:cubicBezTo>
                <a:cubicBezTo>
                  <a:pt x="2611720" y="17180"/>
                  <a:pt x="2611120" y="7620"/>
                  <a:pt x="261366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7C09A18-FBAD-67A4-5F01-E186E4923E32}"/>
              </a:ext>
            </a:extLst>
          </p:cNvPr>
          <p:cNvCxnSpPr>
            <a:cxnSpLocks/>
          </p:cNvCxnSpPr>
          <p:nvPr/>
        </p:nvCxnSpPr>
        <p:spPr>
          <a:xfrm>
            <a:off x="4555457" y="998855"/>
            <a:ext cx="30956" cy="58591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37C5CA99-8E0D-C989-3776-ED1B1A184C84}"/>
              </a:ext>
            </a:extLst>
          </p:cNvPr>
          <p:cNvGrpSpPr/>
          <p:nvPr/>
        </p:nvGrpSpPr>
        <p:grpSpPr>
          <a:xfrm>
            <a:off x="7139253" y="4400466"/>
            <a:ext cx="412121" cy="405650"/>
            <a:chOff x="2426067" y="1603671"/>
            <a:chExt cx="303498" cy="2987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4A898450-640F-98CC-9BFE-37B7DBE4F7D8}"/>
                </a:ext>
              </a:extLst>
            </p:cNvPr>
            <p:cNvSpPr/>
            <p:nvPr/>
          </p:nvSpPr>
          <p:spPr>
            <a:xfrm>
              <a:off x="2428801" y="1665701"/>
              <a:ext cx="298104" cy="234005"/>
            </a:xfrm>
            <a:custGeom>
              <a:avLst/>
              <a:gdLst>
                <a:gd name="connsiteX0" fmla="*/ 107262 w 214498"/>
                <a:gd name="connsiteY0" fmla="*/ 168377 h 168376"/>
                <a:gd name="connsiteX1" fmla="*/ 106279 w 214498"/>
                <a:gd name="connsiteY1" fmla="*/ 168111 h 168376"/>
                <a:gd name="connsiteX2" fmla="*/ 957 w 214498"/>
                <a:gd name="connsiteY2" fmla="*/ 106970 h 168376"/>
                <a:gd name="connsiteX3" fmla="*/ 0 w 214498"/>
                <a:gd name="connsiteY3" fmla="*/ 105295 h 168376"/>
                <a:gd name="connsiteX4" fmla="*/ 0 w 214498"/>
                <a:gd name="connsiteY4" fmla="*/ 63985 h 168376"/>
                <a:gd name="connsiteX5" fmla="*/ 957 w 214498"/>
                <a:gd name="connsiteY5" fmla="*/ 62311 h 168376"/>
                <a:gd name="connsiteX6" fmla="*/ 106279 w 214498"/>
                <a:gd name="connsiteY6" fmla="*/ 266 h 168376"/>
                <a:gd name="connsiteX7" fmla="*/ 107262 w 214498"/>
                <a:gd name="connsiteY7" fmla="*/ 0 h 168376"/>
                <a:gd name="connsiteX8" fmla="*/ 108246 w 214498"/>
                <a:gd name="connsiteY8" fmla="*/ 266 h 168376"/>
                <a:gd name="connsiteX9" fmla="*/ 213541 w 214498"/>
                <a:gd name="connsiteY9" fmla="*/ 62311 h 168376"/>
                <a:gd name="connsiteX10" fmla="*/ 214498 w 214498"/>
                <a:gd name="connsiteY10" fmla="*/ 63985 h 168376"/>
                <a:gd name="connsiteX11" fmla="*/ 214498 w 214498"/>
                <a:gd name="connsiteY11" fmla="*/ 105295 h 168376"/>
                <a:gd name="connsiteX12" fmla="*/ 213541 w 214498"/>
                <a:gd name="connsiteY12" fmla="*/ 106970 h 168376"/>
                <a:gd name="connsiteX13" fmla="*/ 108219 w 214498"/>
                <a:gd name="connsiteY13" fmla="*/ 168111 h 168376"/>
                <a:gd name="connsiteX14" fmla="*/ 107262 w 214498"/>
                <a:gd name="connsiteY14" fmla="*/ 168377 h 16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76">
                  <a:moveTo>
                    <a:pt x="107262" y="168377"/>
                  </a:moveTo>
                  <a:cubicBezTo>
                    <a:pt x="106917" y="168377"/>
                    <a:pt x="106598" y="168297"/>
                    <a:pt x="106279" y="168111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77"/>
                    <a:pt x="107262" y="168377"/>
                  </a:cubicBezTo>
                  <a:close/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4FB5CBBE-9CAE-888B-8D11-1A9B781E7B21}"/>
                </a:ext>
              </a:extLst>
            </p:cNvPr>
            <p:cNvSpPr/>
            <p:nvPr/>
          </p:nvSpPr>
          <p:spPr>
            <a:xfrm>
              <a:off x="2426067" y="1663005"/>
              <a:ext cx="303498" cy="239399"/>
            </a:xfrm>
            <a:custGeom>
              <a:avLst/>
              <a:gdLst>
                <a:gd name="connsiteX0" fmla="*/ 109230 w 218379"/>
                <a:gd name="connsiteY0" fmla="*/ 3881 h 172257"/>
                <a:gd name="connsiteX1" fmla="*/ 214525 w 218379"/>
                <a:gd name="connsiteY1" fmla="*/ 65926 h 172257"/>
                <a:gd name="connsiteX2" fmla="*/ 214525 w 218379"/>
                <a:gd name="connsiteY2" fmla="*/ 107236 h 172257"/>
                <a:gd name="connsiteX3" fmla="*/ 197352 w 218379"/>
                <a:gd name="connsiteY3" fmla="*/ 117204 h 172257"/>
                <a:gd name="connsiteX4" fmla="*/ 109230 w 218379"/>
                <a:gd name="connsiteY4" fmla="*/ 168350 h 172257"/>
                <a:gd name="connsiteX5" fmla="*/ 21080 w 218379"/>
                <a:gd name="connsiteY5" fmla="*/ 117204 h 172257"/>
                <a:gd name="connsiteX6" fmla="*/ 3908 w 218379"/>
                <a:gd name="connsiteY6" fmla="*/ 107236 h 172257"/>
                <a:gd name="connsiteX7" fmla="*/ 3908 w 218379"/>
                <a:gd name="connsiteY7" fmla="*/ 65926 h 172257"/>
                <a:gd name="connsiteX8" fmla="*/ 109230 w 218379"/>
                <a:gd name="connsiteY8" fmla="*/ 3881 h 172257"/>
                <a:gd name="connsiteX9" fmla="*/ 109230 w 218379"/>
                <a:gd name="connsiteY9" fmla="*/ 0 h 172257"/>
                <a:gd name="connsiteX10" fmla="*/ 107262 w 218379"/>
                <a:gd name="connsiteY10" fmla="*/ 532 h 172257"/>
                <a:gd name="connsiteX11" fmla="*/ 1914 w 218379"/>
                <a:gd name="connsiteY11" fmla="*/ 62576 h 172257"/>
                <a:gd name="connsiteX12" fmla="*/ 0 w 218379"/>
                <a:gd name="connsiteY12" fmla="*/ 65926 h 172257"/>
                <a:gd name="connsiteX13" fmla="*/ 0 w 218379"/>
                <a:gd name="connsiteY13" fmla="*/ 107236 h 172257"/>
                <a:gd name="connsiteX14" fmla="*/ 1941 w 218379"/>
                <a:gd name="connsiteY14" fmla="*/ 110585 h 172257"/>
                <a:gd name="connsiteX15" fmla="*/ 19113 w 218379"/>
                <a:gd name="connsiteY15" fmla="*/ 120554 h 172257"/>
                <a:gd name="connsiteX16" fmla="*/ 107262 w 218379"/>
                <a:gd name="connsiteY16" fmla="*/ 171726 h 172257"/>
                <a:gd name="connsiteX17" fmla="*/ 109203 w 218379"/>
                <a:gd name="connsiteY17" fmla="*/ 172258 h 172257"/>
                <a:gd name="connsiteX18" fmla="*/ 111144 w 218379"/>
                <a:gd name="connsiteY18" fmla="*/ 171726 h 172257"/>
                <a:gd name="connsiteX19" fmla="*/ 199266 w 218379"/>
                <a:gd name="connsiteY19" fmla="*/ 120554 h 172257"/>
                <a:gd name="connsiteX20" fmla="*/ 216439 w 218379"/>
                <a:gd name="connsiteY20" fmla="*/ 110585 h 172257"/>
                <a:gd name="connsiteX21" fmla="*/ 218379 w 218379"/>
                <a:gd name="connsiteY21" fmla="*/ 107236 h 172257"/>
                <a:gd name="connsiteX22" fmla="*/ 218379 w 218379"/>
                <a:gd name="connsiteY22" fmla="*/ 65926 h 172257"/>
                <a:gd name="connsiteX23" fmla="*/ 216465 w 218379"/>
                <a:gd name="connsiteY23" fmla="*/ 62576 h 172257"/>
                <a:gd name="connsiteX24" fmla="*/ 111197 w 218379"/>
                <a:gd name="connsiteY24" fmla="*/ 532 h 172257"/>
                <a:gd name="connsiteX25" fmla="*/ 109230 w 218379"/>
                <a:gd name="connsiteY25" fmla="*/ 0 h 172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57">
                  <a:moveTo>
                    <a:pt x="109230" y="3881"/>
                  </a:moveTo>
                  <a:lnTo>
                    <a:pt x="214525" y="65926"/>
                  </a:lnTo>
                  <a:lnTo>
                    <a:pt x="214525" y="107236"/>
                  </a:lnTo>
                  <a:lnTo>
                    <a:pt x="197352" y="117204"/>
                  </a:lnTo>
                  <a:lnTo>
                    <a:pt x="109230" y="168350"/>
                  </a:lnTo>
                  <a:lnTo>
                    <a:pt x="21080" y="117204"/>
                  </a:lnTo>
                  <a:lnTo>
                    <a:pt x="3908" y="107236"/>
                  </a:lnTo>
                  <a:lnTo>
                    <a:pt x="3908" y="65926"/>
                  </a:lnTo>
                  <a:lnTo>
                    <a:pt x="109230" y="3881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576"/>
                  </a:lnTo>
                  <a:cubicBezTo>
                    <a:pt x="718" y="63268"/>
                    <a:pt x="0" y="64544"/>
                    <a:pt x="0" y="65926"/>
                  </a:cubicBezTo>
                  <a:lnTo>
                    <a:pt x="0" y="107236"/>
                  </a:lnTo>
                  <a:cubicBezTo>
                    <a:pt x="0" y="108618"/>
                    <a:pt x="744" y="109894"/>
                    <a:pt x="1941" y="110585"/>
                  </a:cubicBezTo>
                  <a:lnTo>
                    <a:pt x="19113" y="120554"/>
                  </a:lnTo>
                  <a:lnTo>
                    <a:pt x="107262" y="171726"/>
                  </a:lnTo>
                  <a:cubicBezTo>
                    <a:pt x="107874" y="172072"/>
                    <a:pt x="108538" y="172258"/>
                    <a:pt x="109203" y="172258"/>
                  </a:cubicBezTo>
                  <a:cubicBezTo>
                    <a:pt x="109868" y="172258"/>
                    <a:pt x="110559" y="172072"/>
                    <a:pt x="111144" y="171726"/>
                  </a:cubicBezTo>
                  <a:lnTo>
                    <a:pt x="199266" y="120554"/>
                  </a:lnTo>
                  <a:lnTo>
                    <a:pt x="216439" y="110585"/>
                  </a:lnTo>
                  <a:cubicBezTo>
                    <a:pt x="217635" y="109894"/>
                    <a:pt x="218379" y="108618"/>
                    <a:pt x="218379" y="107236"/>
                  </a:cubicBezTo>
                  <a:lnTo>
                    <a:pt x="218379" y="65926"/>
                  </a:lnTo>
                  <a:cubicBezTo>
                    <a:pt x="218379" y="64544"/>
                    <a:pt x="217662" y="63268"/>
                    <a:pt x="216465" y="62576"/>
                  </a:cubicBezTo>
                  <a:lnTo>
                    <a:pt x="111197" y="532"/>
                  </a:lnTo>
                  <a:cubicBezTo>
                    <a:pt x="110585" y="159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3D0D8DAB-54F6-8E23-5CE1-46E98E35ED8F}"/>
                </a:ext>
              </a:extLst>
            </p:cNvPr>
            <p:cNvSpPr/>
            <p:nvPr/>
          </p:nvSpPr>
          <p:spPr>
            <a:xfrm>
              <a:off x="2431461" y="1668399"/>
              <a:ext cx="292747" cy="171791"/>
            </a:xfrm>
            <a:custGeom>
              <a:avLst/>
              <a:gdLst>
                <a:gd name="connsiteX0" fmla="*/ 0 w 210643"/>
                <a:gd name="connsiteY0" fmla="*/ 62045 h 123610"/>
                <a:gd name="connsiteX1" fmla="*/ 105322 w 210643"/>
                <a:gd name="connsiteY1" fmla="*/ 123611 h 123610"/>
                <a:gd name="connsiteX2" fmla="*/ 210644 w 210643"/>
                <a:gd name="connsiteY2" fmla="*/ 62045 h 123610"/>
                <a:gd name="connsiteX3" fmla="*/ 105348 w 210643"/>
                <a:gd name="connsiteY3" fmla="*/ 0 h 12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610">
                  <a:moveTo>
                    <a:pt x="0" y="62045"/>
                  </a:moveTo>
                  <a:lnTo>
                    <a:pt x="105322" y="123611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rgbClr val="FFFFFF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EAC371F7-25D0-9233-9DA0-9F8DBBD45752}"/>
                </a:ext>
              </a:extLst>
            </p:cNvPr>
            <p:cNvSpPr/>
            <p:nvPr/>
          </p:nvSpPr>
          <p:spPr>
            <a:xfrm>
              <a:off x="2452641" y="1766350"/>
              <a:ext cx="250347" cy="89541"/>
            </a:xfrm>
            <a:custGeom>
              <a:avLst/>
              <a:gdLst>
                <a:gd name="connsiteX0" fmla="*/ 90081 w 180135"/>
                <a:gd name="connsiteY0" fmla="*/ 55071 h 64428"/>
                <a:gd name="connsiteX1" fmla="*/ 89097 w 180135"/>
                <a:gd name="connsiteY1" fmla="*/ 54805 h 64428"/>
                <a:gd name="connsiteX2" fmla="*/ 975 w 180135"/>
                <a:gd name="connsiteY2" fmla="*/ 3633 h 64428"/>
                <a:gd name="connsiteX3" fmla="*/ 257 w 180135"/>
                <a:gd name="connsiteY3" fmla="*/ 975 h 64428"/>
                <a:gd name="connsiteX4" fmla="*/ 2915 w 180135"/>
                <a:gd name="connsiteY4" fmla="*/ 257 h 64428"/>
                <a:gd name="connsiteX5" fmla="*/ 90081 w 180135"/>
                <a:gd name="connsiteY5" fmla="*/ 50871 h 64428"/>
                <a:gd name="connsiteX6" fmla="*/ 177220 w 180135"/>
                <a:gd name="connsiteY6" fmla="*/ 284 h 64428"/>
                <a:gd name="connsiteX7" fmla="*/ 179878 w 180135"/>
                <a:gd name="connsiteY7" fmla="*/ 1001 h 64428"/>
                <a:gd name="connsiteX8" fmla="*/ 179161 w 180135"/>
                <a:gd name="connsiteY8" fmla="*/ 3660 h 64428"/>
                <a:gd name="connsiteX9" fmla="*/ 91065 w 180135"/>
                <a:gd name="connsiteY9" fmla="*/ 54805 h 64428"/>
                <a:gd name="connsiteX10" fmla="*/ 90081 w 180135"/>
                <a:gd name="connsiteY10" fmla="*/ 55071 h 64428"/>
                <a:gd name="connsiteX11" fmla="*/ 22082 w 180135"/>
                <a:gd name="connsiteY11" fmla="*/ 31997 h 64428"/>
                <a:gd name="connsiteX12" fmla="*/ 21045 w 180135"/>
                <a:gd name="connsiteY12" fmla="*/ 31705 h 64428"/>
                <a:gd name="connsiteX13" fmla="*/ 16366 w 180135"/>
                <a:gd name="connsiteY13" fmla="*/ 28781 h 64428"/>
                <a:gd name="connsiteX14" fmla="*/ 15755 w 180135"/>
                <a:gd name="connsiteY14" fmla="*/ 26096 h 64428"/>
                <a:gd name="connsiteX15" fmla="*/ 18440 w 180135"/>
                <a:gd name="connsiteY15" fmla="*/ 25484 h 64428"/>
                <a:gd name="connsiteX16" fmla="*/ 23118 w 180135"/>
                <a:gd name="connsiteY16" fmla="*/ 28408 h 64428"/>
                <a:gd name="connsiteX17" fmla="*/ 23730 w 180135"/>
                <a:gd name="connsiteY17" fmla="*/ 31093 h 64428"/>
                <a:gd name="connsiteX18" fmla="*/ 22082 w 180135"/>
                <a:gd name="connsiteY18" fmla="*/ 31997 h 64428"/>
                <a:gd name="connsiteX19" fmla="*/ 33539 w 180135"/>
                <a:gd name="connsiteY19" fmla="*/ 38483 h 64428"/>
                <a:gd name="connsiteX20" fmla="*/ 32502 w 180135"/>
                <a:gd name="connsiteY20" fmla="*/ 38191 h 64428"/>
                <a:gd name="connsiteX21" fmla="*/ 27824 w 180135"/>
                <a:gd name="connsiteY21" fmla="*/ 35267 h 64428"/>
                <a:gd name="connsiteX22" fmla="*/ 27212 w 180135"/>
                <a:gd name="connsiteY22" fmla="*/ 32582 h 64428"/>
                <a:gd name="connsiteX23" fmla="*/ 29897 w 180135"/>
                <a:gd name="connsiteY23" fmla="*/ 31971 h 64428"/>
                <a:gd name="connsiteX24" fmla="*/ 34576 w 180135"/>
                <a:gd name="connsiteY24" fmla="*/ 34895 h 64428"/>
                <a:gd name="connsiteX25" fmla="*/ 35187 w 180135"/>
                <a:gd name="connsiteY25" fmla="*/ 37580 h 64428"/>
                <a:gd name="connsiteX26" fmla="*/ 33539 w 180135"/>
                <a:gd name="connsiteY26" fmla="*/ 38483 h 64428"/>
                <a:gd name="connsiteX27" fmla="*/ 44996 w 180135"/>
                <a:gd name="connsiteY27" fmla="*/ 44970 h 64428"/>
                <a:gd name="connsiteX28" fmla="*/ 43960 w 180135"/>
                <a:gd name="connsiteY28" fmla="*/ 44677 h 64428"/>
                <a:gd name="connsiteX29" fmla="*/ 39281 w 180135"/>
                <a:gd name="connsiteY29" fmla="*/ 41753 h 64428"/>
                <a:gd name="connsiteX30" fmla="*/ 38669 w 180135"/>
                <a:gd name="connsiteY30" fmla="*/ 39068 h 64428"/>
                <a:gd name="connsiteX31" fmla="*/ 41354 w 180135"/>
                <a:gd name="connsiteY31" fmla="*/ 38457 h 64428"/>
                <a:gd name="connsiteX32" fmla="*/ 46033 w 180135"/>
                <a:gd name="connsiteY32" fmla="*/ 41381 h 64428"/>
                <a:gd name="connsiteX33" fmla="*/ 46644 w 180135"/>
                <a:gd name="connsiteY33" fmla="*/ 44066 h 64428"/>
                <a:gd name="connsiteX34" fmla="*/ 44996 w 180135"/>
                <a:gd name="connsiteY34" fmla="*/ 44970 h 64428"/>
                <a:gd name="connsiteX35" fmla="*/ 56480 w 180135"/>
                <a:gd name="connsiteY35" fmla="*/ 51456 h 64428"/>
                <a:gd name="connsiteX36" fmla="*/ 55443 w 180135"/>
                <a:gd name="connsiteY36" fmla="*/ 51164 h 64428"/>
                <a:gd name="connsiteX37" fmla="*/ 50765 w 180135"/>
                <a:gd name="connsiteY37" fmla="*/ 48239 h 64428"/>
                <a:gd name="connsiteX38" fmla="*/ 50153 w 180135"/>
                <a:gd name="connsiteY38" fmla="*/ 45554 h 64428"/>
                <a:gd name="connsiteX39" fmla="*/ 52838 w 180135"/>
                <a:gd name="connsiteY39" fmla="*/ 44943 h 64428"/>
                <a:gd name="connsiteX40" fmla="*/ 57517 w 180135"/>
                <a:gd name="connsiteY40" fmla="*/ 47867 h 64428"/>
                <a:gd name="connsiteX41" fmla="*/ 58128 w 180135"/>
                <a:gd name="connsiteY41" fmla="*/ 50552 h 64428"/>
                <a:gd name="connsiteX42" fmla="*/ 56480 w 180135"/>
                <a:gd name="connsiteY42" fmla="*/ 51456 h 64428"/>
                <a:gd name="connsiteX43" fmla="*/ 67937 w 180135"/>
                <a:gd name="connsiteY43" fmla="*/ 57942 h 64428"/>
                <a:gd name="connsiteX44" fmla="*/ 66901 w 180135"/>
                <a:gd name="connsiteY44" fmla="*/ 57650 h 64428"/>
                <a:gd name="connsiteX45" fmla="*/ 62222 w 180135"/>
                <a:gd name="connsiteY45" fmla="*/ 54726 h 64428"/>
                <a:gd name="connsiteX46" fmla="*/ 61611 w 180135"/>
                <a:gd name="connsiteY46" fmla="*/ 52041 h 64428"/>
                <a:gd name="connsiteX47" fmla="*/ 64296 w 180135"/>
                <a:gd name="connsiteY47" fmla="*/ 51429 h 64428"/>
                <a:gd name="connsiteX48" fmla="*/ 68974 w 180135"/>
                <a:gd name="connsiteY48" fmla="*/ 54353 h 64428"/>
                <a:gd name="connsiteX49" fmla="*/ 69586 w 180135"/>
                <a:gd name="connsiteY49" fmla="*/ 57038 h 64428"/>
                <a:gd name="connsiteX50" fmla="*/ 67937 w 180135"/>
                <a:gd name="connsiteY50" fmla="*/ 57942 h 64428"/>
                <a:gd name="connsiteX51" fmla="*/ 79395 w 180135"/>
                <a:gd name="connsiteY51" fmla="*/ 64428 h 64428"/>
                <a:gd name="connsiteX52" fmla="*/ 78358 w 180135"/>
                <a:gd name="connsiteY52" fmla="*/ 64136 h 64428"/>
                <a:gd name="connsiteX53" fmla="*/ 73679 w 180135"/>
                <a:gd name="connsiteY53" fmla="*/ 61212 h 64428"/>
                <a:gd name="connsiteX54" fmla="*/ 73068 w 180135"/>
                <a:gd name="connsiteY54" fmla="*/ 58527 h 64428"/>
                <a:gd name="connsiteX55" fmla="*/ 75753 w 180135"/>
                <a:gd name="connsiteY55" fmla="*/ 57916 h 64428"/>
                <a:gd name="connsiteX56" fmla="*/ 80431 w 180135"/>
                <a:gd name="connsiteY56" fmla="*/ 60840 h 64428"/>
                <a:gd name="connsiteX57" fmla="*/ 81043 w 180135"/>
                <a:gd name="connsiteY57" fmla="*/ 63525 h 64428"/>
                <a:gd name="connsiteX58" fmla="*/ 79395 w 180135"/>
                <a:gd name="connsiteY58" fmla="*/ 64428 h 64428"/>
                <a:gd name="connsiteX59" fmla="*/ 22082 w 180135"/>
                <a:gd name="connsiteY59" fmla="*/ 45475 h 64428"/>
                <a:gd name="connsiteX60" fmla="*/ 21045 w 180135"/>
                <a:gd name="connsiteY60" fmla="*/ 45182 h 64428"/>
                <a:gd name="connsiteX61" fmla="*/ 16366 w 180135"/>
                <a:gd name="connsiteY61" fmla="*/ 42258 h 64428"/>
                <a:gd name="connsiteX62" fmla="*/ 15755 w 180135"/>
                <a:gd name="connsiteY62" fmla="*/ 39573 h 64428"/>
                <a:gd name="connsiteX63" fmla="*/ 18440 w 180135"/>
                <a:gd name="connsiteY63" fmla="*/ 38962 h 64428"/>
                <a:gd name="connsiteX64" fmla="*/ 23118 w 180135"/>
                <a:gd name="connsiteY64" fmla="*/ 41886 h 64428"/>
                <a:gd name="connsiteX65" fmla="*/ 23730 w 180135"/>
                <a:gd name="connsiteY65" fmla="*/ 44571 h 64428"/>
                <a:gd name="connsiteX66" fmla="*/ 22082 w 180135"/>
                <a:gd name="connsiteY66" fmla="*/ 45475 h 64428"/>
                <a:gd name="connsiteX67" fmla="*/ 33539 w 180135"/>
                <a:gd name="connsiteY67" fmla="*/ 51988 h 64428"/>
                <a:gd name="connsiteX68" fmla="*/ 32502 w 180135"/>
                <a:gd name="connsiteY68" fmla="*/ 51695 h 64428"/>
                <a:gd name="connsiteX69" fmla="*/ 27824 w 180135"/>
                <a:gd name="connsiteY69" fmla="*/ 48771 h 64428"/>
                <a:gd name="connsiteX70" fmla="*/ 27212 w 180135"/>
                <a:gd name="connsiteY70" fmla="*/ 46086 h 64428"/>
                <a:gd name="connsiteX71" fmla="*/ 29897 w 180135"/>
                <a:gd name="connsiteY71" fmla="*/ 45475 h 64428"/>
                <a:gd name="connsiteX72" fmla="*/ 34576 w 180135"/>
                <a:gd name="connsiteY72" fmla="*/ 48399 h 64428"/>
                <a:gd name="connsiteX73" fmla="*/ 35187 w 180135"/>
                <a:gd name="connsiteY73" fmla="*/ 51084 h 64428"/>
                <a:gd name="connsiteX74" fmla="*/ 33539 w 180135"/>
                <a:gd name="connsiteY74" fmla="*/ 51988 h 64428"/>
                <a:gd name="connsiteX75" fmla="*/ 44996 w 180135"/>
                <a:gd name="connsiteY75" fmla="*/ 58474 h 64428"/>
                <a:gd name="connsiteX76" fmla="*/ 43960 w 180135"/>
                <a:gd name="connsiteY76" fmla="*/ 58181 h 64428"/>
                <a:gd name="connsiteX77" fmla="*/ 39281 w 180135"/>
                <a:gd name="connsiteY77" fmla="*/ 55257 h 64428"/>
                <a:gd name="connsiteX78" fmla="*/ 38669 w 180135"/>
                <a:gd name="connsiteY78" fmla="*/ 52572 h 64428"/>
                <a:gd name="connsiteX79" fmla="*/ 41354 w 180135"/>
                <a:gd name="connsiteY79" fmla="*/ 51961 h 64428"/>
                <a:gd name="connsiteX80" fmla="*/ 46033 w 180135"/>
                <a:gd name="connsiteY80" fmla="*/ 54885 h 64428"/>
                <a:gd name="connsiteX81" fmla="*/ 46644 w 180135"/>
                <a:gd name="connsiteY81" fmla="*/ 57570 h 64428"/>
                <a:gd name="connsiteX82" fmla="*/ 44996 w 180135"/>
                <a:gd name="connsiteY82" fmla="*/ 58474 h 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80135" h="64428">
                  <a:moveTo>
                    <a:pt x="90081" y="55071"/>
                  </a:moveTo>
                  <a:cubicBezTo>
                    <a:pt x="89735" y="55071"/>
                    <a:pt x="89416" y="54991"/>
                    <a:pt x="89097" y="54805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71"/>
                    <a:pt x="90081" y="55071"/>
                  </a:cubicBezTo>
                  <a:close/>
                  <a:moveTo>
                    <a:pt x="22082" y="31997"/>
                  </a:moveTo>
                  <a:cubicBezTo>
                    <a:pt x="21736" y="31997"/>
                    <a:pt x="21364" y="31891"/>
                    <a:pt x="21045" y="31705"/>
                  </a:cubicBezTo>
                  <a:lnTo>
                    <a:pt x="16366" y="28781"/>
                  </a:lnTo>
                  <a:cubicBezTo>
                    <a:pt x="15463" y="28222"/>
                    <a:pt x="15170" y="27026"/>
                    <a:pt x="15755" y="26096"/>
                  </a:cubicBezTo>
                  <a:cubicBezTo>
                    <a:pt x="16313" y="25192"/>
                    <a:pt x="17509" y="24899"/>
                    <a:pt x="18440" y="25484"/>
                  </a:cubicBezTo>
                  <a:lnTo>
                    <a:pt x="23118" y="28408"/>
                  </a:lnTo>
                  <a:cubicBezTo>
                    <a:pt x="24022" y="28967"/>
                    <a:pt x="24315" y="30163"/>
                    <a:pt x="23730" y="31093"/>
                  </a:cubicBezTo>
                  <a:cubicBezTo>
                    <a:pt x="23358" y="31652"/>
                    <a:pt x="22746" y="31997"/>
                    <a:pt x="22082" y="31997"/>
                  </a:cubicBezTo>
                  <a:close/>
                  <a:moveTo>
                    <a:pt x="33539" y="38483"/>
                  </a:moveTo>
                  <a:cubicBezTo>
                    <a:pt x="33193" y="38483"/>
                    <a:pt x="32821" y="38377"/>
                    <a:pt x="32502" y="38191"/>
                  </a:cubicBezTo>
                  <a:lnTo>
                    <a:pt x="27824" y="35267"/>
                  </a:lnTo>
                  <a:cubicBezTo>
                    <a:pt x="26920" y="34709"/>
                    <a:pt x="26627" y="33512"/>
                    <a:pt x="27212" y="32582"/>
                  </a:cubicBezTo>
                  <a:cubicBezTo>
                    <a:pt x="27770" y="31678"/>
                    <a:pt x="28967" y="31386"/>
                    <a:pt x="29897" y="31971"/>
                  </a:cubicBezTo>
                  <a:lnTo>
                    <a:pt x="34576" y="34895"/>
                  </a:lnTo>
                  <a:cubicBezTo>
                    <a:pt x="35480" y="35453"/>
                    <a:pt x="35772" y="36649"/>
                    <a:pt x="35187" y="37580"/>
                  </a:cubicBezTo>
                  <a:cubicBezTo>
                    <a:pt x="34842" y="38164"/>
                    <a:pt x="34204" y="38483"/>
                    <a:pt x="33539" y="38483"/>
                  </a:cubicBezTo>
                  <a:close/>
                  <a:moveTo>
                    <a:pt x="44996" y="44970"/>
                  </a:moveTo>
                  <a:cubicBezTo>
                    <a:pt x="44651" y="44970"/>
                    <a:pt x="44279" y="44863"/>
                    <a:pt x="43960" y="44677"/>
                  </a:cubicBezTo>
                  <a:lnTo>
                    <a:pt x="39281" y="41753"/>
                  </a:lnTo>
                  <a:cubicBezTo>
                    <a:pt x="38377" y="41195"/>
                    <a:pt x="38085" y="39999"/>
                    <a:pt x="38669" y="39068"/>
                  </a:cubicBezTo>
                  <a:cubicBezTo>
                    <a:pt x="39228" y="38164"/>
                    <a:pt x="40424" y="37872"/>
                    <a:pt x="41354" y="38457"/>
                  </a:cubicBezTo>
                  <a:lnTo>
                    <a:pt x="46033" y="41381"/>
                  </a:lnTo>
                  <a:cubicBezTo>
                    <a:pt x="46937" y="41939"/>
                    <a:pt x="47229" y="43135"/>
                    <a:pt x="46644" y="44066"/>
                  </a:cubicBezTo>
                  <a:cubicBezTo>
                    <a:pt x="46299" y="44651"/>
                    <a:pt x="45661" y="44970"/>
                    <a:pt x="44996" y="44970"/>
                  </a:cubicBezTo>
                  <a:close/>
                  <a:moveTo>
                    <a:pt x="56480" y="51456"/>
                  </a:moveTo>
                  <a:cubicBezTo>
                    <a:pt x="56135" y="51456"/>
                    <a:pt x="55762" y="51350"/>
                    <a:pt x="55443" y="51164"/>
                  </a:cubicBezTo>
                  <a:lnTo>
                    <a:pt x="50765" y="48239"/>
                  </a:lnTo>
                  <a:cubicBezTo>
                    <a:pt x="49861" y="47681"/>
                    <a:pt x="49569" y="46485"/>
                    <a:pt x="50153" y="45554"/>
                  </a:cubicBezTo>
                  <a:cubicBezTo>
                    <a:pt x="50712" y="44651"/>
                    <a:pt x="51908" y="44358"/>
                    <a:pt x="52838" y="44943"/>
                  </a:cubicBezTo>
                  <a:lnTo>
                    <a:pt x="57517" y="47867"/>
                  </a:lnTo>
                  <a:cubicBezTo>
                    <a:pt x="58421" y="48425"/>
                    <a:pt x="58713" y="49622"/>
                    <a:pt x="58128" y="50552"/>
                  </a:cubicBezTo>
                  <a:cubicBezTo>
                    <a:pt x="57756" y="51137"/>
                    <a:pt x="57118" y="51456"/>
                    <a:pt x="56480" y="51456"/>
                  </a:cubicBezTo>
                  <a:close/>
                  <a:moveTo>
                    <a:pt x="67937" y="57942"/>
                  </a:moveTo>
                  <a:cubicBezTo>
                    <a:pt x="67592" y="57942"/>
                    <a:pt x="67220" y="57836"/>
                    <a:pt x="66901" y="57650"/>
                  </a:cubicBezTo>
                  <a:lnTo>
                    <a:pt x="62222" y="54726"/>
                  </a:lnTo>
                  <a:cubicBezTo>
                    <a:pt x="61318" y="54167"/>
                    <a:pt x="61026" y="52971"/>
                    <a:pt x="61611" y="52041"/>
                  </a:cubicBezTo>
                  <a:cubicBezTo>
                    <a:pt x="62169" y="51137"/>
                    <a:pt x="63365" y="50845"/>
                    <a:pt x="64296" y="51429"/>
                  </a:cubicBezTo>
                  <a:lnTo>
                    <a:pt x="68974" y="54353"/>
                  </a:lnTo>
                  <a:cubicBezTo>
                    <a:pt x="69878" y="54912"/>
                    <a:pt x="70170" y="56108"/>
                    <a:pt x="69586" y="57038"/>
                  </a:cubicBezTo>
                  <a:cubicBezTo>
                    <a:pt x="69213" y="57623"/>
                    <a:pt x="68575" y="57942"/>
                    <a:pt x="67937" y="57942"/>
                  </a:cubicBezTo>
                  <a:close/>
                  <a:moveTo>
                    <a:pt x="79395" y="64428"/>
                  </a:moveTo>
                  <a:cubicBezTo>
                    <a:pt x="79049" y="64428"/>
                    <a:pt x="78677" y="64322"/>
                    <a:pt x="78358" y="64136"/>
                  </a:cubicBezTo>
                  <a:lnTo>
                    <a:pt x="73679" y="61212"/>
                  </a:lnTo>
                  <a:cubicBezTo>
                    <a:pt x="72775" y="60654"/>
                    <a:pt x="72483" y="59457"/>
                    <a:pt x="73068" y="58527"/>
                  </a:cubicBezTo>
                  <a:cubicBezTo>
                    <a:pt x="73626" y="57623"/>
                    <a:pt x="74849" y="57331"/>
                    <a:pt x="75753" y="57916"/>
                  </a:cubicBezTo>
                  <a:lnTo>
                    <a:pt x="80431" y="60840"/>
                  </a:lnTo>
                  <a:cubicBezTo>
                    <a:pt x="81335" y="61398"/>
                    <a:pt x="81628" y="62594"/>
                    <a:pt x="81043" y="63525"/>
                  </a:cubicBezTo>
                  <a:cubicBezTo>
                    <a:pt x="80671" y="64109"/>
                    <a:pt x="80033" y="64428"/>
                    <a:pt x="79395" y="64428"/>
                  </a:cubicBezTo>
                  <a:close/>
                  <a:moveTo>
                    <a:pt x="22082" y="45475"/>
                  </a:moveTo>
                  <a:cubicBezTo>
                    <a:pt x="21736" y="45475"/>
                    <a:pt x="21364" y="45368"/>
                    <a:pt x="21045" y="45182"/>
                  </a:cubicBezTo>
                  <a:lnTo>
                    <a:pt x="16366" y="42258"/>
                  </a:lnTo>
                  <a:cubicBezTo>
                    <a:pt x="15463" y="41700"/>
                    <a:pt x="15170" y="40504"/>
                    <a:pt x="15755" y="39573"/>
                  </a:cubicBezTo>
                  <a:cubicBezTo>
                    <a:pt x="16313" y="38669"/>
                    <a:pt x="17509" y="38377"/>
                    <a:pt x="18440" y="38962"/>
                  </a:cubicBezTo>
                  <a:lnTo>
                    <a:pt x="23118" y="41886"/>
                  </a:lnTo>
                  <a:cubicBezTo>
                    <a:pt x="24022" y="42444"/>
                    <a:pt x="24315" y="43641"/>
                    <a:pt x="23730" y="44571"/>
                  </a:cubicBezTo>
                  <a:cubicBezTo>
                    <a:pt x="23358" y="45156"/>
                    <a:pt x="22746" y="45475"/>
                    <a:pt x="22082" y="45475"/>
                  </a:cubicBezTo>
                  <a:close/>
                  <a:moveTo>
                    <a:pt x="33539" y="51988"/>
                  </a:moveTo>
                  <a:cubicBezTo>
                    <a:pt x="33193" y="51988"/>
                    <a:pt x="32821" y="51881"/>
                    <a:pt x="32502" y="51695"/>
                  </a:cubicBezTo>
                  <a:lnTo>
                    <a:pt x="27824" y="48771"/>
                  </a:lnTo>
                  <a:cubicBezTo>
                    <a:pt x="26920" y="48213"/>
                    <a:pt x="26627" y="47017"/>
                    <a:pt x="27212" y="46086"/>
                  </a:cubicBezTo>
                  <a:cubicBezTo>
                    <a:pt x="27770" y="45182"/>
                    <a:pt x="28967" y="44890"/>
                    <a:pt x="29897" y="45475"/>
                  </a:cubicBezTo>
                  <a:lnTo>
                    <a:pt x="34576" y="48399"/>
                  </a:lnTo>
                  <a:cubicBezTo>
                    <a:pt x="35480" y="48957"/>
                    <a:pt x="35772" y="50153"/>
                    <a:pt x="35187" y="51084"/>
                  </a:cubicBezTo>
                  <a:cubicBezTo>
                    <a:pt x="34842" y="51642"/>
                    <a:pt x="34204" y="51988"/>
                    <a:pt x="33539" y="51988"/>
                  </a:cubicBezTo>
                  <a:close/>
                  <a:moveTo>
                    <a:pt x="44996" y="58474"/>
                  </a:moveTo>
                  <a:cubicBezTo>
                    <a:pt x="44651" y="58474"/>
                    <a:pt x="44279" y="58367"/>
                    <a:pt x="43960" y="58181"/>
                  </a:cubicBezTo>
                  <a:lnTo>
                    <a:pt x="39281" y="55257"/>
                  </a:lnTo>
                  <a:cubicBezTo>
                    <a:pt x="38377" y="54699"/>
                    <a:pt x="38085" y="53503"/>
                    <a:pt x="38669" y="52572"/>
                  </a:cubicBezTo>
                  <a:cubicBezTo>
                    <a:pt x="39228" y="51669"/>
                    <a:pt x="40424" y="51376"/>
                    <a:pt x="41354" y="51961"/>
                  </a:cubicBezTo>
                  <a:lnTo>
                    <a:pt x="46033" y="54885"/>
                  </a:lnTo>
                  <a:cubicBezTo>
                    <a:pt x="46937" y="55443"/>
                    <a:pt x="47229" y="56640"/>
                    <a:pt x="46644" y="57570"/>
                  </a:cubicBezTo>
                  <a:cubicBezTo>
                    <a:pt x="46299" y="58155"/>
                    <a:pt x="45661" y="58474"/>
                    <a:pt x="44996" y="58474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C61803BC-97FF-A363-A842-66953552A809}"/>
                </a:ext>
              </a:extLst>
            </p:cNvPr>
            <p:cNvSpPr/>
            <p:nvPr/>
          </p:nvSpPr>
          <p:spPr>
            <a:xfrm>
              <a:off x="2428801" y="1606406"/>
              <a:ext cx="298104" cy="233969"/>
            </a:xfrm>
            <a:custGeom>
              <a:avLst/>
              <a:gdLst>
                <a:gd name="connsiteX0" fmla="*/ 107262 w 214498"/>
                <a:gd name="connsiteY0" fmla="*/ 168350 h 168350"/>
                <a:gd name="connsiteX1" fmla="*/ 106279 w 214498"/>
                <a:gd name="connsiteY1" fmla="*/ 168084 h 168350"/>
                <a:gd name="connsiteX2" fmla="*/ 957 w 214498"/>
                <a:gd name="connsiteY2" fmla="*/ 106970 h 168350"/>
                <a:gd name="connsiteX3" fmla="*/ 0 w 214498"/>
                <a:gd name="connsiteY3" fmla="*/ 105295 h 168350"/>
                <a:gd name="connsiteX4" fmla="*/ 0 w 214498"/>
                <a:gd name="connsiteY4" fmla="*/ 63985 h 168350"/>
                <a:gd name="connsiteX5" fmla="*/ 957 w 214498"/>
                <a:gd name="connsiteY5" fmla="*/ 62311 h 168350"/>
                <a:gd name="connsiteX6" fmla="*/ 106279 w 214498"/>
                <a:gd name="connsiteY6" fmla="*/ 266 h 168350"/>
                <a:gd name="connsiteX7" fmla="*/ 107262 w 214498"/>
                <a:gd name="connsiteY7" fmla="*/ 0 h 168350"/>
                <a:gd name="connsiteX8" fmla="*/ 108246 w 214498"/>
                <a:gd name="connsiteY8" fmla="*/ 266 h 168350"/>
                <a:gd name="connsiteX9" fmla="*/ 213541 w 214498"/>
                <a:gd name="connsiteY9" fmla="*/ 62311 h 168350"/>
                <a:gd name="connsiteX10" fmla="*/ 214498 w 214498"/>
                <a:gd name="connsiteY10" fmla="*/ 63985 h 168350"/>
                <a:gd name="connsiteX11" fmla="*/ 214498 w 214498"/>
                <a:gd name="connsiteY11" fmla="*/ 105295 h 168350"/>
                <a:gd name="connsiteX12" fmla="*/ 213541 w 214498"/>
                <a:gd name="connsiteY12" fmla="*/ 106970 h 168350"/>
                <a:gd name="connsiteX13" fmla="*/ 108219 w 214498"/>
                <a:gd name="connsiteY13" fmla="*/ 168111 h 168350"/>
                <a:gd name="connsiteX14" fmla="*/ 107262 w 214498"/>
                <a:gd name="connsiteY14" fmla="*/ 168350 h 1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50">
                  <a:moveTo>
                    <a:pt x="107262" y="168350"/>
                  </a:moveTo>
                  <a:cubicBezTo>
                    <a:pt x="106917" y="168350"/>
                    <a:pt x="106598" y="168270"/>
                    <a:pt x="106279" y="168084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50"/>
                    <a:pt x="107262" y="168350"/>
                  </a:cubicBezTo>
                  <a:close/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0DD89BB2-2864-34C2-A514-D0ACD0E9EE00}"/>
                </a:ext>
              </a:extLst>
            </p:cNvPr>
            <p:cNvSpPr/>
            <p:nvPr/>
          </p:nvSpPr>
          <p:spPr>
            <a:xfrm>
              <a:off x="2426067" y="1603671"/>
              <a:ext cx="303498" cy="239437"/>
            </a:xfrm>
            <a:custGeom>
              <a:avLst/>
              <a:gdLst>
                <a:gd name="connsiteX0" fmla="*/ 109230 w 218379"/>
                <a:gd name="connsiteY0" fmla="*/ 3908 h 172284"/>
                <a:gd name="connsiteX1" fmla="*/ 214525 w 218379"/>
                <a:gd name="connsiteY1" fmla="*/ 65952 h 172284"/>
                <a:gd name="connsiteX2" fmla="*/ 214525 w 218379"/>
                <a:gd name="connsiteY2" fmla="*/ 107262 h 172284"/>
                <a:gd name="connsiteX3" fmla="*/ 197352 w 218379"/>
                <a:gd name="connsiteY3" fmla="*/ 117231 h 172284"/>
                <a:gd name="connsiteX4" fmla="*/ 109230 w 218379"/>
                <a:gd name="connsiteY4" fmla="*/ 168377 h 172284"/>
                <a:gd name="connsiteX5" fmla="*/ 21080 w 218379"/>
                <a:gd name="connsiteY5" fmla="*/ 117231 h 172284"/>
                <a:gd name="connsiteX6" fmla="*/ 3908 w 218379"/>
                <a:gd name="connsiteY6" fmla="*/ 107262 h 172284"/>
                <a:gd name="connsiteX7" fmla="*/ 3908 w 218379"/>
                <a:gd name="connsiteY7" fmla="*/ 65952 h 172284"/>
                <a:gd name="connsiteX8" fmla="*/ 109230 w 218379"/>
                <a:gd name="connsiteY8" fmla="*/ 3908 h 172284"/>
                <a:gd name="connsiteX9" fmla="*/ 109230 w 218379"/>
                <a:gd name="connsiteY9" fmla="*/ 0 h 172284"/>
                <a:gd name="connsiteX10" fmla="*/ 107262 w 218379"/>
                <a:gd name="connsiteY10" fmla="*/ 532 h 172284"/>
                <a:gd name="connsiteX11" fmla="*/ 1914 w 218379"/>
                <a:gd name="connsiteY11" fmla="*/ 62603 h 172284"/>
                <a:gd name="connsiteX12" fmla="*/ 0 w 218379"/>
                <a:gd name="connsiteY12" fmla="*/ 65952 h 172284"/>
                <a:gd name="connsiteX13" fmla="*/ 0 w 218379"/>
                <a:gd name="connsiteY13" fmla="*/ 107262 h 172284"/>
                <a:gd name="connsiteX14" fmla="*/ 1941 w 218379"/>
                <a:gd name="connsiteY14" fmla="*/ 110612 h 172284"/>
                <a:gd name="connsiteX15" fmla="*/ 19113 w 218379"/>
                <a:gd name="connsiteY15" fmla="*/ 120581 h 172284"/>
                <a:gd name="connsiteX16" fmla="*/ 107262 w 218379"/>
                <a:gd name="connsiteY16" fmla="*/ 171753 h 172284"/>
                <a:gd name="connsiteX17" fmla="*/ 109203 w 218379"/>
                <a:gd name="connsiteY17" fmla="*/ 172284 h 172284"/>
                <a:gd name="connsiteX18" fmla="*/ 111144 w 218379"/>
                <a:gd name="connsiteY18" fmla="*/ 171753 h 172284"/>
                <a:gd name="connsiteX19" fmla="*/ 199266 w 218379"/>
                <a:gd name="connsiteY19" fmla="*/ 120581 h 172284"/>
                <a:gd name="connsiteX20" fmla="*/ 216439 w 218379"/>
                <a:gd name="connsiteY20" fmla="*/ 110612 h 172284"/>
                <a:gd name="connsiteX21" fmla="*/ 218379 w 218379"/>
                <a:gd name="connsiteY21" fmla="*/ 107262 h 172284"/>
                <a:gd name="connsiteX22" fmla="*/ 218379 w 218379"/>
                <a:gd name="connsiteY22" fmla="*/ 65952 h 172284"/>
                <a:gd name="connsiteX23" fmla="*/ 216465 w 218379"/>
                <a:gd name="connsiteY23" fmla="*/ 62603 h 172284"/>
                <a:gd name="connsiteX24" fmla="*/ 111197 w 218379"/>
                <a:gd name="connsiteY24" fmla="*/ 558 h 172284"/>
                <a:gd name="connsiteX25" fmla="*/ 109230 w 218379"/>
                <a:gd name="connsiteY25" fmla="*/ 0 h 17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84">
                  <a:moveTo>
                    <a:pt x="109230" y="3908"/>
                  </a:moveTo>
                  <a:lnTo>
                    <a:pt x="214525" y="65952"/>
                  </a:lnTo>
                  <a:lnTo>
                    <a:pt x="214525" y="107262"/>
                  </a:lnTo>
                  <a:lnTo>
                    <a:pt x="197352" y="117231"/>
                  </a:lnTo>
                  <a:lnTo>
                    <a:pt x="109230" y="168377"/>
                  </a:lnTo>
                  <a:lnTo>
                    <a:pt x="21080" y="117231"/>
                  </a:lnTo>
                  <a:lnTo>
                    <a:pt x="3908" y="107262"/>
                  </a:lnTo>
                  <a:lnTo>
                    <a:pt x="3908" y="65952"/>
                  </a:lnTo>
                  <a:lnTo>
                    <a:pt x="109230" y="3908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603"/>
                  </a:lnTo>
                  <a:cubicBezTo>
                    <a:pt x="718" y="63294"/>
                    <a:pt x="0" y="64570"/>
                    <a:pt x="0" y="65952"/>
                  </a:cubicBezTo>
                  <a:lnTo>
                    <a:pt x="0" y="107262"/>
                  </a:lnTo>
                  <a:cubicBezTo>
                    <a:pt x="0" y="108645"/>
                    <a:pt x="744" y="109921"/>
                    <a:pt x="1941" y="110612"/>
                  </a:cubicBezTo>
                  <a:lnTo>
                    <a:pt x="19113" y="120581"/>
                  </a:lnTo>
                  <a:lnTo>
                    <a:pt x="107262" y="171753"/>
                  </a:lnTo>
                  <a:cubicBezTo>
                    <a:pt x="107874" y="172098"/>
                    <a:pt x="108538" y="172284"/>
                    <a:pt x="109203" y="172284"/>
                  </a:cubicBezTo>
                  <a:cubicBezTo>
                    <a:pt x="109868" y="172284"/>
                    <a:pt x="110559" y="172098"/>
                    <a:pt x="111144" y="171753"/>
                  </a:cubicBezTo>
                  <a:lnTo>
                    <a:pt x="199266" y="120581"/>
                  </a:lnTo>
                  <a:lnTo>
                    <a:pt x="216439" y="110612"/>
                  </a:lnTo>
                  <a:cubicBezTo>
                    <a:pt x="217635" y="109921"/>
                    <a:pt x="218379" y="108645"/>
                    <a:pt x="218379" y="107262"/>
                  </a:cubicBezTo>
                  <a:lnTo>
                    <a:pt x="218379" y="65952"/>
                  </a:lnTo>
                  <a:cubicBezTo>
                    <a:pt x="218379" y="64570"/>
                    <a:pt x="217662" y="63294"/>
                    <a:pt x="216465" y="62603"/>
                  </a:cubicBezTo>
                  <a:lnTo>
                    <a:pt x="111197" y="558"/>
                  </a:lnTo>
                  <a:cubicBezTo>
                    <a:pt x="110585" y="186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1F112CA1-261F-E1B4-6C20-896C11B34CED}"/>
                </a:ext>
              </a:extLst>
            </p:cNvPr>
            <p:cNvSpPr/>
            <p:nvPr/>
          </p:nvSpPr>
          <p:spPr>
            <a:xfrm>
              <a:off x="2431461" y="1609102"/>
              <a:ext cx="292747" cy="171754"/>
            </a:xfrm>
            <a:custGeom>
              <a:avLst/>
              <a:gdLst>
                <a:gd name="connsiteX0" fmla="*/ 0 w 210643"/>
                <a:gd name="connsiteY0" fmla="*/ 62045 h 123584"/>
                <a:gd name="connsiteX1" fmla="*/ 105322 w 210643"/>
                <a:gd name="connsiteY1" fmla="*/ 123584 h 123584"/>
                <a:gd name="connsiteX2" fmla="*/ 210644 w 210643"/>
                <a:gd name="connsiteY2" fmla="*/ 62045 h 123584"/>
                <a:gd name="connsiteX3" fmla="*/ 105348 w 210643"/>
                <a:gd name="connsiteY3" fmla="*/ 0 h 12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584">
                  <a:moveTo>
                    <a:pt x="0" y="62045"/>
                  </a:moveTo>
                  <a:lnTo>
                    <a:pt x="105322" y="123584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640C19FA-D0B5-4EE4-E7EB-FD053D89A69C}"/>
                </a:ext>
              </a:extLst>
            </p:cNvPr>
            <p:cNvSpPr/>
            <p:nvPr/>
          </p:nvSpPr>
          <p:spPr>
            <a:xfrm>
              <a:off x="2452641" y="1707054"/>
              <a:ext cx="250347" cy="76499"/>
            </a:xfrm>
            <a:custGeom>
              <a:avLst/>
              <a:gdLst>
                <a:gd name="connsiteX0" fmla="*/ 90081 w 180135"/>
                <a:gd name="connsiteY0" fmla="*/ 55045 h 55044"/>
                <a:gd name="connsiteX1" fmla="*/ 89097 w 180135"/>
                <a:gd name="connsiteY1" fmla="*/ 54779 h 55044"/>
                <a:gd name="connsiteX2" fmla="*/ 975 w 180135"/>
                <a:gd name="connsiteY2" fmla="*/ 3633 h 55044"/>
                <a:gd name="connsiteX3" fmla="*/ 257 w 180135"/>
                <a:gd name="connsiteY3" fmla="*/ 975 h 55044"/>
                <a:gd name="connsiteX4" fmla="*/ 2915 w 180135"/>
                <a:gd name="connsiteY4" fmla="*/ 257 h 55044"/>
                <a:gd name="connsiteX5" fmla="*/ 90081 w 180135"/>
                <a:gd name="connsiteY5" fmla="*/ 50871 h 55044"/>
                <a:gd name="connsiteX6" fmla="*/ 177220 w 180135"/>
                <a:gd name="connsiteY6" fmla="*/ 284 h 55044"/>
                <a:gd name="connsiteX7" fmla="*/ 179878 w 180135"/>
                <a:gd name="connsiteY7" fmla="*/ 1001 h 55044"/>
                <a:gd name="connsiteX8" fmla="*/ 179161 w 180135"/>
                <a:gd name="connsiteY8" fmla="*/ 3660 h 55044"/>
                <a:gd name="connsiteX9" fmla="*/ 91065 w 180135"/>
                <a:gd name="connsiteY9" fmla="*/ 54805 h 55044"/>
                <a:gd name="connsiteX10" fmla="*/ 90081 w 180135"/>
                <a:gd name="connsiteY10" fmla="*/ 55045 h 5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0135" h="55044">
                  <a:moveTo>
                    <a:pt x="90081" y="55045"/>
                  </a:moveTo>
                  <a:cubicBezTo>
                    <a:pt x="89735" y="55045"/>
                    <a:pt x="89416" y="54965"/>
                    <a:pt x="89097" y="54779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45"/>
                    <a:pt x="90081" y="55045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5A12B3FC-EBEC-2B43-C5E7-E95F9C1E37EC}"/>
                </a:ext>
              </a:extLst>
            </p:cNvPr>
            <p:cNvSpPr/>
            <p:nvPr/>
          </p:nvSpPr>
          <p:spPr>
            <a:xfrm>
              <a:off x="2474116" y="1742014"/>
              <a:ext cx="91578" cy="54581"/>
            </a:xfrm>
            <a:custGeom>
              <a:avLst/>
              <a:gdLst>
                <a:gd name="connsiteX0" fmla="*/ 6630 w 65894"/>
                <a:gd name="connsiteY0" fmla="*/ 6816 h 39273"/>
                <a:gd name="connsiteX1" fmla="*/ 5593 w 65894"/>
                <a:gd name="connsiteY1" fmla="*/ 6524 h 39273"/>
                <a:gd name="connsiteX2" fmla="*/ 914 w 65894"/>
                <a:gd name="connsiteY2" fmla="*/ 3599 h 39273"/>
                <a:gd name="connsiteX3" fmla="*/ 303 w 65894"/>
                <a:gd name="connsiteY3" fmla="*/ 915 h 39273"/>
                <a:gd name="connsiteX4" fmla="*/ 2988 w 65894"/>
                <a:gd name="connsiteY4" fmla="*/ 303 h 39273"/>
                <a:gd name="connsiteX5" fmla="*/ 7667 w 65894"/>
                <a:gd name="connsiteY5" fmla="*/ 3227 h 39273"/>
                <a:gd name="connsiteX6" fmla="*/ 8278 w 65894"/>
                <a:gd name="connsiteY6" fmla="*/ 5912 h 39273"/>
                <a:gd name="connsiteX7" fmla="*/ 6630 w 65894"/>
                <a:gd name="connsiteY7" fmla="*/ 6816 h 39273"/>
                <a:gd name="connsiteX8" fmla="*/ 18087 w 65894"/>
                <a:gd name="connsiteY8" fmla="*/ 13302 h 39273"/>
                <a:gd name="connsiteX9" fmla="*/ 17050 w 65894"/>
                <a:gd name="connsiteY9" fmla="*/ 13010 h 39273"/>
                <a:gd name="connsiteX10" fmla="*/ 12372 w 65894"/>
                <a:gd name="connsiteY10" fmla="*/ 10086 h 39273"/>
                <a:gd name="connsiteX11" fmla="*/ 11760 w 65894"/>
                <a:gd name="connsiteY11" fmla="*/ 7401 h 39273"/>
                <a:gd name="connsiteX12" fmla="*/ 14445 w 65894"/>
                <a:gd name="connsiteY12" fmla="*/ 6789 h 39273"/>
                <a:gd name="connsiteX13" fmla="*/ 19124 w 65894"/>
                <a:gd name="connsiteY13" fmla="*/ 9713 h 39273"/>
                <a:gd name="connsiteX14" fmla="*/ 19735 w 65894"/>
                <a:gd name="connsiteY14" fmla="*/ 12398 h 39273"/>
                <a:gd name="connsiteX15" fmla="*/ 18087 w 65894"/>
                <a:gd name="connsiteY15" fmla="*/ 13302 h 39273"/>
                <a:gd name="connsiteX16" fmla="*/ 29544 w 65894"/>
                <a:gd name="connsiteY16" fmla="*/ 19815 h 39273"/>
                <a:gd name="connsiteX17" fmla="*/ 28508 w 65894"/>
                <a:gd name="connsiteY17" fmla="*/ 19523 h 39273"/>
                <a:gd name="connsiteX18" fmla="*/ 23829 w 65894"/>
                <a:gd name="connsiteY18" fmla="*/ 16598 h 39273"/>
                <a:gd name="connsiteX19" fmla="*/ 23218 w 65894"/>
                <a:gd name="connsiteY19" fmla="*/ 13914 h 39273"/>
                <a:gd name="connsiteX20" fmla="*/ 25903 w 65894"/>
                <a:gd name="connsiteY20" fmla="*/ 13302 h 39273"/>
                <a:gd name="connsiteX21" fmla="*/ 30581 w 65894"/>
                <a:gd name="connsiteY21" fmla="*/ 16226 h 39273"/>
                <a:gd name="connsiteX22" fmla="*/ 31193 w 65894"/>
                <a:gd name="connsiteY22" fmla="*/ 18911 h 39273"/>
                <a:gd name="connsiteX23" fmla="*/ 29544 w 65894"/>
                <a:gd name="connsiteY23" fmla="*/ 19815 h 39273"/>
                <a:gd name="connsiteX24" fmla="*/ 41028 w 65894"/>
                <a:gd name="connsiteY24" fmla="*/ 26301 h 39273"/>
                <a:gd name="connsiteX25" fmla="*/ 39992 w 65894"/>
                <a:gd name="connsiteY25" fmla="*/ 26009 h 39273"/>
                <a:gd name="connsiteX26" fmla="*/ 35313 w 65894"/>
                <a:gd name="connsiteY26" fmla="*/ 23085 h 39273"/>
                <a:gd name="connsiteX27" fmla="*/ 34702 w 65894"/>
                <a:gd name="connsiteY27" fmla="*/ 20400 h 39273"/>
                <a:gd name="connsiteX28" fmla="*/ 37386 w 65894"/>
                <a:gd name="connsiteY28" fmla="*/ 19788 h 39273"/>
                <a:gd name="connsiteX29" fmla="*/ 42065 w 65894"/>
                <a:gd name="connsiteY29" fmla="*/ 22713 h 39273"/>
                <a:gd name="connsiteX30" fmla="*/ 42676 w 65894"/>
                <a:gd name="connsiteY30" fmla="*/ 25397 h 39273"/>
                <a:gd name="connsiteX31" fmla="*/ 41028 w 65894"/>
                <a:gd name="connsiteY31" fmla="*/ 26301 h 39273"/>
                <a:gd name="connsiteX32" fmla="*/ 52486 w 65894"/>
                <a:gd name="connsiteY32" fmla="*/ 32788 h 39273"/>
                <a:gd name="connsiteX33" fmla="*/ 51449 w 65894"/>
                <a:gd name="connsiteY33" fmla="*/ 32495 h 39273"/>
                <a:gd name="connsiteX34" fmla="*/ 46770 w 65894"/>
                <a:gd name="connsiteY34" fmla="*/ 29571 h 39273"/>
                <a:gd name="connsiteX35" fmla="*/ 46159 w 65894"/>
                <a:gd name="connsiteY35" fmla="*/ 26886 h 39273"/>
                <a:gd name="connsiteX36" fmla="*/ 48844 w 65894"/>
                <a:gd name="connsiteY36" fmla="*/ 26275 h 39273"/>
                <a:gd name="connsiteX37" fmla="*/ 53522 w 65894"/>
                <a:gd name="connsiteY37" fmla="*/ 29199 h 39273"/>
                <a:gd name="connsiteX38" fmla="*/ 54134 w 65894"/>
                <a:gd name="connsiteY38" fmla="*/ 31884 h 39273"/>
                <a:gd name="connsiteX39" fmla="*/ 52486 w 65894"/>
                <a:gd name="connsiteY39" fmla="*/ 32788 h 39273"/>
                <a:gd name="connsiteX40" fmla="*/ 63943 w 65894"/>
                <a:gd name="connsiteY40" fmla="*/ 39274 h 39273"/>
                <a:gd name="connsiteX41" fmla="*/ 62906 w 65894"/>
                <a:gd name="connsiteY41" fmla="*/ 38981 h 39273"/>
                <a:gd name="connsiteX42" fmla="*/ 58227 w 65894"/>
                <a:gd name="connsiteY42" fmla="*/ 36057 h 39273"/>
                <a:gd name="connsiteX43" fmla="*/ 57616 w 65894"/>
                <a:gd name="connsiteY43" fmla="*/ 33372 h 39273"/>
                <a:gd name="connsiteX44" fmla="*/ 60301 w 65894"/>
                <a:gd name="connsiteY44" fmla="*/ 32761 h 39273"/>
                <a:gd name="connsiteX45" fmla="*/ 64980 w 65894"/>
                <a:gd name="connsiteY45" fmla="*/ 35685 h 39273"/>
                <a:gd name="connsiteX46" fmla="*/ 65591 w 65894"/>
                <a:gd name="connsiteY46" fmla="*/ 38370 h 39273"/>
                <a:gd name="connsiteX47" fmla="*/ 63943 w 65894"/>
                <a:gd name="connsiteY47" fmla="*/ 39274 h 39273"/>
                <a:gd name="connsiteX48" fmla="*/ 6630 w 65894"/>
                <a:gd name="connsiteY48" fmla="*/ 20320 h 39273"/>
                <a:gd name="connsiteX49" fmla="*/ 5593 w 65894"/>
                <a:gd name="connsiteY49" fmla="*/ 20028 h 39273"/>
                <a:gd name="connsiteX50" fmla="*/ 914 w 65894"/>
                <a:gd name="connsiteY50" fmla="*/ 17104 h 39273"/>
                <a:gd name="connsiteX51" fmla="*/ 303 w 65894"/>
                <a:gd name="connsiteY51" fmla="*/ 14419 h 39273"/>
                <a:gd name="connsiteX52" fmla="*/ 2988 w 65894"/>
                <a:gd name="connsiteY52" fmla="*/ 13807 h 39273"/>
                <a:gd name="connsiteX53" fmla="*/ 7667 w 65894"/>
                <a:gd name="connsiteY53" fmla="*/ 16731 h 39273"/>
                <a:gd name="connsiteX54" fmla="*/ 8278 w 65894"/>
                <a:gd name="connsiteY54" fmla="*/ 19416 h 39273"/>
                <a:gd name="connsiteX55" fmla="*/ 6630 w 65894"/>
                <a:gd name="connsiteY55" fmla="*/ 20320 h 39273"/>
                <a:gd name="connsiteX56" fmla="*/ 18087 w 65894"/>
                <a:gd name="connsiteY56" fmla="*/ 26806 h 39273"/>
                <a:gd name="connsiteX57" fmla="*/ 17050 w 65894"/>
                <a:gd name="connsiteY57" fmla="*/ 26514 h 39273"/>
                <a:gd name="connsiteX58" fmla="*/ 12372 w 65894"/>
                <a:gd name="connsiteY58" fmla="*/ 23590 h 39273"/>
                <a:gd name="connsiteX59" fmla="*/ 11760 w 65894"/>
                <a:gd name="connsiteY59" fmla="*/ 20905 h 39273"/>
                <a:gd name="connsiteX60" fmla="*/ 14445 w 65894"/>
                <a:gd name="connsiteY60" fmla="*/ 20294 h 39273"/>
                <a:gd name="connsiteX61" fmla="*/ 19124 w 65894"/>
                <a:gd name="connsiteY61" fmla="*/ 23218 h 39273"/>
                <a:gd name="connsiteX62" fmla="*/ 19735 w 65894"/>
                <a:gd name="connsiteY62" fmla="*/ 25903 h 39273"/>
                <a:gd name="connsiteX63" fmla="*/ 18087 w 65894"/>
                <a:gd name="connsiteY63" fmla="*/ 26806 h 39273"/>
                <a:gd name="connsiteX64" fmla="*/ 29544 w 65894"/>
                <a:gd name="connsiteY64" fmla="*/ 33293 h 39273"/>
                <a:gd name="connsiteX65" fmla="*/ 28508 w 65894"/>
                <a:gd name="connsiteY65" fmla="*/ 33000 h 39273"/>
                <a:gd name="connsiteX66" fmla="*/ 23829 w 65894"/>
                <a:gd name="connsiteY66" fmla="*/ 30076 h 39273"/>
                <a:gd name="connsiteX67" fmla="*/ 23218 w 65894"/>
                <a:gd name="connsiteY67" fmla="*/ 27391 h 39273"/>
                <a:gd name="connsiteX68" fmla="*/ 25903 w 65894"/>
                <a:gd name="connsiteY68" fmla="*/ 26780 h 39273"/>
                <a:gd name="connsiteX69" fmla="*/ 30581 w 65894"/>
                <a:gd name="connsiteY69" fmla="*/ 29704 h 39273"/>
                <a:gd name="connsiteX70" fmla="*/ 31193 w 65894"/>
                <a:gd name="connsiteY70" fmla="*/ 32389 h 39273"/>
                <a:gd name="connsiteX71" fmla="*/ 29544 w 65894"/>
                <a:gd name="connsiteY71" fmla="*/ 33293 h 3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5894" h="39273">
                  <a:moveTo>
                    <a:pt x="6630" y="6816"/>
                  </a:moveTo>
                  <a:cubicBezTo>
                    <a:pt x="6284" y="6816"/>
                    <a:pt x="5912" y="6710"/>
                    <a:pt x="5593" y="6524"/>
                  </a:cubicBezTo>
                  <a:lnTo>
                    <a:pt x="914" y="3599"/>
                  </a:lnTo>
                  <a:cubicBezTo>
                    <a:pt x="11" y="3041"/>
                    <a:pt x="-282" y="1845"/>
                    <a:pt x="303" y="915"/>
                  </a:cubicBezTo>
                  <a:cubicBezTo>
                    <a:pt x="861" y="11"/>
                    <a:pt x="2058" y="-282"/>
                    <a:pt x="2988" y="303"/>
                  </a:cubicBezTo>
                  <a:lnTo>
                    <a:pt x="7667" y="3227"/>
                  </a:lnTo>
                  <a:cubicBezTo>
                    <a:pt x="8570" y="3785"/>
                    <a:pt x="8863" y="4982"/>
                    <a:pt x="8278" y="5912"/>
                  </a:cubicBezTo>
                  <a:cubicBezTo>
                    <a:pt x="7906" y="6497"/>
                    <a:pt x="7294" y="6816"/>
                    <a:pt x="6630" y="6816"/>
                  </a:cubicBezTo>
                  <a:close/>
                  <a:moveTo>
                    <a:pt x="18087" y="13302"/>
                  </a:moveTo>
                  <a:cubicBezTo>
                    <a:pt x="17742" y="13302"/>
                    <a:pt x="17369" y="13196"/>
                    <a:pt x="17050" y="13010"/>
                  </a:cubicBezTo>
                  <a:lnTo>
                    <a:pt x="12372" y="10086"/>
                  </a:lnTo>
                  <a:cubicBezTo>
                    <a:pt x="11468" y="9527"/>
                    <a:pt x="11176" y="8331"/>
                    <a:pt x="11760" y="7401"/>
                  </a:cubicBezTo>
                  <a:cubicBezTo>
                    <a:pt x="12319" y="6497"/>
                    <a:pt x="13515" y="6205"/>
                    <a:pt x="14445" y="6789"/>
                  </a:cubicBezTo>
                  <a:lnTo>
                    <a:pt x="19124" y="9713"/>
                  </a:lnTo>
                  <a:cubicBezTo>
                    <a:pt x="20028" y="10272"/>
                    <a:pt x="20320" y="11468"/>
                    <a:pt x="19735" y="12398"/>
                  </a:cubicBezTo>
                  <a:cubicBezTo>
                    <a:pt x="19390" y="12983"/>
                    <a:pt x="18752" y="13302"/>
                    <a:pt x="18087" y="13302"/>
                  </a:cubicBezTo>
                  <a:close/>
                  <a:moveTo>
                    <a:pt x="29544" y="19815"/>
                  </a:moveTo>
                  <a:cubicBezTo>
                    <a:pt x="29199" y="19815"/>
                    <a:pt x="28827" y="19709"/>
                    <a:pt x="28508" y="19523"/>
                  </a:cubicBezTo>
                  <a:lnTo>
                    <a:pt x="23829" y="16598"/>
                  </a:lnTo>
                  <a:cubicBezTo>
                    <a:pt x="22925" y="16040"/>
                    <a:pt x="22633" y="14844"/>
                    <a:pt x="23218" y="13914"/>
                  </a:cubicBezTo>
                  <a:cubicBezTo>
                    <a:pt x="23776" y="13010"/>
                    <a:pt x="24972" y="12717"/>
                    <a:pt x="25903" y="13302"/>
                  </a:cubicBezTo>
                  <a:lnTo>
                    <a:pt x="30581" y="16226"/>
                  </a:lnTo>
                  <a:cubicBezTo>
                    <a:pt x="31485" y="16785"/>
                    <a:pt x="31777" y="17981"/>
                    <a:pt x="31193" y="18911"/>
                  </a:cubicBezTo>
                  <a:cubicBezTo>
                    <a:pt x="30847" y="19496"/>
                    <a:pt x="30209" y="19815"/>
                    <a:pt x="29544" y="19815"/>
                  </a:cubicBezTo>
                  <a:close/>
                  <a:moveTo>
                    <a:pt x="41028" y="26301"/>
                  </a:moveTo>
                  <a:cubicBezTo>
                    <a:pt x="40683" y="26301"/>
                    <a:pt x="40311" y="26195"/>
                    <a:pt x="39992" y="26009"/>
                  </a:cubicBezTo>
                  <a:lnTo>
                    <a:pt x="35313" y="23085"/>
                  </a:lnTo>
                  <a:cubicBezTo>
                    <a:pt x="34409" y="22526"/>
                    <a:pt x="34117" y="21330"/>
                    <a:pt x="34702" y="20400"/>
                  </a:cubicBezTo>
                  <a:cubicBezTo>
                    <a:pt x="35260" y="19496"/>
                    <a:pt x="36456" y="19204"/>
                    <a:pt x="37386" y="19788"/>
                  </a:cubicBezTo>
                  <a:lnTo>
                    <a:pt x="42065" y="22713"/>
                  </a:lnTo>
                  <a:cubicBezTo>
                    <a:pt x="42969" y="23271"/>
                    <a:pt x="43261" y="24467"/>
                    <a:pt x="42676" y="25397"/>
                  </a:cubicBezTo>
                  <a:cubicBezTo>
                    <a:pt x="42304" y="25982"/>
                    <a:pt x="41666" y="26301"/>
                    <a:pt x="41028" y="26301"/>
                  </a:cubicBezTo>
                  <a:close/>
                  <a:moveTo>
                    <a:pt x="52486" y="32788"/>
                  </a:moveTo>
                  <a:cubicBezTo>
                    <a:pt x="52140" y="32788"/>
                    <a:pt x="51768" y="32681"/>
                    <a:pt x="51449" y="32495"/>
                  </a:cubicBezTo>
                  <a:lnTo>
                    <a:pt x="46770" y="29571"/>
                  </a:lnTo>
                  <a:cubicBezTo>
                    <a:pt x="45866" y="29013"/>
                    <a:pt x="45574" y="27817"/>
                    <a:pt x="46159" y="26886"/>
                  </a:cubicBezTo>
                  <a:cubicBezTo>
                    <a:pt x="46717" y="25982"/>
                    <a:pt x="47913" y="25690"/>
                    <a:pt x="48844" y="26275"/>
                  </a:cubicBezTo>
                  <a:lnTo>
                    <a:pt x="53522" y="29199"/>
                  </a:lnTo>
                  <a:cubicBezTo>
                    <a:pt x="54426" y="29757"/>
                    <a:pt x="54719" y="30953"/>
                    <a:pt x="54134" y="31884"/>
                  </a:cubicBezTo>
                  <a:cubicBezTo>
                    <a:pt x="53762" y="32469"/>
                    <a:pt x="53124" y="32788"/>
                    <a:pt x="52486" y="32788"/>
                  </a:cubicBezTo>
                  <a:close/>
                  <a:moveTo>
                    <a:pt x="63943" y="39274"/>
                  </a:moveTo>
                  <a:cubicBezTo>
                    <a:pt x="63597" y="39274"/>
                    <a:pt x="63225" y="39167"/>
                    <a:pt x="62906" y="38981"/>
                  </a:cubicBezTo>
                  <a:lnTo>
                    <a:pt x="58227" y="36057"/>
                  </a:lnTo>
                  <a:cubicBezTo>
                    <a:pt x="57324" y="35499"/>
                    <a:pt x="57031" y="34303"/>
                    <a:pt x="57616" y="33372"/>
                  </a:cubicBezTo>
                  <a:cubicBezTo>
                    <a:pt x="58174" y="32469"/>
                    <a:pt x="59397" y="32176"/>
                    <a:pt x="60301" y="32761"/>
                  </a:cubicBezTo>
                  <a:lnTo>
                    <a:pt x="64980" y="35685"/>
                  </a:lnTo>
                  <a:cubicBezTo>
                    <a:pt x="65883" y="36243"/>
                    <a:pt x="66176" y="37440"/>
                    <a:pt x="65591" y="38370"/>
                  </a:cubicBezTo>
                  <a:cubicBezTo>
                    <a:pt x="65219" y="38955"/>
                    <a:pt x="64581" y="39274"/>
                    <a:pt x="63943" y="39274"/>
                  </a:cubicBezTo>
                  <a:close/>
                  <a:moveTo>
                    <a:pt x="6630" y="20320"/>
                  </a:moveTo>
                  <a:cubicBezTo>
                    <a:pt x="6284" y="20320"/>
                    <a:pt x="5912" y="20214"/>
                    <a:pt x="5593" y="20028"/>
                  </a:cubicBezTo>
                  <a:lnTo>
                    <a:pt x="914" y="17104"/>
                  </a:lnTo>
                  <a:cubicBezTo>
                    <a:pt x="11" y="16545"/>
                    <a:pt x="-282" y="15349"/>
                    <a:pt x="303" y="14419"/>
                  </a:cubicBezTo>
                  <a:cubicBezTo>
                    <a:pt x="861" y="13515"/>
                    <a:pt x="2058" y="13222"/>
                    <a:pt x="2988" y="13807"/>
                  </a:cubicBezTo>
                  <a:lnTo>
                    <a:pt x="7667" y="16731"/>
                  </a:lnTo>
                  <a:cubicBezTo>
                    <a:pt x="8570" y="17290"/>
                    <a:pt x="8863" y="18486"/>
                    <a:pt x="8278" y="19416"/>
                  </a:cubicBezTo>
                  <a:cubicBezTo>
                    <a:pt x="7906" y="20001"/>
                    <a:pt x="7294" y="20320"/>
                    <a:pt x="6630" y="20320"/>
                  </a:cubicBezTo>
                  <a:close/>
                  <a:moveTo>
                    <a:pt x="18087" y="26806"/>
                  </a:moveTo>
                  <a:cubicBezTo>
                    <a:pt x="17742" y="26806"/>
                    <a:pt x="17369" y="26700"/>
                    <a:pt x="17050" y="26514"/>
                  </a:cubicBezTo>
                  <a:lnTo>
                    <a:pt x="12372" y="23590"/>
                  </a:lnTo>
                  <a:cubicBezTo>
                    <a:pt x="11468" y="23032"/>
                    <a:pt x="11176" y="21835"/>
                    <a:pt x="11760" y="20905"/>
                  </a:cubicBezTo>
                  <a:cubicBezTo>
                    <a:pt x="12319" y="20001"/>
                    <a:pt x="13515" y="19709"/>
                    <a:pt x="14445" y="20294"/>
                  </a:cubicBezTo>
                  <a:lnTo>
                    <a:pt x="19124" y="23218"/>
                  </a:lnTo>
                  <a:cubicBezTo>
                    <a:pt x="20028" y="23776"/>
                    <a:pt x="20320" y="24972"/>
                    <a:pt x="19735" y="25903"/>
                  </a:cubicBezTo>
                  <a:cubicBezTo>
                    <a:pt x="19390" y="26487"/>
                    <a:pt x="18752" y="26806"/>
                    <a:pt x="18087" y="26806"/>
                  </a:cubicBezTo>
                  <a:close/>
                  <a:moveTo>
                    <a:pt x="29544" y="33293"/>
                  </a:moveTo>
                  <a:cubicBezTo>
                    <a:pt x="29199" y="33293"/>
                    <a:pt x="28827" y="33186"/>
                    <a:pt x="28508" y="33000"/>
                  </a:cubicBezTo>
                  <a:lnTo>
                    <a:pt x="23829" y="30076"/>
                  </a:lnTo>
                  <a:cubicBezTo>
                    <a:pt x="22925" y="29518"/>
                    <a:pt x="22633" y="28322"/>
                    <a:pt x="23218" y="27391"/>
                  </a:cubicBezTo>
                  <a:cubicBezTo>
                    <a:pt x="23776" y="26487"/>
                    <a:pt x="24972" y="26195"/>
                    <a:pt x="25903" y="26780"/>
                  </a:cubicBezTo>
                  <a:lnTo>
                    <a:pt x="30581" y="29704"/>
                  </a:lnTo>
                  <a:cubicBezTo>
                    <a:pt x="31485" y="30262"/>
                    <a:pt x="31777" y="31458"/>
                    <a:pt x="31193" y="32389"/>
                  </a:cubicBezTo>
                  <a:cubicBezTo>
                    <a:pt x="30847" y="32974"/>
                    <a:pt x="30209" y="33293"/>
                    <a:pt x="29544" y="33293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8F65A148-5E0D-099C-AC0E-1544A95B0962}"/>
                </a:ext>
              </a:extLst>
            </p:cNvPr>
            <p:cNvSpPr/>
            <p:nvPr/>
          </p:nvSpPr>
          <p:spPr>
            <a:xfrm>
              <a:off x="2490682" y="1640283"/>
              <a:ext cx="175005" cy="104257"/>
            </a:xfrm>
            <a:custGeom>
              <a:avLst/>
              <a:gdLst>
                <a:gd name="connsiteX0" fmla="*/ 125924 w 125923"/>
                <a:gd name="connsiteY0" fmla="*/ 37509 h 75017"/>
                <a:gd name="connsiteX1" fmla="*/ 103700 w 125923"/>
                <a:gd name="connsiteY1" fmla="*/ 27699 h 75017"/>
                <a:gd name="connsiteX2" fmla="*/ 103727 w 125923"/>
                <a:gd name="connsiteY2" fmla="*/ 32777 h 75017"/>
                <a:gd name="connsiteX3" fmla="*/ 79244 w 125923"/>
                <a:gd name="connsiteY3" fmla="*/ 32777 h 75017"/>
                <a:gd name="connsiteX4" fmla="*/ 79324 w 125923"/>
                <a:gd name="connsiteY4" fmla="*/ 42214 h 75017"/>
                <a:gd name="connsiteX5" fmla="*/ 103753 w 125923"/>
                <a:gd name="connsiteY5" fmla="*/ 42214 h 75017"/>
                <a:gd name="connsiteX6" fmla="*/ 103780 w 125923"/>
                <a:gd name="connsiteY6" fmla="*/ 47291 h 75017"/>
                <a:gd name="connsiteX7" fmla="*/ 125924 w 125923"/>
                <a:gd name="connsiteY7" fmla="*/ 37509 h 75017"/>
                <a:gd name="connsiteX8" fmla="*/ 46627 w 125923"/>
                <a:gd name="connsiteY8" fmla="*/ 32777 h 75017"/>
                <a:gd name="connsiteX9" fmla="*/ 22170 w 125923"/>
                <a:gd name="connsiteY9" fmla="*/ 32750 h 75017"/>
                <a:gd name="connsiteX10" fmla="*/ 22117 w 125923"/>
                <a:gd name="connsiteY10" fmla="*/ 27699 h 75017"/>
                <a:gd name="connsiteX11" fmla="*/ 0 w 125923"/>
                <a:gd name="connsiteY11" fmla="*/ 37509 h 75017"/>
                <a:gd name="connsiteX12" fmla="*/ 22250 w 125923"/>
                <a:gd name="connsiteY12" fmla="*/ 47291 h 75017"/>
                <a:gd name="connsiteX13" fmla="*/ 22223 w 125923"/>
                <a:gd name="connsiteY13" fmla="*/ 42214 h 75017"/>
                <a:gd name="connsiteX14" fmla="*/ 46653 w 125923"/>
                <a:gd name="connsiteY14" fmla="*/ 42214 h 75017"/>
                <a:gd name="connsiteX15" fmla="*/ 46627 w 125923"/>
                <a:gd name="connsiteY15" fmla="*/ 32777 h 75017"/>
                <a:gd name="connsiteX16" fmla="*/ 71189 w 125923"/>
                <a:gd name="connsiteY16" fmla="*/ 47956 h 75017"/>
                <a:gd name="connsiteX17" fmla="*/ 54894 w 125923"/>
                <a:gd name="connsiteY17" fmla="*/ 47982 h 75017"/>
                <a:gd name="connsiteX18" fmla="*/ 54974 w 125923"/>
                <a:gd name="connsiteY18" fmla="*/ 62151 h 75017"/>
                <a:gd name="connsiteX19" fmla="*/ 46228 w 125923"/>
                <a:gd name="connsiteY19" fmla="*/ 62151 h 75017"/>
                <a:gd name="connsiteX20" fmla="*/ 63188 w 125923"/>
                <a:gd name="connsiteY20" fmla="*/ 75017 h 75017"/>
                <a:gd name="connsiteX21" fmla="*/ 80015 w 125923"/>
                <a:gd name="connsiteY21" fmla="*/ 62151 h 75017"/>
                <a:gd name="connsiteX22" fmla="*/ 71296 w 125923"/>
                <a:gd name="connsiteY22" fmla="*/ 62178 h 75017"/>
                <a:gd name="connsiteX23" fmla="*/ 71189 w 125923"/>
                <a:gd name="connsiteY23" fmla="*/ 47956 h 75017"/>
                <a:gd name="connsiteX24" fmla="*/ 62762 w 125923"/>
                <a:gd name="connsiteY24" fmla="*/ 0 h 75017"/>
                <a:gd name="connsiteX25" fmla="*/ 45909 w 125923"/>
                <a:gd name="connsiteY25" fmla="*/ 12840 h 75017"/>
                <a:gd name="connsiteX26" fmla="*/ 54655 w 125923"/>
                <a:gd name="connsiteY26" fmla="*/ 12866 h 75017"/>
                <a:gd name="connsiteX27" fmla="*/ 54734 w 125923"/>
                <a:gd name="connsiteY27" fmla="*/ 27035 h 75017"/>
                <a:gd name="connsiteX28" fmla="*/ 71056 w 125923"/>
                <a:gd name="connsiteY28" fmla="*/ 27035 h 75017"/>
                <a:gd name="connsiteX29" fmla="*/ 70977 w 125923"/>
                <a:gd name="connsiteY29" fmla="*/ 12866 h 75017"/>
                <a:gd name="connsiteX30" fmla="*/ 79722 w 125923"/>
                <a:gd name="connsiteY30" fmla="*/ 12866 h 75017"/>
                <a:gd name="connsiteX31" fmla="*/ 62762 w 125923"/>
                <a:gd name="connsiteY31" fmla="*/ 0 h 7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923" h="75017">
                  <a:moveTo>
                    <a:pt x="125924" y="37509"/>
                  </a:moveTo>
                  <a:lnTo>
                    <a:pt x="103700" y="27699"/>
                  </a:lnTo>
                  <a:lnTo>
                    <a:pt x="103727" y="32777"/>
                  </a:lnTo>
                  <a:lnTo>
                    <a:pt x="79244" y="32777"/>
                  </a:lnTo>
                  <a:lnTo>
                    <a:pt x="79324" y="42214"/>
                  </a:lnTo>
                  <a:lnTo>
                    <a:pt x="103753" y="42214"/>
                  </a:lnTo>
                  <a:lnTo>
                    <a:pt x="103780" y="47291"/>
                  </a:lnTo>
                  <a:lnTo>
                    <a:pt x="125924" y="37509"/>
                  </a:lnTo>
                  <a:moveTo>
                    <a:pt x="46627" y="32777"/>
                  </a:moveTo>
                  <a:lnTo>
                    <a:pt x="22170" y="32750"/>
                  </a:lnTo>
                  <a:lnTo>
                    <a:pt x="22117" y="27699"/>
                  </a:lnTo>
                  <a:lnTo>
                    <a:pt x="0" y="37509"/>
                  </a:lnTo>
                  <a:lnTo>
                    <a:pt x="22250" y="47291"/>
                  </a:lnTo>
                  <a:lnTo>
                    <a:pt x="22223" y="42214"/>
                  </a:lnTo>
                  <a:lnTo>
                    <a:pt x="46653" y="42214"/>
                  </a:lnTo>
                  <a:lnTo>
                    <a:pt x="46627" y="32777"/>
                  </a:lnTo>
                  <a:moveTo>
                    <a:pt x="71189" y="47956"/>
                  </a:moveTo>
                  <a:lnTo>
                    <a:pt x="54894" y="47982"/>
                  </a:lnTo>
                  <a:lnTo>
                    <a:pt x="54974" y="62151"/>
                  </a:lnTo>
                  <a:lnTo>
                    <a:pt x="46228" y="62151"/>
                  </a:lnTo>
                  <a:lnTo>
                    <a:pt x="63188" y="75017"/>
                  </a:lnTo>
                  <a:lnTo>
                    <a:pt x="80015" y="62151"/>
                  </a:lnTo>
                  <a:lnTo>
                    <a:pt x="71296" y="62178"/>
                  </a:lnTo>
                  <a:lnTo>
                    <a:pt x="71189" y="47956"/>
                  </a:lnTo>
                  <a:moveTo>
                    <a:pt x="62762" y="0"/>
                  </a:moveTo>
                  <a:lnTo>
                    <a:pt x="45909" y="12840"/>
                  </a:lnTo>
                  <a:lnTo>
                    <a:pt x="54655" y="12866"/>
                  </a:lnTo>
                  <a:lnTo>
                    <a:pt x="54734" y="27035"/>
                  </a:lnTo>
                  <a:lnTo>
                    <a:pt x="71056" y="27035"/>
                  </a:lnTo>
                  <a:lnTo>
                    <a:pt x="70977" y="12866"/>
                  </a:lnTo>
                  <a:lnTo>
                    <a:pt x="79722" y="12866"/>
                  </a:lnTo>
                  <a:lnTo>
                    <a:pt x="62762" y="0"/>
                  </a:lnTo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EEEB8A5-E95D-7F2C-3A5F-C2CC1376F196}"/>
              </a:ext>
            </a:extLst>
          </p:cNvPr>
          <p:cNvCxnSpPr>
            <a:cxnSpLocks/>
          </p:cNvCxnSpPr>
          <p:nvPr/>
        </p:nvCxnSpPr>
        <p:spPr>
          <a:xfrm flipH="1">
            <a:off x="10088954" y="877583"/>
            <a:ext cx="9454" cy="59804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33C3471-878D-3625-89E5-CD0BA54C4D66}"/>
              </a:ext>
            </a:extLst>
          </p:cNvPr>
          <p:cNvSpPr txBox="1"/>
          <p:nvPr/>
        </p:nvSpPr>
        <p:spPr>
          <a:xfrm>
            <a:off x="4664345" y="57438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外网区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9C9B44-509E-097B-D6B4-3AB13E985E76}"/>
              </a:ext>
            </a:extLst>
          </p:cNvPr>
          <p:cNvSpPr txBox="1"/>
          <p:nvPr/>
        </p:nvSpPr>
        <p:spPr>
          <a:xfrm>
            <a:off x="10234790" y="6075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广域网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20FD96F-E686-3CD8-7542-F07D6C929198}"/>
              </a:ext>
            </a:extLst>
          </p:cNvPr>
          <p:cNvSpPr txBox="1"/>
          <p:nvPr/>
        </p:nvSpPr>
        <p:spPr>
          <a:xfrm>
            <a:off x="10088954" y="4801729"/>
            <a:ext cx="857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出口防火墙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EC99E07-9942-708C-E91A-F3AC2C2DA4C4}"/>
              </a:ext>
            </a:extLst>
          </p:cNvPr>
          <p:cNvSpPr txBox="1"/>
          <p:nvPr/>
        </p:nvSpPr>
        <p:spPr>
          <a:xfrm>
            <a:off x="4479386" y="4826489"/>
            <a:ext cx="13195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外网隔离防火墙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F04257F-FFC2-6C8C-2623-26236B921A39}"/>
              </a:ext>
            </a:extLst>
          </p:cNvPr>
          <p:cNvGrpSpPr/>
          <p:nvPr/>
        </p:nvGrpSpPr>
        <p:grpSpPr>
          <a:xfrm>
            <a:off x="2812113" y="4408995"/>
            <a:ext cx="403137" cy="396807"/>
            <a:chOff x="5551773" y="4276051"/>
            <a:chExt cx="218379" cy="214950"/>
          </a:xfrm>
        </p:grpSpPr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87C299DB-61DC-05AB-9561-C49F9AD23370}"/>
                </a:ext>
              </a:extLst>
            </p:cNvPr>
            <p:cNvSpPr/>
            <p:nvPr/>
          </p:nvSpPr>
          <p:spPr>
            <a:xfrm>
              <a:off x="5553740" y="4320684"/>
              <a:ext cx="214498" cy="168376"/>
            </a:xfrm>
            <a:custGeom>
              <a:avLst/>
              <a:gdLst>
                <a:gd name="connsiteX0" fmla="*/ 107262 w 214498"/>
                <a:gd name="connsiteY0" fmla="*/ 168377 h 168376"/>
                <a:gd name="connsiteX1" fmla="*/ 106279 w 214498"/>
                <a:gd name="connsiteY1" fmla="*/ 168111 h 168376"/>
                <a:gd name="connsiteX2" fmla="*/ 957 w 214498"/>
                <a:gd name="connsiteY2" fmla="*/ 106970 h 168376"/>
                <a:gd name="connsiteX3" fmla="*/ 0 w 214498"/>
                <a:gd name="connsiteY3" fmla="*/ 105295 h 168376"/>
                <a:gd name="connsiteX4" fmla="*/ 0 w 214498"/>
                <a:gd name="connsiteY4" fmla="*/ 63985 h 168376"/>
                <a:gd name="connsiteX5" fmla="*/ 957 w 214498"/>
                <a:gd name="connsiteY5" fmla="*/ 62311 h 168376"/>
                <a:gd name="connsiteX6" fmla="*/ 106279 w 214498"/>
                <a:gd name="connsiteY6" fmla="*/ 266 h 168376"/>
                <a:gd name="connsiteX7" fmla="*/ 107262 w 214498"/>
                <a:gd name="connsiteY7" fmla="*/ 0 h 168376"/>
                <a:gd name="connsiteX8" fmla="*/ 108246 w 214498"/>
                <a:gd name="connsiteY8" fmla="*/ 266 h 168376"/>
                <a:gd name="connsiteX9" fmla="*/ 213541 w 214498"/>
                <a:gd name="connsiteY9" fmla="*/ 62311 h 168376"/>
                <a:gd name="connsiteX10" fmla="*/ 214498 w 214498"/>
                <a:gd name="connsiteY10" fmla="*/ 63985 h 168376"/>
                <a:gd name="connsiteX11" fmla="*/ 214498 w 214498"/>
                <a:gd name="connsiteY11" fmla="*/ 105295 h 168376"/>
                <a:gd name="connsiteX12" fmla="*/ 213541 w 214498"/>
                <a:gd name="connsiteY12" fmla="*/ 106970 h 168376"/>
                <a:gd name="connsiteX13" fmla="*/ 108219 w 214498"/>
                <a:gd name="connsiteY13" fmla="*/ 168111 h 168376"/>
                <a:gd name="connsiteX14" fmla="*/ 107262 w 214498"/>
                <a:gd name="connsiteY14" fmla="*/ 168377 h 16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76">
                  <a:moveTo>
                    <a:pt x="107262" y="168377"/>
                  </a:moveTo>
                  <a:cubicBezTo>
                    <a:pt x="106917" y="168377"/>
                    <a:pt x="106598" y="168297"/>
                    <a:pt x="106279" y="168111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77"/>
                    <a:pt x="107262" y="168377"/>
                  </a:cubicBezTo>
                  <a:close/>
                </a:path>
              </a:pathLst>
            </a:custGeom>
            <a:solidFill>
              <a:srgbClr val="EB6005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8B2B9A49-7E8B-0827-365C-DC5CC6F5A6CE}"/>
                </a:ext>
              </a:extLst>
            </p:cNvPr>
            <p:cNvSpPr/>
            <p:nvPr/>
          </p:nvSpPr>
          <p:spPr>
            <a:xfrm>
              <a:off x="5551773" y="4318744"/>
              <a:ext cx="218379" cy="172257"/>
            </a:xfrm>
            <a:custGeom>
              <a:avLst/>
              <a:gdLst>
                <a:gd name="connsiteX0" fmla="*/ 109230 w 218379"/>
                <a:gd name="connsiteY0" fmla="*/ 3881 h 172257"/>
                <a:gd name="connsiteX1" fmla="*/ 214525 w 218379"/>
                <a:gd name="connsiteY1" fmla="*/ 65926 h 172257"/>
                <a:gd name="connsiteX2" fmla="*/ 214525 w 218379"/>
                <a:gd name="connsiteY2" fmla="*/ 107236 h 172257"/>
                <a:gd name="connsiteX3" fmla="*/ 197352 w 218379"/>
                <a:gd name="connsiteY3" fmla="*/ 117204 h 172257"/>
                <a:gd name="connsiteX4" fmla="*/ 109230 w 218379"/>
                <a:gd name="connsiteY4" fmla="*/ 168350 h 172257"/>
                <a:gd name="connsiteX5" fmla="*/ 21080 w 218379"/>
                <a:gd name="connsiteY5" fmla="*/ 117204 h 172257"/>
                <a:gd name="connsiteX6" fmla="*/ 3908 w 218379"/>
                <a:gd name="connsiteY6" fmla="*/ 107236 h 172257"/>
                <a:gd name="connsiteX7" fmla="*/ 3908 w 218379"/>
                <a:gd name="connsiteY7" fmla="*/ 65926 h 172257"/>
                <a:gd name="connsiteX8" fmla="*/ 109230 w 218379"/>
                <a:gd name="connsiteY8" fmla="*/ 3881 h 172257"/>
                <a:gd name="connsiteX9" fmla="*/ 109230 w 218379"/>
                <a:gd name="connsiteY9" fmla="*/ 0 h 172257"/>
                <a:gd name="connsiteX10" fmla="*/ 107262 w 218379"/>
                <a:gd name="connsiteY10" fmla="*/ 532 h 172257"/>
                <a:gd name="connsiteX11" fmla="*/ 1914 w 218379"/>
                <a:gd name="connsiteY11" fmla="*/ 62576 h 172257"/>
                <a:gd name="connsiteX12" fmla="*/ 0 w 218379"/>
                <a:gd name="connsiteY12" fmla="*/ 65926 h 172257"/>
                <a:gd name="connsiteX13" fmla="*/ 0 w 218379"/>
                <a:gd name="connsiteY13" fmla="*/ 107236 h 172257"/>
                <a:gd name="connsiteX14" fmla="*/ 1941 w 218379"/>
                <a:gd name="connsiteY14" fmla="*/ 110585 h 172257"/>
                <a:gd name="connsiteX15" fmla="*/ 19113 w 218379"/>
                <a:gd name="connsiteY15" fmla="*/ 120554 h 172257"/>
                <a:gd name="connsiteX16" fmla="*/ 107262 w 218379"/>
                <a:gd name="connsiteY16" fmla="*/ 171726 h 172257"/>
                <a:gd name="connsiteX17" fmla="*/ 109203 w 218379"/>
                <a:gd name="connsiteY17" fmla="*/ 172258 h 172257"/>
                <a:gd name="connsiteX18" fmla="*/ 111144 w 218379"/>
                <a:gd name="connsiteY18" fmla="*/ 171726 h 172257"/>
                <a:gd name="connsiteX19" fmla="*/ 199266 w 218379"/>
                <a:gd name="connsiteY19" fmla="*/ 120554 h 172257"/>
                <a:gd name="connsiteX20" fmla="*/ 216439 w 218379"/>
                <a:gd name="connsiteY20" fmla="*/ 110585 h 172257"/>
                <a:gd name="connsiteX21" fmla="*/ 218379 w 218379"/>
                <a:gd name="connsiteY21" fmla="*/ 107236 h 172257"/>
                <a:gd name="connsiteX22" fmla="*/ 218379 w 218379"/>
                <a:gd name="connsiteY22" fmla="*/ 65926 h 172257"/>
                <a:gd name="connsiteX23" fmla="*/ 216465 w 218379"/>
                <a:gd name="connsiteY23" fmla="*/ 62576 h 172257"/>
                <a:gd name="connsiteX24" fmla="*/ 111197 w 218379"/>
                <a:gd name="connsiteY24" fmla="*/ 532 h 172257"/>
                <a:gd name="connsiteX25" fmla="*/ 109230 w 218379"/>
                <a:gd name="connsiteY25" fmla="*/ 0 h 172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57">
                  <a:moveTo>
                    <a:pt x="109230" y="3881"/>
                  </a:moveTo>
                  <a:lnTo>
                    <a:pt x="214525" y="65926"/>
                  </a:lnTo>
                  <a:lnTo>
                    <a:pt x="214525" y="107236"/>
                  </a:lnTo>
                  <a:lnTo>
                    <a:pt x="197352" y="117204"/>
                  </a:lnTo>
                  <a:lnTo>
                    <a:pt x="109230" y="168350"/>
                  </a:lnTo>
                  <a:lnTo>
                    <a:pt x="21080" y="117204"/>
                  </a:lnTo>
                  <a:lnTo>
                    <a:pt x="3908" y="107236"/>
                  </a:lnTo>
                  <a:lnTo>
                    <a:pt x="3908" y="65926"/>
                  </a:lnTo>
                  <a:lnTo>
                    <a:pt x="109230" y="3881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576"/>
                  </a:lnTo>
                  <a:cubicBezTo>
                    <a:pt x="718" y="63268"/>
                    <a:pt x="0" y="64544"/>
                    <a:pt x="0" y="65926"/>
                  </a:cubicBezTo>
                  <a:lnTo>
                    <a:pt x="0" y="107236"/>
                  </a:lnTo>
                  <a:cubicBezTo>
                    <a:pt x="0" y="108618"/>
                    <a:pt x="744" y="109894"/>
                    <a:pt x="1941" y="110585"/>
                  </a:cubicBezTo>
                  <a:lnTo>
                    <a:pt x="19113" y="120554"/>
                  </a:lnTo>
                  <a:lnTo>
                    <a:pt x="107262" y="171726"/>
                  </a:lnTo>
                  <a:cubicBezTo>
                    <a:pt x="107874" y="172072"/>
                    <a:pt x="108538" y="172258"/>
                    <a:pt x="109203" y="172258"/>
                  </a:cubicBezTo>
                  <a:cubicBezTo>
                    <a:pt x="109868" y="172258"/>
                    <a:pt x="110559" y="172072"/>
                    <a:pt x="111144" y="171726"/>
                  </a:cubicBezTo>
                  <a:lnTo>
                    <a:pt x="199266" y="120554"/>
                  </a:lnTo>
                  <a:lnTo>
                    <a:pt x="216439" y="110585"/>
                  </a:lnTo>
                  <a:cubicBezTo>
                    <a:pt x="217635" y="109894"/>
                    <a:pt x="218379" y="108618"/>
                    <a:pt x="218379" y="107236"/>
                  </a:cubicBezTo>
                  <a:lnTo>
                    <a:pt x="218379" y="65926"/>
                  </a:lnTo>
                  <a:cubicBezTo>
                    <a:pt x="218379" y="64544"/>
                    <a:pt x="217662" y="63268"/>
                    <a:pt x="216465" y="62576"/>
                  </a:cubicBezTo>
                  <a:lnTo>
                    <a:pt x="111197" y="532"/>
                  </a:lnTo>
                  <a:cubicBezTo>
                    <a:pt x="110585" y="159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8E80ED09-42AF-D8FD-9D4B-4FBAF7B9D441}"/>
                </a:ext>
              </a:extLst>
            </p:cNvPr>
            <p:cNvSpPr/>
            <p:nvPr/>
          </p:nvSpPr>
          <p:spPr>
            <a:xfrm>
              <a:off x="5555654" y="4322625"/>
              <a:ext cx="210643" cy="123610"/>
            </a:xfrm>
            <a:custGeom>
              <a:avLst/>
              <a:gdLst>
                <a:gd name="connsiteX0" fmla="*/ 0 w 210643"/>
                <a:gd name="connsiteY0" fmla="*/ 62045 h 123610"/>
                <a:gd name="connsiteX1" fmla="*/ 105322 w 210643"/>
                <a:gd name="connsiteY1" fmla="*/ 123611 h 123610"/>
                <a:gd name="connsiteX2" fmla="*/ 210644 w 210643"/>
                <a:gd name="connsiteY2" fmla="*/ 62045 h 123610"/>
                <a:gd name="connsiteX3" fmla="*/ 105348 w 210643"/>
                <a:gd name="connsiteY3" fmla="*/ 0 h 12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610">
                  <a:moveTo>
                    <a:pt x="0" y="62045"/>
                  </a:moveTo>
                  <a:lnTo>
                    <a:pt x="105322" y="123611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rgbClr val="FFFFFF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66B3329A-1058-B828-24D2-75EF09EF0294}"/>
                </a:ext>
              </a:extLst>
            </p:cNvPr>
            <p:cNvSpPr/>
            <p:nvPr/>
          </p:nvSpPr>
          <p:spPr>
            <a:xfrm>
              <a:off x="5570894" y="4393105"/>
              <a:ext cx="180135" cy="64428"/>
            </a:xfrm>
            <a:custGeom>
              <a:avLst/>
              <a:gdLst>
                <a:gd name="connsiteX0" fmla="*/ 90081 w 180135"/>
                <a:gd name="connsiteY0" fmla="*/ 55071 h 64428"/>
                <a:gd name="connsiteX1" fmla="*/ 89097 w 180135"/>
                <a:gd name="connsiteY1" fmla="*/ 54805 h 64428"/>
                <a:gd name="connsiteX2" fmla="*/ 975 w 180135"/>
                <a:gd name="connsiteY2" fmla="*/ 3633 h 64428"/>
                <a:gd name="connsiteX3" fmla="*/ 257 w 180135"/>
                <a:gd name="connsiteY3" fmla="*/ 975 h 64428"/>
                <a:gd name="connsiteX4" fmla="*/ 2915 w 180135"/>
                <a:gd name="connsiteY4" fmla="*/ 257 h 64428"/>
                <a:gd name="connsiteX5" fmla="*/ 90081 w 180135"/>
                <a:gd name="connsiteY5" fmla="*/ 50871 h 64428"/>
                <a:gd name="connsiteX6" fmla="*/ 177220 w 180135"/>
                <a:gd name="connsiteY6" fmla="*/ 284 h 64428"/>
                <a:gd name="connsiteX7" fmla="*/ 179878 w 180135"/>
                <a:gd name="connsiteY7" fmla="*/ 1001 h 64428"/>
                <a:gd name="connsiteX8" fmla="*/ 179161 w 180135"/>
                <a:gd name="connsiteY8" fmla="*/ 3660 h 64428"/>
                <a:gd name="connsiteX9" fmla="*/ 91065 w 180135"/>
                <a:gd name="connsiteY9" fmla="*/ 54805 h 64428"/>
                <a:gd name="connsiteX10" fmla="*/ 90081 w 180135"/>
                <a:gd name="connsiteY10" fmla="*/ 55071 h 64428"/>
                <a:gd name="connsiteX11" fmla="*/ 22082 w 180135"/>
                <a:gd name="connsiteY11" fmla="*/ 31997 h 64428"/>
                <a:gd name="connsiteX12" fmla="*/ 21045 w 180135"/>
                <a:gd name="connsiteY12" fmla="*/ 31705 h 64428"/>
                <a:gd name="connsiteX13" fmla="*/ 16366 w 180135"/>
                <a:gd name="connsiteY13" fmla="*/ 28781 h 64428"/>
                <a:gd name="connsiteX14" fmla="*/ 15755 w 180135"/>
                <a:gd name="connsiteY14" fmla="*/ 26096 h 64428"/>
                <a:gd name="connsiteX15" fmla="*/ 18440 w 180135"/>
                <a:gd name="connsiteY15" fmla="*/ 25484 h 64428"/>
                <a:gd name="connsiteX16" fmla="*/ 23118 w 180135"/>
                <a:gd name="connsiteY16" fmla="*/ 28408 h 64428"/>
                <a:gd name="connsiteX17" fmla="*/ 23730 w 180135"/>
                <a:gd name="connsiteY17" fmla="*/ 31093 h 64428"/>
                <a:gd name="connsiteX18" fmla="*/ 22082 w 180135"/>
                <a:gd name="connsiteY18" fmla="*/ 31997 h 64428"/>
                <a:gd name="connsiteX19" fmla="*/ 33539 w 180135"/>
                <a:gd name="connsiteY19" fmla="*/ 38483 h 64428"/>
                <a:gd name="connsiteX20" fmla="*/ 32502 w 180135"/>
                <a:gd name="connsiteY20" fmla="*/ 38191 h 64428"/>
                <a:gd name="connsiteX21" fmla="*/ 27824 w 180135"/>
                <a:gd name="connsiteY21" fmla="*/ 35267 h 64428"/>
                <a:gd name="connsiteX22" fmla="*/ 27212 w 180135"/>
                <a:gd name="connsiteY22" fmla="*/ 32582 h 64428"/>
                <a:gd name="connsiteX23" fmla="*/ 29897 w 180135"/>
                <a:gd name="connsiteY23" fmla="*/ 31971 h 64428"/>
                <a:gd name="connsiteX24" fmla="*/ 34576 w 180135"/>
                <a:gd name="connsiteY24" fmla="*/ 34895 h 64428"/>
                <a:gd name="connsiteX25" fmla="*/ 35187 w 180135"/>
                <a:gd name="connsiteY25" fmla="*/ 37580 h 64428"/>
                <a:gd name="connsiteX26" fmla="*/ 33539 w 180135"/>
                <a:gd name="connsiteY26" fmla="*/ 38483 h 64428"/>
                <a:gd name="connsiteX27" fmla="*/ 44996 w 180135"/>
                <a:gd name="connsiteY27" fmla="*/ 44970 h 64428"/>
                <a:gd name="connsiteX28" fmla="*/ 43960 w 180135"/>
                <a:gd name="connsiteY28" fmla="*/ 44677 h 64428"/>
                <a:gd name="connsiteX29" fmla="*/ 39281 w 180135"/>
                <a:gd name="connsiteY29" fmla="*/ 41753 h 64428"/>
                <a:gd name="connsiteX30" fmla="*/ 38669 w 180135"/>
                <a:gd name="connsiteY30" fmla="*/ 39068 h 64428"/>
                <a:gd name="connsiteX31" fmla="*/ 41354 w 180135"/>
                <a:gd name="connsiteY31" fmla="*/ 38457 h 64428"/>
                <a:gd name="connsiteX32" fmla="*/ 46033 w 180135"/>
                <a:gd name="connsiteY32" fmla="*/ 41381 h 64428"/>
                <a:gd name="connsiteX33" fmla="*/ 46644 w 180135"/>
                <a:gd name="connsiteY33" fmla="*/ 44066 h 64428"/>
                <a:gd name="connsiteX34" fmla="*/ 44996 w 180135"/>
                <a:gd name="connsiteY34" fmla="*/ 44970 h 64428"/>
                <a:gd name="connsiteX35" fmla="*/ 56480 w 180135"/>
                <a:gd name="connsiteY35" fmla="*/ 51456 h 64428"/>
                <a:gd name="connsiteX36" fmla="*/ 55443 w 180135"/>
                <a:gd name="connsiteY36" fmla="*/ 51164 h 64428"/>
                <a:gd name="connsiteX37" fmla="*/ 50765 w 180135"/>
                <a:gd name="connsiteY37" fmla="*/ 48239 h 64428"/>
                <a:gd name="connsiteX38" fmla="*/ 50153 w 180135"/>
                <a:gd name="connsiteY38" fmla="*/ 45554 h 64428"/>
                <a:gd name="connsiteX39" fmla="*/ 52838 w 180135"/>
                <a:gd name="connsiteY39" fmla="*/ 44943 h 64428"/>
                <a:gd name="connsiteX40" fmla="*/ 57517 w 180135"/>
                <a:gd name="connsiteY40" fmla="*/ 47867 h 64428"/>
                <a:gd name="connsiteX41" fmla="*/ 58128 w 180135"/>
                <a:gd name="connsiteY41" fmla="*/ 50552 h 64428"/>
                <a:gd name="connsiteX42" fmla="*/ 56480 w 180135"/>
                <a:gd name="connsiteY42" fmla="*/ 51456 h 64428"/>
                <a:gd name="connsiteX43" fmla="*/ 67937 w 180135"/>
                <a:gd name="connsiteY43" fmla="*/ 57942 h 64428"/>
                <a:gd name="connsiteX44" fmla="*/ 66901 w 180135"/>
                <a:gd name="connsiteY44" fmla="*/ 57650 h 64428"/>
                <a:gd name="connsiteX45" fmla="*/ 62222 w 180135"/>
                <a:gd name="connsiteY45" fmla="*/ 54726 h 64428"/>
                <a:gd name="connsiteX46" fmla="*/ 61611 w 180135"/>
                <a:gd name="connsiteY46" fmla="*/ 52041 h 64428"/>
                <a:gd name="connsiteX47" fmla="*/ 64296 w 180135"/>
                <a:gd name="connsiteY47" fmla="*/ 51429 h 64428"/>
                <a:gd name="connsiteX48" fmla="*/ 68974 w 180135"/>
                <a:gd name="connsiteY48" fmla="*/ 54353 h 64428"/>
                <a:gd name="connsiteX49" fmla="*/ 69586 w 180135"/>
                <a:gd name="connsiteY49" fmla="*/ 57038 h 64428"/>
                <a:gd name="connsiteX50" fmla="*/ 67937 w 180135"/>
                <a:gd name="connsiteY50" fmla="*/ 57942 h 64428"/>
                <a:gd name="connsiteX51" fmla="*/ 79395 w 180135"/>
                <a:gd name="connsiteY51" fmla="*/ 64428 h 64428"/>
                <a:gd name="connsiteX52" fmla="*/ 78358 w 180135"/>
                <a:gd name="connsiteY52" fmla="*/ 64136 h 64428"/>
                <a:gd name="connsiteX53" fmla="*/ 73679 w 180135"/>
                <a:gd name="connsiteY53" fmla="*/ 61212 h 64428"/>
                <a:gd name="connsiteX54" fmla="*/ 73068 w 180135"/>
                <a:gd name="connsiteY54" fmla="*/ 58527 h 64428"/>
                <a:gd name="connsiteX55" fmla="*/ 75753 w 180135"/>
                <a:gd name="connsiteY55" fmla="*/ 57916 h 64428"/>
                <a:gd name="connsiteX56" fmla="*/ 80431 w 180135"/>
                <a:gd name="connsiteY56" fmla="*/ 60840 h 64428"/>
                <a:gd name="connsiteX57" fmla="*/ 81043 w 180135"/>
                <a:gd name="connsiteY57" fmla="*/ 63525 h 64428"/>
                <a:gd name="connsiteX58" fmla="*/ 79395 w 180135"/>
                <a:gd name="connsiteY58" fmla="*/ 64428 h 64428"/>
                <a:gd name="connsiteX59" fmla="*/ 22082 w 180135"/>
                <a:gd name="connsiteY59" fmla="*/ 45475 h 64428"/>
                <a:gd name="connsiteX60" fmla="*/ 21045 w 180135"/>
                <a:gd name="connsiteY60" fmla="*/ 45182 h 64428"/>
                <a:gd name="connsiteX61" fmla="*/ 16366 w 180135"/>
                <a:gd name="connsiteY61" fmla="*/ 42258 h 64428"/>
                <a:gd name="connsiteX62" fmla="*/ 15755 w 180135"/>
                <a:gd name="connsiteY62" fmla="*/ 39573 h 64428"/>
                <a:gd name="connsiteX63" fmla="*/ 18440 w 180135"/>
                <a:gd name="connsiteY63" fmla="*/ 38962 h 64428"/>
                <a:gd name="connsiteX64" fmla="*/ 23118 w 180135"/>
                <a:gd name="connsiteY64" fmla="*/ 41886 h 64428"/>
                <a:gd name="connsiteX65" fmla="*/ 23730 w 180135"/>
                <a:gd name="connsiteY65" fmla="*/ 44571 h 64428"/>
                <a:gd name="connsiteX66" fmla="*/ 22082 w 180135"/>
                <a:gd name="connsiteY66" fmla="*/ 45475 h 64428"/>
                <a:gd name="connsiteX67" fmla="*/ 33539 w 180135"/>
                <a:gd name="connsiteY67" fmla="*/ 51988 h 64428"/>
                <a:gd name="connsiteX68" fmla="*/ 32502 w 180135"/>
                <a:gd name="connsiteY68" fmla="*/ 51695 h 64428"/>
                <a:gd name="connsiteX69" fmla="*/ 27824 w 180135"/>
                <a:gd name="connsiteY69" fmla="*/ 48771 h 64428"/>
                <a:gd name="connsiteX70" fmla="*/ 27212 w 180135"/>
                <a:gd name="connsiteY70" fmla="*/ 46086 h 64428"/>
                <a:gd name="connsiteX71" fmla="*/ 29897 w 180135"/>
                <a:gd name="connsiteY71" fmla="*/ 45475 h 64428"/>
                <a:gd name="connsiteX72" fmla="*/ 34576 w 180135"/>
                <a:gd name="connsiteY72" fmla="*/ 48399 h 64428"/>
                <a:gd name="connsiteX73" fmla="*/ 35187 w 180135"/>
                <a:gd name="connsiteY73" fmla="*/ 51084 h 64428"/>
                <a:gd name="connsiteX74" fmla="*/ 33539 w 180135"/>
                <a:gd name="connsiteY74" fmla="*/ 51988 h 64428"/>
                <a:gd name="connsiteX75" fmla="*/ 44996 w 180135"/>
                <a:gd name="connsiteY75" fmla="*/ 58474 h 64428"/>
                <a:gd name="connsiteX76" fmla="*/ 43960 w 180135"/>
                <a:gd name="connsiteY76" fmla="*/ 58181 h 64428"/>
                <a:gd name="connsiteX77" fmla="*/ 39281 w 180135"/>
                <a:gd name="connsiteY77" fmla="*/ 55257 h 64428"/>
                <a:gd name="connsiteX78" fmla="*/ 38669 w 180135"/>
                <a:gd name="connsiteY78" fmla="*/ 52572 h 64428"/>
                <a:gd name="connsiteX79" fmla="*/ 41354 w 180135"/>
                <a:gd name="connsiteY79" fmla="*/ 51961 h 64428"/>
                <a:gd name="connsiteX80" fmla="*/ 46033 w 180135"/>
                <a:gd name="connsiteY80" fmla="*/ 54885 h 64428"/>
                <a:gd name="connsiteX81" fmla="*/ 46644 w 180135"/>
                <a:gd name="connsiteY81" fmla="*/ 57570 h 64428"/>
                <a:gd name="connsiteX82" fmla="*/ 44996 w 180135"/>
                <a:gd name="connsiteY82" fmla="*/ 58474 h 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80135" h="64428">
                  <a:moveTo>
                    <a:pt x="90081" y="55071"/>
                  </a:moveTo>
                  <a:cubicBezTo>
                    <a:pt x="89735" y="55071"/>
                    <a:pt x="89416" y="54991"/>
                    <a:pt x="89097" y="54805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71"/>
                    <a:pt x="90081" y="55071"/>
                  </a:cubicBezTo>
                  <a:close/>
                  <a:moveTo>
                    <a:pt x="22082" y="31997"/>
                  </a:moveTo>
                  <a:cubicBezTo>
                    <a:pt x="21736" y="31997"/>
                    <a:pt x="21364" y="31891"/>
                    <a:pt x="21045" y="31705"/>
                  </a:cubicBezTo>
                  <a:lnTo>
                    <a:pt x="16366" y="28781"/>
                  </a:lnTo>
                  <a:cubicBezTo>
                    <a:pt x="15463" y="28222"/>
                    <a:pt x="15170" y="27026"/>
                    <a:pt x="15755" y="26096"/>
                  </a:cubicBezTo>
                  <a:cubicBezTo>
                    <a:pt x="16313" y="25192"/>
                    <a:pt x="17509" y="24899"/>
                    <a:pt x="18440" y="25484"/>
                  </a:cubicBezTo>
                  <a:lnTo>
                    <a:pt x="23118" y="28408"/>
                  </a:lnTo>
                  <a:cubicBezTo>
                    <a:pt x="24022" y="28967"/>
                    <a:pt x="24315" y="30163"/>
                    <a:pt x="23730" y="31093"/>
                  </a:cubicBezTo>
                  <a:cubicBezTo>
                    <a:pt x="23358" y="31652"/>
                    <a:pt x="22746" y="31997"/>
                    <a:pt x="22082" y="31997"/>
                  </a:cubicBezTo>
                  <a:close/>
                  <a:moveTo>
                    <a:pt x="33539" y="38483"/>
                  </a:moveTo>
                  <a:cubicBezTo>
                    <a:pt x="33193" y="38483"/>
                    <a:pt x="32821" y="38377"/>
                    <a:pt x="32502" y="38191"/>
                  </a:cubicBezTo>
                  <a:lnTo>
                    <a:pt x="27824" y="35267"/>
                  </a:lnTo>
                  <a:cubicBezTo>
                    <a:pt x="26920" y="34709"/>
                    <a:pt x="26627" y="33512"/>
                    <a:pt x="27212" y="32582"/>
                  </a:cubicBezTo>
                  <a:cubicBezTo>
                    <a:pt x="27770" y="31678"/>
                    <a:pt x="28967" y="31386"/>
                    <a:pt x="29897" y="31971"/>
                  </a:cubicBezTo>
                  <a:lnTo>
                    <a:pt x="34576" y="34895"/>
                  </a:lnTo>
                  <a:cubicBezTo>
                    <a:pt x="35480" y="35453"/>
                    <a:pt x="35772" y="36649"/>
                    <a:pt x="35187" y="37580"/>
                  </a:cubicBezTo>
                  <a:cubicBezTo>
                    <a:pt x="34842" y="38164"/>
                    <a:pt x="34204" y="38483"/>
                    <a:pt x="33539" y="38483"/>
                  </a:cubicBezTo>
                  <a:close/>
                  <a:moveTo>
                    <a:pt x="44996" y="44970"/>
                  </a:moveTo>
                  <a:cubicBezTo>
                    <a:pt x="44651" y="44970"/>
                    <a:pt x="44279" y="44863"/>
                    <a:pt x="43960" y="44677"/>
                  </a:cubicBezTo>
                  <a:lnTo>
                    <a:pt x="39281" y="41753"/>
                  </a:lnTo>
                  <a:cubicBezTo>
                    <a:pt x="38377" y="41195"/>
                    <a:pt x="38085" y="39999"/>
                    <a:pt x="38669" y="39068"/>
                  </a:cubicBezTo>
                  <a:cubicBezTo>
                    <a:pt x="39228" y="38164"/>
                    <a:pt x="40424" y="37872"/>
                    <a:pt x="41354" y="38457"/>
                  </a:cubicBezTo>
                  <a:lnTo>
                    <a:pt x="46033" y="41381"/>
                  </a:lnTo>
                  <a:cubicBezTo>
                    <a:pt x="46937" y="41939"/>
                    <a:pt x="47229" y="43135"/>
                    <a:pt x="46644" y="44066"/>
                  </a:cubicBezTo>
                  <a:cubicBezTo>
                    <a:pt x="46299" y="44651"/>
                    <a:pt x="45661" y="44970"/>
                    <a:pt x="44996" y="44970"/>
                  </a:cubicBezTo>
                  <a:close/>
                  <a:moveTo>
                    <a:pt x="56480" y="51456"/>
                  </a:moveTo>
                  <a:cubicBezTo>
                    <a:pt x="56135" y="51456"/>
                    <a:pt x="55762" y="51350"/>
                    <a:pt x="55443" y="51164"/>
                  </a:cubicBezTo>
                  <a:lnTo>
                    <a:pt x="50765" y="48239"/>
                  </a:lnTo>
                  <a:cubicBezTo>
                    <a:pt x="49861" y="47681"/>
                    <a:pt x="49569" y="46485"/>
                    <a:pt x="50153" y="45554"/>
                  </a:cubicBezTo>
                  <a:cubicBezTo>
                    <a:pt x="50712" y="44651"/>
                    <a:pt x="51908" y="44358"/>
                    <a:pt x="52838" y="44943"/>
                  </a:cubicBezTo>
                  <a:lnTo>
                    <a:pt x="57517" y="47867"/>
                  </a:lnTo>
                  <a:cubicBezTo>
                    <a:pt x="58421" y="48425"/>
                    <a:pt x="58713" y="49622"/>
                    <a:pt x="58128" y="50552"/>
                  </a:cubicBezTo>
                  <a:cubicBezTo>
                    <a:pt x="57756" y="51137"/>
                    <a:pt x="57118" y="51456"/>
                    <a:pt x="56480" y="51456"/>
                  </a:cubicBezTo>
                  <a:close/>
                  <a:moveTo>
                    <a:pt x="67937" y="57942"/>
                  </a:moveTo>
                  <a:cubicBezTo>
                    <a:pt x="67592" y="57942"/>
                    <a:pt x="67220" y="57836"/>
                    <a:pt x="66901" y="57650"/>
                  </a:cubicBezTo>
                  <a:lnTo>
                    <a:pt x="62222" y="54726"/>
                  </a:lnTo>
                  <a:cubicBezTo>
                    <a:pt x="61318" y="54167"/>
                    <a:pt x="61026" y="52971"/>
                    <a:pt x="61611" y="52041"/>
                  </a:cubicBezTo>
                  <a:cubicBezTo>
                    <a:pt x="62169" y="51137"/>
                    <a:pt x="63365" y="50845"/>
                    <a:pt x="64296" y="51429"/>
                  </a:cubicBezTo>
                  <a:lnTo>
                    <a:pt x="68974" y="54353"/>
                  </a:lnTo>
                  <a:cubicBezTo>
                    <a:pt x="69878" y="54912"/>
                    <a:pt x="70170" y="56108"/>
                    <a:pt x="69586" y="57038"/>
                  </a:cubicBezTo>
                  <a:cubicBezTo>
                    <a:pt x="69213" y="57623"/>
                    <a:pt x="68575" y="57942"/>
                    <a:pt x="67937" y="57942"/>
                  </a:cubicBezTo>
                  <a:close/>
                  <a:moveTo>
                    <a:pt x="79395" y="64428"/>
                  </a:moveTo>
                  <a:cubicBezTo>
                    <a:pt x="79049" y="64428"/>
                    <a:pt x="78677" y="64322"/>
                    <a:pt x="78358" y="64136"/>
                  </a:cubicBezTo>
                  <a:lnTo>
                    <a:pt x="73679" y="61212"/>
                  </a:lnTo>
                  <a:cubicBezTo>
                    <a:pt x="72775" y="60654"/>
                    <a:pt x="72483" y="59457"/>
                    <a:pt x="73068" y="58527"/>
                  </a:cubicBezTo>
                  <a:cubicBezTo>
                    <a:pt x="73626" y="57623"/>
                    <a:pt x="74849" y="57331"/>
                    <a:pt x="75753" y="57916"/>
                  </a:cubicBezTo>
                  <a:lnTo>
                    <a:pt x="80431" y="60840"/>
                  </a:lnTo>
                  <a:cubicBezTo>
                    <a:pt x="81335" y="61398"/>
                    <a:pt x="81628" y="62594"/>
                    <a:pt x="81043" y="63525"/>
                  </a:cubicBezTo>
                  <a:cubicBezTo>
                    <a:pt x="80671" y="64109"/>
                    <a:pt x="80033" y="64428"/>
                    <a:pt x="79395" y="64428"/>
                  </a:cubicBezTo>
                  <a:close/>
                  <a:moveTo>
                    <a:pt x="22082" y="45475"/>
                  </a:moveTo>
                  <a:cubicBezTo>
                    <a:pt x="21736" y="45475"/>
                    <a:pt x="21364" y="45368"/>
                    <a:pt x="21045" y="45182"/>
                  </a:cubicBezTo>
                  <a:lnTo>
                    <a:pt x="16366" y="42258"/>
                  </a:lnTo>
                  <a:cubicBezTo>
                    <a:pt x="15463" y="41700"/>
                    <a:pt x="15170" y="40504"/>
                    <a:pt x="15755" y="39573"/>
                  </a:cubicBezTo>
                  <a:cubicBezTo>
                    <a:pt x="16313" y="38669"/>
                    <a:pt x="17509" y="38377"/>
                    <a:pt x="18440" y="38962"/>
                  </a:cubicBezTo>
                  <a:lnTo>
                    <a:pt x="23118" y="41886"/>
                  </a:lnTo>
                  <a:cubicBezTo>
                    <a:pt x="24022" y="42444"/>
                    <a:pt x="24315" y="43641"/>
                    <a:pt x="23730" y="44571"/>
                  </a:cubicBezTo>
                  <a:cubicBezTo>
                    <a:pt x="23358" y="45156"/>
                    <a:pt x="22746" y="45475"/>
                    <a:pt x="22082" y="45475"/>
                  </a:cubicBezTo>
                  <a:close/>
                  <a:moveTo>
                    <a:pt x="33539" y="51988"/>
                  </a:moveTo>
                  <a:cubicBezTo>
                    <a:pt x="33193" y="51988"/>
                    <a:pt x="32821" y="51881"/>
                    <a:pt x="32502" y="51695"/>
                  </a:cubicBezTo>
                  <a:lnTo>
                    <a:pt x="27824" y="48771"/>
                  </a:lnTo>
                  <a:cubicBezTo>
                    <a:pt x="26920" y="48213"/>
                    <a:pt x="26627" y="47017"/>
                    <a:pt x="27212" y="46086"/>
                  </a:cubicBezTo>
                  <a:cubicBezTo>
                    <a:pt x="27770" y="45182"/>
                    <a:pt x="28967" y="44890"/>
                    <a:pt x="29897" y="45475"/>
                  </a:cubicBezTo>
                  <a:lnTo>
                    <a:pt x="34576" y="48399"/>
                  </a:lnTo>
                  <a:cubicBezTo>
                    <a:pt x="35480" y="48957"/>
                    <a:pt x="35772" y="50153"/>
                    <a:pt x="35187" y="51084"/>
                  </a:cubicBezTo>
                  <a:cubicBezTo>
                    <a:pt x="34842" y="51642"/>
                    <a:pt x="34204" y="51988"/>
                    <a:pt x="33539" y="51988"/>
                  </a:cubicBezTo>
                  <a:close/>
                  <a:moveTo>
                    <a:pt x="44996" y="58474"/>
                  </a:moveTo>
                  <a:cubicBezTo>
                    <a:pt x="44651" y="58474"/>
                    <a:pt x="44279" y="58367"/>
                    <a:pt x="43960" y="58181"/>
                  </a:cubicBezTo>
                  <a:lnTo>
                    <a:pt x="39281" y="55257"/>
                  </a:lnTo>
                  <a:cubicBezTo>
                    <a:pt x="38377" y="54699"/>
                    <a:pt x="38085" y="53503"/>
                    <a:pt x="38669" y="52572"/>
                  </a:cubicBezTo>
                  <a:cubicBezTo>
                    <a:pt x="39228" y="51669"/>
                    <a:pt x="40424" y="51376"/>
                    <a:pt x="41354" y="51961"/>
                  </a:cubicBezTo>
                  <a:lnTo>
                    <a:pt x="46033" y="54885"/>
                  </a:lnTo>
                  <a:cubicBezTo>
                    <a:pt x="46937" y="55443"/>
                    <a:pt x="47229" y="56640"/>
                    <a:pt x="46644" y="57570"/>
                  </a:cubicBezTo>
                  <a:cubicBezTo>
                    <a:pt x="46299" y="58155"/>
                    <a:pt x="45661" y="58474"/>
                    <a:pt x="44996" y="58474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01975135-86A6-0262-BE02-0D8351EDBA23}"/>
                </a:ext>
              </a:extLst>
            </p:cNvPr>
            <p:cNvSpPr/>
            <p:nvPr/>
          </p:nvSpPr>
          <p:spPr>
            <a:xfrm>
              <a:off x="5553740" y="4278019"/>
              <a:ext cx="214498" cy="168350"/>
            </a:xfrm>
            <a:custGeom>
              <a:avLst/>
              <a:gdLst>
                <a:gd name="connsiteX0" fmla="*/ 107262 w 214498"/>
                <a:gd name="connsiteY0" fmla="*/ 168350 h 168350"/>
                <a:gd name="connsiteX1" fmla="*/ 106279 w 214498"/>
                <a:gd name="connsiteY1" fmla="*/ 168084 h 168350"/>
                <a:gd name="connsiteX2" fmla="*/ 957 w 214498"/>
                <a:gd name="connsiteY2" fmla="*/ 106970 h 168350"/>
                <a:gd name="connsiteX3" fmla="*/ 0 w 214498"/>
                <a:gd name="connsiteY3" fmla="*/ 105295 h 168350"/>
                <a:gd name="connsiteX4" fmla="*/ 0 w 214498"/>
                <a:gd name="connsiteY4" fmla="*/ 63985 h 168350"/>
                <a:gd name="connsiteX5" fmla="*/ 957 w 214498"/>
                <a:gd name="connsiteY5" fmla="*/ 62311 h 168350"/>
                <a:gd name="connsiteX6" fmla="*/ 106279 w 214498"/>
                <a:gd name="connsiteY6" fmla="*/ 266 h 168350"/>
                <a:gd name="connsiteX7" fmla="*/ 107262 w 214498"/>
                <a:gd name="connsiteY7" fmla="*/ 0 h 168350"/>
                <a:gd name="connsiteX8" fmla="*/ 108246 w 214498"/>
                <a:gd name="connsiteY8" fmla="*/ 266 h 168350"/>
                <a:gd name="connsiteX9" fmla="*/ 213541 w 214498"/>
                <a:gd name="connsiteY9" fmla="*/ 62311 h 168350"/>
                <a:gd name="connsiteX10" fmla="*/ 214498 w 214498"/>
                <a:gd name="connsiteY10" fmla="*/ 63985 h 168350"/>
                <a:gd name="connsiteX11" fmla="*/ 214498 w 214498"/>
                <a:gd name="connsiteY11" fmla="*/ 105295 h 168350"/>
                <a:gd name="connsiteX12" fmla="*/ 213541 w 214498"/>
                <a:gd name="connsiteY12" fmla="*/ 106970 h 168350"/>
                <a:gd name="connsiteX13" fmla="*/ 108219 w 214498"/>
                <a:gd name="connsiteY13" fmla="*/ 168111 h 168350"/>
                <a:gd name="connsiteX14" fmla="*/ 107262 w 214498"/>
                <a:gd name="connsiteY14" fmla="*/ 168350 h 1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50">
                  <a:moveTo>
                    <a:pt x="107262" y="168350"/>
                  </a:moveTo>
                  <a:cubicBezTo>
                    <a:pt x="106917" y="168350"/>
                    <a:pt x="106598" y="168270"/>
                    <a:pt x="106279" y="168084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50"/>
                    <a:pt x="107262" y="168350"/>
                  </a:cubicBezTo>
                  <a:close/>
                </a:path>
              </a:pathLst>
            </a:custGeom>
            <a:solidFill>
              <a:srgbClr val="EB6005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FACF95F1-2929-22FA-E085-53198A563C0C}"/>
                </a:ext>
              </a:extLst>
            </p:cNvPr>
            <p:cNvSpPr/>
            <p:nvPr/>
          </p:nvSpPr>
          <p:spPr>
            <a:xfrm>
              <a:off x="5551773" y="4276051"/>
              <a:ext cx="218379" cy="172284"/>
            </a:xfrm>
            <a:custGeom>
              <a:avLst/>
              <a:gdLst>
                <a:gd name="connsiteX0" fmla="*/ 109230 w 218379"/>
                <a:gd name="connsiteY0" fmla="*/ 3908 h 172284"/>
                <a:gd name="connsiteX1" fmla="*/ 214525 w 218379"/>
                <a:gd name="connsiteY1" fmla="*/ 65952 h 172284"/>
                <a:gd name="connsiteX2" fmla="*/ 214525 w 218379"/>
                <a:gd name="connsiteY2" fmla="*/ 107262 h 172284"/>
                <a:gd name="connsiteX3" fmla="*/ 197352 w 218379"/>
                <a:gd name="connsiteY3" fmla="*/ 117231 h 172284"/>
                <a:gd name="connsiteX4" fmla="*/ 109230 w 218379"/>
                <a:gd name="connsiteY4" fmla="*/ 168377 h 172284"/>
                <a:gd name="connsiteX5" fmla="*/ 21080 w 218379"/>
                <a:gd name="connsiteY5" fmla="*/ 117231 h 172284"/>
                <a:gd name="connsiteX6" fmla="*/ 3908 w 218379"/>
                <a:gd name="connsiteY6" fmla="*/ 107262 h 172284"/>
                <a:gd name="connsiteX7" fmla="*/ 3908 w 218379"/>
                <a:gd name="connsiteY7" fmla="*/ 65952 h 172284"/>
                <a:gd name="connsiteX8" fmla="*/ 109230 w 218379"/>
                <a:gd name="connsiteY8" fmla="*/ 3908 h 172284"/>
                <a:gd name="connsiteX9" fmla="*/ 109230 w 218379"/>
                <a:gd name="connsiteY9" fmla="*/ 0 h 172284"/>
                <a:gd name="connsiteX10" fmla="*/ 107262 w 218379"/>
                <a:gd name="connsiteY10" fmla="*/ 532 h 172284"/>
                <a:gd name="connsiteX11" fmla="*/ 1914 w 218379"/>
                <a:gd name="connsiteY11" fmla="*/ 62603 h 172284"/>
                <a:gd name="connsiteX12" fmla="*/ 0 w 218379"/>
                <a:gd name="connsiteY12" fmla="*/ 65952 h 172284"/>
                <a:gd name="connsiteX13" fmla="*/ 0 w 218379"/>
                <a:gd name="connsiteY13" fmla="*/ 107262 h 172284"/>
                <a:gd name="connsiteX14" fmla="*/ 1941 w 218379"/>
                <a:gd name="connsiteY14" fmla="*/ 110612 h 172284"/>
                <a:gd name="connsiteX15" fmla="*/ 19113 w 218379"/>
                <a:gd name="connsiteY15" fmla="*/ 120581 h 172284"/>
                <a:gd name="connsiteX16" fmla="*/ 107262 w 218379"/>
                <a:gd name="connsiteY16" fmla="*/ 171753 h 172284"/>
                <a:gd name="connsiteX17" fmla="*/ 109203 w 218379"/>
                <a:gd name="connsiteY17" fmla="*/ 172284 h 172284"/>
                <a:gd name="connsiteX18" fmla="*/ 111144 w 218379"/>
                <a:gd name="connsiteY18" fmla="*/ 171753 h 172284"/>
                <a:gd name="connsiteX19" fmla="*/ 199266 w 218379"/>
                <a:gd name="connsiteY19" fmla="*/ 120581 h 172284"/>
                <a:gd name="connsiteX20" fmla="*/ 216439 w 218379"/>
                <a:gd name="connsiteY20" fmla="*/ 110612 h 172284"/>
                <a:gd name="connsiteX21" fmla="*/ 218379 w 218379"/>
                <a:gd name="connsiteY21" fmla="*/ 107262 h 172284"/>
                <a:gd name="connsiteX22" fmla="*/ 218379 w 218379"/>
                <a:gd name="connsiteY22" fmla="*/ 65952 h 172284"/>
                <a:gd name="connsiteX23" fmla="*/ 216465 w 218379"/>
                <a:gd name="connsiteY23" fmla="*/ 62603 h 172284"/>
                <a:gd name="connsiteX24" fmla="*/ 111197 w 218379"/>
                <a:gd name="connsiteY24" fmla="*/ 558 h 172284"/>
                <a:gd name="connsiteX25" fmla="*/ 109230 w 218379"/>
                <a:gd name="connsiteY25" fmla="*/ 0 h 17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84">
                  <a:moveTo>
                    <a:pt x="109230" y="3908"/>
                  </a:moveTo>
                  <a:lnTo>
                    <a:pt x="214525" y="65952"/>
                  </a:lnTo>
                  <a:lnTo>
                    <a:pt x="214525" y="107262"/>
                  </a:lnTo>
                  <a:lnTo>
                    <a:pt x="197352" y="117231"/>
                  </a:lnTo>
                  <a:lnTo>
                    <a:pt x="109230" y="168377"/>
                  </a:lnTo>
                  <a:lnTo>
                    <a:pt x="21080" y="117231"/>
                  </a:lnTo>
                  <a:lnTo>
                    <a:pt x="3908" y="107262"/>
                  </a:lnTo>
                  <a:lnTo>
                    <a:pt x="3908" y="65952"/>
                  </a:lnTo>
                  <a:lnTo>
                    <a:pt x="109230" y="3908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603"/>
                  </a:lnTo>
                  <a:cubicBezTo>
                    <a:pt x="718" y="63294"/>
                    <a:pt x="0" y="64570"/>
                    <a:pt x="0" y="65952"/>
                  </a:cubicBezTo>
                  <a:lnTo>
                    <a:pt x="0" y="107262"/>
                  </a:lnTo>
                  <a:cubicBezTo>
                    <a:pt x="0" y="108645"/>
                    <a:pt x="744" y="109921"/>
                    <a:pt x="1941" y="110612"/>
                  </a:cubicBezTo>
                  <a:lnTo>
                    <a:pt x="19113" y="120581"/>
                  </a:lnTo>
                  <a:lnTo>
                    <a:pt x="107262" y="171753"/>
                  </a:lnTo>
                  <a:cubicBezTo>
                    <a:pt x="107874" y="172098"/>
                    <a:pt x="108538" y="172284"/>
                    <a:pt x="109203" y="172284"/>
                  </a:cubicBezTo>
                  <a:cubicBezTo>
                    <a:pt x="109868" y="172284"/>
                    <a:pt x="110559" y="172098"/>
                    <a:pt x="111144" y="171753"/>
                  </a:cubicBezTo>
                  <a:lnTo>
                    <a:pt x="199266" y="120581"/>
                  </a:lnTo>
                  <a:lnTo>
                    <a:pt x="216439" y="110612"/>
                  </a:lnTo>
                  <a:cubicBezTo>
                    <a:pt x="217635" y="109921"/>
                    <a:pt x="218379" y="108645"/>
                    <a:pt x="218379" y="107262"/>
                  </a:cubicBezTo>
                  <a:lnTo>
                    <a:pt x="218379" y="65952"/>
                  </a:lnTo>
                  <a:cubicBezTo>
                    <a:pt x="218379" y="64570"/>
                    <a:pt x="217662" y="63294"/>
                    <a:pt x="216465" y="62603"/>
                  </a:cubicBezTo>
                  <a:lnTo>
                    <a:pt x="111197" y="558"/>
                  </a:lnTo>
                  <a:cubicBezTo>
                    <a:pt x="110585" y="186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3F711D93-7319-DC0E-CB6F-86E4E2A5F4C0}"/>
                </a:ext>
              </a:extLst>
            </p:cNvPr>
            <p:cNvSpPr/>
            <p:nvPr/>
          </p:nvSpPr>
          <p:spPr>
            <a:xfrm>
              <a:off x="5555654" y="4279959"/>
              <a:ext cx="210643" cy="123584"/>
            </a:xfrm>
            <a:custGeom>
              <a:avLst/>
              <a:gdLst>
                <a:gd name="connsiteX0" fmla="*/ 0 w 210643"/>
                <a:gd name="connsiteY0" fmla="*/ 62045 h 123584"/>
                <a:gd name="connsiteX1" fmla="*/ 105322 w 210643"/>
                <a:gd name="connsiteY1" fmla="*/ 123584 h 123584"/>
                <a:gd name="connsiteX2" fmla="*/ 210644 w 210643"/>
                <a:gd name="connsiteY2" fmla="*/ 62045 h 123584"/>
                <a:gd name="connsiteX3" fmla="*/ 105348 w 210643"/>
                <a:gd name="connsiteY3" fmla="*/ 0 h 12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584">
                  <a:moveTo>
                    <a:pt x="0" y="62045"/>
                  </a:moveTo>
                  <a:lnTo>
                    <a:pt x="105322" y="123584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622F4896-76FB-EFFF-049B-2CF8A13C98C8}"/>
                </a:ext>
              </a:extLst>
            </p:cNvPr>
            <p:cNvSpPr/>
            <p:nvPr/>
          </p:nvSpPr>
          <p:spPr>
            <a:xfrm>
              <a:off x="5570894" y="4350439"/>
              <a:ext cx="180135" cy="55044"/>
            </a:xfrm>
            <a:custGeom>
              <a:avLst/>
              <a:gdLst>
                <a:gd name="connsiteX0" fmla="*/ 90081 w 180135"/>
                <a:gd name="connsiteY0" fmla="*/ 55045 h 55044"/>
                <a:gd name="connsiteX1" fmla="*/ 89097 w 180135"/>
                <a:gd name="connsiteY1" fmla="*/ 54779 h 55044"/>
                <a:gd name="connsiteX2" fmla="*/ 975 w 180135"/>
                <a:gd name="connsiteY2" fmla="*/ 3633 h 55044"/>
                <a:gd name="connsiteX3" fmla="*/ 257 w 180135"/>
                <a:gd name="connsiteY3" fmla="*/ 975 h 55044"/>
                <a:gd name="connsiteX4" fmla="*/ 2915 w 180135"/>
                <a:gd name="connsiteY4" fmla="*/ 257 h 55044"/>
                <a:gd name="connsiteX5" fmla="*/ 90081 w 180135"/>
                <a:gd name="connsiteY5" fmla="*/ 50871 h 55044"/>
                <a:gd name="connsiteX6" fmla="*/ 177220 w 180135"/>
                <a:gd name="connsiteY6" fmla="*/ 284 h 55044"/>
                <a:gd name="connsiteX7" fmla="*/ 179878 w 180135"/>
                <a:gd name="connsiteY7" fmla="*/ 1001 h 55044"/>
                <a:gd name="connsiteX8" fmla="*/ 179161 w 180135"/>
                <a:gd name="connsiteY8" fmla="*/ 3660 h 55044"/>
                <a:gd name="connsiteX9" fmla="*/ 91065 w 180135"/>
                <a:gd name="connsiteY9" fmla="*/ 54805 h 55044"/>
                <a:gd name="connsiteX10" fmla="*/ 90081 w 180135"/>
                <a:gd name="connsiteY10" fmla="*/ 55045 h 5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0135" h="55044">
                  <a:moveTo>
                    <a:pt x="90081" y="55045"/>
                  </a:moveTo>
                  <a:cubicBezTo>
                    <a:pt x="89735" y="55045"/>
                    <a:pt x="89416" y="54965"/>
                    <a:pt x="89097" y="54779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45"/>
                    <a:pt x="90081" y="55045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D7C4E6C7-0D27-2646-B5D7-09889FD07731}"/>
                </a:ext>
              </a:extLst>
            </p:cNvPr>
            <p:cNvSpPr/>
            <p:nvPr/>
          </p:nvSpPr>
          <p:spPr>
            <a:xfrm>
              <a:off x="5586346" y="4375594"/>
              <a:ext cx="65894" cy="39273"/>
            </a:xfrm>
            <a:custGeom>
              <a:avLst/>
              <a:gdLst>
                <a:gd name="connsiteX0" fmla="*/ 6630 w 65894"/>
                <a:gd name="connsiteY0" fmla="*/ 6816 h 39273"/>
                <a:gd name="connsiteX1" fmla="*/ 5593 w 65894"/>
                <a:gd name="connsiteY1" fmla="*/ 6524 h 39273"/>
                <a:gd name="connsiteX2" fmla="*/ 914 w 65894"/>
                <a:gd name="connsiteY2" fmla="*/ 3599 h 39273"/>
                <a:gd name="connsiteX3" fmla="*/ 303 w 65894"/>
                <a:gd name="connsiteY3" fmla="*/ 915 h 39273"/>
                <a:gd name="connsiteX4" fmla="*/ 2988 w 65894"/>
                <a:gd name="connsiteY4" fmla="*/ 303 h 39273"/>
                <a:gd name="connsiteX5" fmla="*/ 7667 w 65894"/>
                <a:gd name="connsiteY5" fmla="*/ 3227 h 39273"/>
                <a:gd name="connsiteX6" fmla="*/ 8278 w 65894"/>
                <a:gd name="connsiteY6" fmla="*/ 5912 h 39273"/>
                <a:gd name="connsiteX7" fmla="*/ 6630 w 65894"/>
                <a:gd name="connsiteY7" fmla="*/ 6816 h 39273"/>
                <a:gd name="connsiteX8" fmla="*/ 18087 w 65894"/>
                <a:gd name="connsiteY8" fmla="*/ 13302 h 39273"/>
                <a:gd name="connsiteX9" fmla="*/ 17050 w 65894"/>
                <a:gd name="connsiteY9" fmla="*/ 13010 h 39273"/>
                <a:gd name="connsiteX10" fmla="*/ 12372 w 65894"/>
                <a:gd name="connsiteY10" fmla="*/ 10086 h 39273"/>
                <a:gd name="connsiteX11" fmla="*/ 11760 w 65894"/>
                <a:gd name="connsiteY11" fmla="*/ 7401 h 39273"/>
                <a:gd name="connsiteX12" fmla="*/ 14445 w 65894"/>
                <a:gd name="connsiteY12" fmla="*/ 6789 h 39273"/>
                <a:gd name="connsiteX13" fmla="*/ 19124 w 65894"/>
                <a:gd name="connsiteY13" fmla="*/ 9713 h 39273"/>
                <a:gd name="connsiteX14" fmla="*/ 19735 w 65894"/>
                <a:gd name="connsiteY14" fmla="*/ 12398 h 39273"/>
                <a:gd name="connsiteX15" fmla="*/ 18087 w 65894"/>
                <a:gd name="connsiteY15" fmla="*/ 13302 h 39273"/>
                <a:gd name="connsiteX16" fmla="*/ 29544 w 65894"/>
                <a:gd name="connsiteY16" fmla="*/ 19815 h 39273"/>
                <a:gd name="connsiteX17" fmla="*/ 28508 w 65894"/>
                <a:gd name="connsiteY17" fmla="*/ 19523 h 39273"/>
                <a:gd name="connsiteX18" fmla="*/ 23829 w 65894"/>
                <a:gd name="connsiteY18" fmla="*/ 16598 h 39273"/>
                <a:gd name="connsiteX19" fmla="*/ 23218 w 65894"/>
                <a:gd name="connsiteY19" fmla="*/ 13914 h 39273"/>
                <a:gd name="connsiteX20" fmla="*/ 25903 w 65894"/>
                <a:gd name="connsiteY20" fmla="*/ 13302 h 39273"/>
                <a:gd name="connsiteX21" fmla="*/ 30581 w 65894"/>
                <a:gd name="connsiteY21" fmla="*/ 16226 h 39273"/>
                <a:gd name="connsiteX22" fmla="*/ 31193 w 65894"/>
                <a:gd name="connsiteY22" fmla="*/ 18911 h 39273"/>
                <a:gd name="connsiteX23" fmla="*/ 29544 w 65894"/>
                <a:gd name="connsiteY23" fmla="*/ 19815 h 39273"/>
                <a:gd name="connsiteX24" fmla="*/ 41028 w 65894"/>
                <a:gd name="connsiteY24" fmla="*/ 26301 h 39273"/>
                <a:gd name="connsiteX25" fmla="*/ 39992 w 65894"/>
                <a:gd name="connsiteY25" fmla="*/ 26009 h 39273"/>
                <a:gd name="connsiteX26" fmla="*/ 35313 w 65894"/>
                <a:gd name="connsiteY26" fmla="*/ 23085 h 39273"/>
                <a:gd name="connsiteX27" fmla="*/ 34702 w 65894"/>
                <a:gd name="connsiteY27" fmla="*/ 20400 h 39273"/>
                <a:gd name="connsiteX28" fmla="*/ 37386 w 65894"/>
                <a:gd name="connsiteY28" fmla="*/ 19788 h 39273"/>
                <a:gd name="connsiteX29" fmla="*/ 42065 w 65894"/>
                <a:gd name="connsiteY29" fmla="*/ 22713 h 39273"/>
                <a:gd name="connsiteX30" fmla="*/ 42676 w 65894"/>
                <a:gd name="connsiteY30" fmla="*/ 25397 h 39273"/>
                <a:gd name="connsiteX31" fmla="*/ 41028 w 65894"/>
                <a:gd name="connsiteY31" fmla="*/ 26301 h 39273"/>
                <a:gd name="connsiteX32" fmla="*/ 52486 w 65894"/>
                <a:gd name="connsiteY32" fmla="*/ 32788 h 39273"/>
                <a:gd name="connsiteX33" fmla="*/ 51449 w 65894"/>
                <a:gd name="connsiteY33" fmla="*/ 32495 h 39273"/>
                <a:gd name="connsiteX34" fmla="*/ 46770 w 65894"/>
                <a:gd name="connsiteY34" fmla="*/ 29571 h 39273"/>
                <a:gd name="connsiteX35" fmla="*/ 46159 w 65894"/>
                <a:gd name="connsiteY35" fmla="*/ 26886 h 39273"/>
                <a:gd name="connsiteX36" fmla="*/ 48844 w 65894"/>
                <a:gd name="connsiteY36" fmla="*/ 26275 h 39273"/>
                <a:gd name="connsiteX37" fmla="*/ 53522 w 65894"/>
                <a:gd name="connsiteY37" fmla="*/ 29199 h 39273"/>
                <a:gd name="connsiteX38" fmla="*/ 54134 w 65894"/>
                <a:gd name="connsiteY38" fmla="*/ 31884 h 39273"/>
                <a:gd name="connsiteX39" fmla="*/ 52486 w 65894"/>
                <a:gd name="connsiteY39" fmla="*/ 32788 h 39273"/>
                <a:gd name="connsiteX40" fmla="*/ 63943 w 65894"/>
                <a:gd name="connsiteY40" fmla="*/ 39274 h 39273"/>
                <a:gd name="connsiteX41" fmla="*/ 62906 w 65894"/>
                <a:gd name="connsiteY41" fmla="*/ 38981 h 39273"/>
                <a:gd name="connsiteX42" fmla="*/ 58227 w 65894"/>
                <a:gd name="connsiteY42" fmla="*/ 36057 h 39273"/>
                <a:gd name="connsiteX43" fmla="*/ 57616 w 65894"/>
                <a:gd name="connsiteY43" fmla="*/ 33372 h 39273"/>
                <a:gd name="connsiteX44" fmla="*/ 60301 w 65894"/>
                <a:gd name="connsiteY44" fmla="*/ 32761 h 39273"/>
                <a:gd name="connsiteX45" fmla="*/ 64980 w 65894"/>
                <a:gd name="connsiteY45" fmla="*/ 35685 h 39273"/>
                <a:gd name="connsiteX46" fmla="*/ 65591 w 65894"/>
                <a:gd name="connsiteY46" fmla="*/ 38370 h 39273"/>
                <a:gd name="connsiteX47" fmla="*/ 63943 w 65894"/>
                <a:gd name="connsiteY47" fmla="*/ 39274 h 39273"/>
                <a:gd name="connsiteX48" fmla="*/ 6630 w 65894"/>
                <a:gd name="connsiteY48" fmla="*/ 20320 h 39273"/>
                <a:gd name="connsiteX49" fmla="*/ 5593 w 65894"/>
                <a:gd name="connsiteY49" fmla="*/ 20028 h 39273"/>
                <a:gd name="connsiteX50" fmla="*/ 914 w 65894"/>
                <a:gd name="connsiteY50" fmla="*/ 17104 h 39273"/>
                <a:gd name="connsiteX51" fmla="*/ 303 w 65894"/>
                <a:gd name="connsiteY51" fmla="*/ 14419 h 39273"/>
                <a:gd name="connsiteX52" fmla="*/ 2988 w 65894"/>
                <a:gd name="connsiteY52" fmla="*/ 13807 h 39273"/>
                <a:gd name="connsiteX53" fmla="*/ 7667 w 65894"/>
                <a:gd name="connsiteY53" fmla="*/ 16731 h 39273"/>
                <a:gd name="connsiteX54" fmla="*/ 8278 w 65894"/>
                <a:gd name="connsiteY54" fmla="*/ 19416 h 39273"/>
                <a:gd name="connsiteX55" fmla="*/ 6630 w 65894"/>
                <a:gd name="connsiteY55" fmla="*/ 20320 h 39273"/>
                <a:gd name="connsiteX56" fmla="*/ 18087 w 65894"/>
                <a:gd name="connsiteY56" fmla="*/ 26806 h 39273"/>
                <a:gd name="connsiteX57" fmla="*/ 17050 w 65894"/>
                <a:gd name="connsiteY57" fmla="*/ 26514 h 39273"/>
                <a:gd name="connsiteX58" fmla="*/ 12372 w 65894"/>
                <a:gd name="connsiteY58" fmla="*/ 23590 h 39273"/>
                <a:gd name="connsiteX59" fmla="*/ 11760 w 65894"/>
                <a:gd name="connsiteY59" fmla="*/ 20905 h 39273"/>
                <a:gd name="connsiteX60" fmla="*/ 14445 w 65894"/>
                <a:gd name="connsiteY60" fmla="*/ 20294 h 39273"/>
                <a:gd name="connsiteX61" fmla="*/ 19124 w 65894"/>
                <a:gd name="connsiteY61" fmla="*/ 23218 h 39273"/>
                <a:gd name="connsiteX62" fmla="*/ 19735 w 65894"/>
                <a:gd name="connsiteY62" fmla="*/ 25903 h 39273"/>
                <a:gd name="connsiteX63" fmla="*/ 18087 w 65894"/>
                <a:gd name="connsiteY63" fmla="*/ 26806 h 39273"/>
                <a:gd name="connsiteX64" fmla="*/ 29544 w 65894"/>
                <a:gd name="connsiteY64" fmla="*/ 33293 h 39273"/>
                <a:gd name="connsiteX65" fmla="*/ 28508 w 65894"/>
                <a:gd name="connsiteY65" fmla="*/ 33000 h 39273"/>
                <a:gd name="connsiteX66" fmla="*/ 23829 w 65894"/>
                <a:gd name="connsiteY66" fmla="*/ 30076 h 39273"/>
                <a:gd name="connsiteX67" fmla="*/ 23218 w 65894"/>
                <a:gd name="connsiteY67" fmla="*/ 27391 h 39273"/>
                <a:gd name="connsiteX68" fmla="*/ 25903 w 65894"/>
                <a:gd name="connsiteY68" fmla="*/ 26780 h 39273"/>
                <a:gd name="connsiteX69" fmla="*/ 30581 w 65894"/>
                <a:gd name="connsiteY69" fmla="*/ 29704 h 39273"/>
                <a:gd name="connsiteX70" fmla="*/ 31193 w 65894"/>
                <a:gd name="connsiteY70" fmla="*/ 32389 h 39273"/>
                <a:gd name="connsiteX71" fmla="*/ 29544 w 65894"/>
                <a:gd name="connsiteY71" fmla="*/ 33293 h 3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5894" h="39273">
                  <a:moveTo>
                    <a:pt x="6630" y="6816"/>
                  </a:moveTo>
                  <a:cubicBezTo>
                    <a:pt x="6284" y="6816"/>
                    <a:pt x="5912" y="6710"/>
                    <a:pt x="5593" y="6524"/>
                  </a:cubicBezTo>
                  <a:lnTo>
                    <a:pt x="914" y="3599"/>
                  </a:lnTo>
                  <a:cubicBezTo>
                    <a:pt x="11" y="3041"/>
                    <a:pt x="-282" y="1845"/>
                    <a:pt x="303" y="915"/>
                  </a:cubicBezTo>
                  <a:cubicBezTo>
                    <a:pt x="861" y="11"/>
                    <a:pt x="2058" y="-282"/>
                    <a:pt x="2988" y="303"/>
                  </a:cubicBezTo>
                  <a:lnTo>
                    <a:pt x="7667" y="3227"/>
                  </a:lnTo>
                  <a:cubicBezTo>
                    <a:pt x="8570" y="3785"/>
                    <a:pt x="8863" y="4982"/>
                    <a:pt x="8278" y="5912"/>
                  </a:cubicBezTo>
                  <a:cubicBezTo>
                    <a:pt x="7906" y="6497"/>
                    <a:pt x="7294" y="6816"/>
                    <a:pt x="6630" y="6816"/>
                  </a:cubicBezTo>
                  <a:close/>
                  <a:moveTo>
                    <a:pt x="18087" y="13302"/>
                  </a:moveTo>
                  <a:cubicBezTo>
                    <a:pt x="17742" y="13302"/>
                    <a:pt x="17369" y="13196"/>
                    <a:pt x="17050" y="13010"/>
                  </a:cubicBezTo>
                  <a:lnTo>
                    <a:pt x="12372" y="10086"/>
                  </a:lnTo>
                  <a:cubicBezTo>
                    <a:pt x="11468" y="9527"/>
                    <a:pt x="11176" y="8331"/>
                    <a:pt x="11760" y="7401"/>
                  </a:cubicBezTo>
                  <a:cubicBezTo>
                    <a:pt x="12319" y="6497"/>
                    <a:pt x="13515" y="6205"/>
                    <a:pt x="14445" y="6789"/>
                  </a:cubicBezTo>
                  <a:lnTo>
                    <a:pt x="19124" y="9713"/>
                  </a:lnTo>
                  <a:cubicBezTo>
                    <a:pt x="20028" y="10272"/>
                    <a:pt x="20320" y="11468"/>
                    <a:pt x="19735" y="12398"/>
                  </a:cubicBezTo>
                  <a:cubicBezTo>
                    <a:pt x="19390" y="12983"/>
                    <a:pt x="18752" y="13302"/>
                    <a:pt x="18087" y="13302"/>
                  </a:cubicBezTo>
                  <a:close/>
                  <a:moveTo>
                    <a:pt x="29544" y="19815"/>
                  </a:moveTo>
                  <a:cubicBezTo>
                    <a:pt x="29199" y="19815"/>
                    <a:pt x="28827" y="19709"/>
                    <a:pt x="28508" y="19523"/>
                  </a:cubicBezTo>
                  <a:lnTo>
                    <a:pt x="23829" y="16598"/>
                  </a:lnTo>
                  <a:cubicBezTo>
                    <a:pt x="22925" y="16040"/>
                    <a:pt x="22633" y="14844"/>
                    <a:pt x="23218" y="13914"/>
                  </a:cubicBezTo>
                  <a:cubicBezTo>
                    <a:pt x="23776" y="13010"/>
                    <a:pt x="24972" y="12717"/>
                    <a:pt x="25903" y="13302"/>
                  </a:cubicBezTo>
                  <a:lnTo>
                    <a:pt x="30581" y="16226"/>
                  </a:lnTo>
                  <a:cubicBezTo>
                    <a:pt x="31485" y="16785"/>
                    <a:pt x="31777" y="17981"/>
                    <a:pt x="31193" y="18911"/>
                  </a:cubicBezTo>
                  <a:cubicBezTo>
                    <a:pt x="30847" y="19496"/>
                    <a:pt x="30209" y="19815"/>
                    <a:pt x="29544" y="19815"/>
                  </a:cubicBezTo>
                  <a:close/>
                  <a:moveTo>
                    <a:pt x="41028" y="26301"/>
                  </a:moveTo>
                  <a:cubicBezTo>
                    <a:pt x="40683" y="26301"/>
                    <a:pt x="40311" y="26195"/>
                    <a:pt x="39992" y="26009"/>
                  </a:cubicBezTo>
                  <a:lnTo>
                    <a:pt x="35313" y="23085"/>
                  </a:lnTo>
                  <a:cubicBezTo>
                    <a:pt x="34409" y="22526"/>
                    <a:pt x="34117" y="21330"/>
                    <a:pt x="34702" y="20400"/>
                  </a:cubicBezTo>
                  <a:cubicBezTo>
                    <a:pt x="35260" y="19496"/>
                    <a:pt x="36456" y="19204"/>
                    <a:pt x="37386" y="19788"/>
                  </a:cubicBezTo>
                  <a:lnTo>
                    <a:pt x="42065" y="22713"/>
                  </a:lnTo>
                  <a:cubicBezTo>
                    <a:pt x="42969" y="23271"/>
                    <a:pt x="43261" y="24467"/>
                    <a:pt x="42676" y="25397"/>
                  </a:cubicBezTo>
                  <a:cubicBezTo>
                    <a:pt x="42304" y="25982"/>
                    <a:pt x="41666" y="26301"/>
                    <a:pt x="41028" y="26301"/>
                  </a:cubicBezTo>
                  <a:close/>
                  <a:moveTo>
                    <a:pt x="52486" y="32788"/>
                  </a:moveTo>
                  <a:cubicBezTo>
                    <a:pt x="52140" y="32788"/>
                    <a:pt x="51768" y="32681"/>
                    <a:pt x="51449" y="32495"/>
                  </a:cubicBezTo>
                  <a:lnTo>
                    <a:pt x="46770" y="29571"/>
                  </a:lnTo>
                  <a:cubicBezTo>
                    <a:pt x="45866" y="29013"/>
                    <a:pt x="45574" y="27817"/>
                    <a:pt x="46159" y="26886"/>
                  </a:cubicBezTo>
                  <a:cubicBezTo>
                    <a:pt x="46717" y="25982"/>
                    <a:pt x="47913" y="25690"/>
                    <a:pt x="48844" y="26275"/>
                  </a:cubicBezTo>
                  <a:lnTo>
                    <a:pt x="53522" y="29199"/>
                  </a:lnTo>
                  <a:cubicBezTo>
                    <a:pt x="54426" y="29757"/>
                    <a:pt x="54719" y="30953"/>
                    <a:pt x="54134" y="31884"/>
                  </a:cubicBezTo>
                  <a:cubicBezTo>
                    <a:pt x="53762" y="32469"/>
                    <a:pt x="53124" y="32788"/>
                    <a:pt x="52486" y="32788"/>
                  </a:cubicBezTo>
                  <a:close/>
                  <a:moveTo>
                    <a:pt x="63943" y="39274"/>
                  </a:moveTo>
                  <a:cubicBezTo>
                    <a:pt x="63597" y="39274"/>
                    <a:pt x="63225" y="39167"/>
                    <a:pt x="62906" y="38981"/>
                  </a:cubicBezTo>
                  <a:lnTo>
                    <a:pt x="58227" y="36057"/>
                  </a:lnTo>
                  <a:cubicBezTo>
                    <a:pt x="57324" y="35499"/>
                    <a:pt x="57031" y="34303"/>
                    <a:pt x="57616" y="33372"/>
                  </a:cubicBezTo>
                  <a:cubicBezTo>
                    <a:pt x="58174" y="32469"/>
                    <a:pt x="59397" y="32176"/>
                    <a:pt x="60301" y="32761"/>
                  </a:cubicBezTo>
                  <a:lnTo>
                    <a:pt x="64980" y="35685"/>
                  </a:lnTo>
                  <a:cubicBezTo>
                    <a:pt x="65883" y="36243"/>
                    <a:pt x="66176" y="37440"/>
                    <a:pt x="65591" y="38370"/>
                  </a:cubicBezTo>
                  <a:cubicBezTo>
                    <a:pt x="65219" y="38955"/>
                    <a:pt x="64581" y="39274"/>
                    <a:pt x="63943" y="39274"/>
                  </a:cubicBezTo>
                  <a:close/>
                  <a:moveTo>
                    <a:pt x="6630" y="20320"/>
                  </a:moveTo>
                  <a:cubicBezTo>
                    <a:pt x="6284" y="20320"/>
                    <a:pt x="5912" y="20214"/>
                    <a:pt x="5593" y="20028"/>
                  </a:cubicBezTo>
                  <a:lnTo>
                    <a:pt x="914" y="17104"/>
                  </a:lnTo>
                  <a:cubicBezTo>
                    <a:pt x="11" y="16545"/>
                    <a:pt x="-282" y="15349"/>
                    <a:pt x="303" y="14419"/>
                  </a:cubicBezTo>
                  <a:cubicBezTo>
                    <a:pt x="861" y="13515"/>
                    <a:pt x="2058" y="13222"/>
                    <a:pt x="2988" y="13807"/>
                  </a:cubicBezTo>
                  <a:lnTo>
                    <a:pt x="7667" y="16731"/>
                  </a:lnTo>
                  <a:cubicBezTo>
                    <a:pt x="8570" y="17290"/>
                    <a:pt x="8863" y="18486"/>
                    <a:pt x="8278" y="19416"/>
                  </a:cubicBezTo>
                  <a:cubicBezTo>
                    <a:pt x="7906" y="20001"/>
                    <a:pt x="7294" y="20320"/>
                    <a:pt x="6630" y="20320"/>
                  </a:cubicBezTo>
                  <a:close/>
                  <a:moveTo>
                    <a:pt x="18087" y="26806"/>
                  </a:moveTo>
                  <a:cubicBezTo>
                    <a:pt x="17742" y="26806"/>
                    <a:pt x="17369" y="26700"/>
                    <a:pt x="17050" y="26514"/>
                  </a:cubicBezTo>
                  <a:lnTo>
                    <a:pt x="12372" y="23590"/>
                  </a:lnTo>
                  <a:cubicBezTo>
                    <a:pt x="11468" y="23032"/>
                    <a:pt x="11176" y="21835"/>
                    <a:pt x="11760" y="20905"/>
                  </a:cubicBezTo>
                  <a:cubicBezTo>
                    <a:pt x="12319" y="20001"/>
                    <a:pt x="13515" y="19709"/>
                    <a:pt x="14445" y="20294"/>
                  </a:cubicBezTo>
                  <a:lnTo>
                    <a:pt x="19124" y="23218"/>
                  </a:lnTo>
                  <a:cubicBezTo>
                    <a:pt x="20028" y="23776"/>
                    <a:pt x="20320" y="24972"/>
                    <a:pt x="19735" y="25903"/>
                  </a:cubicBezTo>
                  <a:cubicBezTo>
                    <a:pt x="19390" y="26487"/>
                    <a:pt x="18752" y="26806"/>
                    <a:pt x="18087" y="26806"/>
                  </a:cubicBezTo>
                  <a:close/>
                  <a:moveTo>
                    <a:pt x="29544" y="33293"/>
                  </a:moveTo>
                  <a:cubicBezTo>
                    <a:pt x="29199" y="33293"/>
                    <a:pt x="28827" y="33186"/>
                    <a:pt x="28508" y="33000"/>
                  </a:cubicBezTo>
                  <a:lnTo>
                    <a:pt x="23829" y="30076"/>
                  </a:lnTo>
                  <a:cubicBezTo>
                    <a:pt x="22925" y="29518"/>
                    <a:pt x="22633" y="28322"/>
                    <a:pt x="23218" y="27391"/>
                  </a:cubicBezTo>
                  <a:cubicBezTo>
                    <a:pt x="23776" y="26487"/>
                    <a:pt x="24972" y="26195"/>
                    <a:pt x="25903" y="26780"/>
                  </a:cubicBezTo>
                  <a:lnTo>
                    <a:pt x="30581" y="29704"/>
                  </a:lnTo>
                  <a:cubicBezTo>
                    <a:pt x="31485" y="30262"/>
                    <a:pt x="31777" y="31458"/>
                    <a:pt x="31193" y="32389"/>
                  </a:cubicBezTo>
                  <a:cubicBezTo>
                    <a:pt x="30847" y="32974"/>
                    <a:pt x="30209" y="33293"/>
                    <a:pt x="29544" y="33293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079907F5-B59A-78F1-5B5C-CC9FEC8299DC}"/>
                </a:ext>
              </a:extLst>
            </p:cNvPr>
            <p:cNvSpPr/>
            <p:nvPr/>
          </p:nvSpPr>
          <p:spPr>
            <a:xfrm>
              <a:off x="5598266" y="4302395"/>
              <a:ext cx="125923" cy="75017"/>
            </a:xfrm>
            <a:custGeom>
              <a:avLst/>
              <a:gdLst>
                <a:gd name="connsiteX0" fmla="*/ 125924 w 125923"/>
                <a:gd name="connsiteY0" fmla="*/ 37509 h 75017"/>
                <a:gd name="connsiteX1" fmla="*/ 103700 w 125923"/>
                <a:gd name="connsiteY1" fmla="*/ 27699 h 75017"/>
                <a:gd name="connsiteX2" fmla="*/ 103727 w 125923"/>
                <a:gd name="connsiteY2" fmla="*/ 32777 h 75017"/>
                <a:gd name="connsiteX3" fmla="*/ 79244 w 125923"/>
                <a:gd name="connsiteY3" fmla="*/ 32777 h 75017"/>
                <a:gd name="connsiteX4" fmla="*/ 79324 w 125923"/>
                <a:gd name="connsiteY4" fmla="*/ 42214 h 75017"/>
                <a:gd name="connsiteX5" fmla="*/ 103753 w 125923"/>
                <a:gd name="connsiteY5" fmla="*/ 42214 h 75017"/>
                <a:gd name="connsiteX6" fmla="*/ 103780 w 125923"/>
                <a:gd name="connsiteY6" fmla="*/ 47291 h 75017"/>
                <a:gd name="connsiteX7" fmla="*/ 125924 w 125923"/>
                <a:gd name="connsiteY7" fmla="*/ 37509 h 75017"/>
                <a:gd name="connsiteX8" fmla="*/ 46627 w 125923"/>
                <a:gd name="connsiteY8" fmla="*/ 32777 h 75017"/>
                <a:gd name="connsiteX9" fmla="*/ 22170 w 125923"/>
                <a:gd name="connsiteY9" fmla="*/ 32750 h 75017"/>
                <a:gd name="connsiteX10" fmla="*/ 22117 w 125923"/>
                <a:gd name="connsiteY10" fmla="*/ 27699 h 75017"/>
                <a:gd name="connsiteX11" fmla="*/ 0 w 125923"/>
                <a:gd name="connsiteY11" fmla="*/ 37509 h 75017"/>
                <a:gd name="connsiteX12" fmla="*/ 22250 w 125923"/>
                <a:gd name="connsiteY12" fmla="*/ 47291 h 75017"/>
                <a:gd name="connsiteX13" fmla="*/ 22223 w 125923"/>
                <a:gd name="connsiteY13" fmla="*/ 42214 h 75017"/>
                <a:gd name="connsiteX14" fmla="*/ 46653 w 125923"/>
                <a:gd name="connsiteY14" fmla="*/ 42214 h 75017"/>
                <a:gd name="connsiteX15" fmla="*/ 46627 w 125923"/>
                <a:gd name="connsiteY15" fmla="*/ 32777 h 75017"/>
                <a:gd name="connsiteX16" fmla="*/ 71189 w 125923"/>
                <a:gd name="connsiteY16" fmla="*/ 47956 h 75017"/>
                <a:gd name="connsiteX17" fmla="*/ 54894 w 125923"/>
                <a:gd name="connsiteY17" fmla="*/ 47982 h 75017"/>
                <a:gd name="connsiteX18" fmla="*/ 54974 w 125923"/>
                <a:gd name="connsiteY18" fmla="*/ 62151 h 75017"/>
                <a:gd name="connsiteX19" fmla="*/ 46228 w 125923"/>
                <a:gd name="connsiteY19" fmla="*/ 62151 h 75017"/>
                <a:gd name="connsiteX20" fmla="*/ 63188 w 125923"/>
                <a:gd name="connsiteY20" fmla="*/ 75017 h 75017"/>
                <a:gd name="connsiteX21" fmla="*/ 80015 w 125923"/>
                <a:gd name="connsiteY21" fmla="*/ 62151 h 75017"/>
                <a:gd name="connsiteX22" fmla="*/ 71296 w 125923"/>
                <a:gd name="connsiteY22" fmla="*/ 62178 h 75017"/>
                <a:gd name="connsiteX23" fmla="*/ 71189 w 125923"/>
                <a:gd name="connsiteY23" fmla="*/ 47956 h 75017"/>
                <a:gd name="connsiteX24" fmla="*/ 62762 w 125923"/>
                <a:gd name="connsiteY24" fmla="*/ 0 h 75017"/>
                <a:gd name="connsiteX25" fmla="*/ 45909 w 125923"/>
                <a:gd name="connsiteY25" fmla="*/ 12840 h 75017"/>
                <a:gd name="connsiteX26" fmla="*/ 54655 w 125923"/>
                <a:gd name="connsiteY26" fmla="*/ 12866 h 75017"/>
                <a:gd name="connsiteX27" fmla="*/ 54734 w 125923"/>
                <a:gd name="connsiteY27" fmla="*/ 27035 h 75017"/>
                <a:gd name="connsiteX28" fmla="*/ 71056 w 125923"/>
                <a:gd name="connsiteY28" fmla="*/ 27035 h 75017"/>
                <a:gd name="connsiteX29" fmla="*/ 70977 w 125923"/>
                <a:gd name="connsiteY29" fmla="*/ 12866 h 75017"/>
                <a:gd name="connsiteX30" fmla="*/ 79722 w 125923"/>
                <a:gd name="connsiteY30" fmla="*/ 12866 h 75017"/>
                <a:gd name="connsiteX31" fmla="*/ 62762 w 125923"/>
                <a:gd name="connsiteY31" fmla="*/ 0 h 7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923" h="75017">
                  <a:moveTo>
                    <a:pt x="125924" y="37509"/>
                  </a:moveTo>
                  <a:lnTo>
                    <a:pt x="103700" y="27699"/>
                  </a:lnTo>
                  <a:lnTo>
                    <a:pt x="103727" y="32777"/>
                  </a:lnTo>
                  <a:lnTo>
                    <a:pt x="79244" y="32777"/>
                  </a:lnTo>
                  <a:lnTo>
                    <a:pt x="79324" y="42214"/>
                  </a:lnTo>
                  <a:lnTo>
                    <a:pt x="103753" y="42214"/>
                  </a:lnTo>
                  <a:lnTo>
                    <a:pt x="103780" y="47291"/>
                  </a:lnTo>
                  <a:lnTo>
                    <a:pt x="125924" y="37509"/>
                  </a:lnTo>
                  <a:moveTo>
                    <a:pt x="46627" y="32777"/>
                  </a:moveTo>
                  <a:lnTo>
                    <a:pt x="22170" y="32750"/>
                  </a:lnTo>
                  <a:lnTo>
                    <a:pt x="22117" y="27699"/>
                  </a:lnTo>
                  <a:lnTo>
                    <a:pt x="0" y="37509"/>
                  </a:lnTo>
                  <a:lnTo>
                    <a:pt x="22250" y="47291"/>
                  </a:lnTo>
                  <a:lnTo>
                    <a:pt x="22223" y="42214"/>
                  </a:lnTo>
                  <a:lnTo>
                    <a:pt x="46653" y="42214"/>
                  </a:lnTo>
                  <a:lnTo>
                    <a:pt x="46627" y="32777"/>
                  </a:lnTo>
                  <a:moveTo>
                    <a:pt x="71189" y="47956"/>
                  </a:moveTo>
                  <a:lnTo>
                    <a:pt x="54894" y="47982"/>
                  </a:lnTo>
                  <a:lnTo>
                    <a:pt x="54974" y="62151"/>
                  </a:lnTo>
                  <a:lnTo>
                    <a:pt x="46228" y="62151"/>
                  </a:lnTo>
                  <a:lnTo>
                    <a:pt x="63188" y="75017"/>
                  </a:lnTo>
                  <a:lnTo>
                    <a:pt x="80015" y="62151"/>
                  </a:lnTo>
                  <a:lnTo>
                    <a:pt x="71296" y="62178"/>
                  </a:lnTo>
                  <a:lnTo>
                    <a:pt x="71189" y="47956"/>
                  </a:lnTo>
                  <a:moveTo>
                    <a:pt x="62762" y="0"/>
                  </a:moveTo>
                  <a:lnTo>
                    <a:pt x="45909" y="12840"/>
                  </a:lnTo>
                  <a:lnTo>
                    <a:pt x="54655" y="12866"/>
                  </a:lnTo>
                  <a:lnTo>
                    <a:pt x="54734" y="27035"/>
                  </a:lnTo>
                  <a:lnTo>
                    <a:pt x="71056" y="27035"/>
                  </a:lnTo>
                  <a:lnTo>
                    <a:pt x="70977" y="12866"/>
                  </a:lnTo>
                  <a:lnTo>
                    <a:pt x="79722" y="12866"/>
                  </a:lnTo>
                  <a:lnTo>
                    <a:pt x="62762" y="0"/>
                  </a:lnTo>
                </a:path>
              </a:pathLst>
            </a:custGeom>
            <a:solidFill>
              <a:srgbClr val="EB6005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43188171-D731-1935-5D3F-F6BD81DBA339}"/>
              </a:ext>
            </a:extLst>
          </p:cNvPr>
          <p:cNvSpPr txBox="1"/>
          <p:nvPr/>
        </p:nvSpPr>
        <p:spPr>
          <a:xfrm>
            <a:off x="1816179" y="4486504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内网核心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B77FDE2-D409-CCEA-00E8-00D0D2D0D60D}"/>
              </a:ext>
            </a:extLst>
          </p:cNvPr>
          <p:cNvSpPr txBox="1"/>
          <p:nvPr/>
        </p:nvSpPr>
        <p:spPr>
          <a:xfrm>
            <a:off x="7414449" y="4124866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外网核心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CE9C045-C300-3D89-FDC1-6FAED0CB8881}"/>
              </a:ext>
            </a:extLst>
          </p:cNvPr>
          <p:cNvCxnSpPr>
            <a:cxnSpLocks/>
            <a:stCxn id="26" idx="13"/>
          </p:cNvCxnSpPr>
          <p:nvPr/>
        </p:nvCxnSpPr>
        <p:spPr>
          <a:xfrm>
            <a:off x="3015521" y="4801729"/>
            <a:ext cx="4028" cy="1167271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609670D-08DB-ECAE-9CC2-5744C8E0EF49}"/>
              </a:ext>
            </a:extLst>
          </p:cNvPr>
          <p:cNvCxnSpPr>
            <a:cxnSpLocks/>
          </p:cNvCxnSpPr>
          <p:nvPr/>
        </p:nvCxnSpPr>
        <p:spPr>
          <a:xfrm>
            <a:off x="3157988" y="4607560"/>
            <a:ext cx="1164225" cy="10363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B332CBA-CC15-A2EF-1965-8472A1B98AF6}"/>
              </a:ext>
            </a:extLst>
          </p:cNvPr>
          <p:cNvCxnSpPr>
            <a:cxnSpLocks/>
            <a:stCxn id="2907" idx="7"/>
            <a:endCxn id="14" idx="2"/>
          </p:cNvCxnSpPr>
          <p:nvPr/>
        </p:nvCxnSpPr>
        <p:spPr>
          <a:xfrm flipV="1">
            <a:off x="4567862" y="4606052"/>
            <a:ext cx="2576910" cy="3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8AEFF70-82CC-0395-C308-A404EBFFB9FE}"/>
              </a:ext>
            </a:extLst>
          </p:cNvPr>
          <p:cNvCxnSpPr>
            <a:cxnSpLocks/>
            <a:stCxn id="15" idx="21"/>
          </p:cNvCxnSpPr>
          <p:nvPr/>
        </p:nvCxnSpPr>
        <p:spPr>
          <a:xfrm>
            <a:off x="7551374" y="4602889"/>
            <a:ext cx="3594847" cy="1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E3F0A327-27E2-15BA-C4D7-CCAFF4E3DC52}"/>
              </a:ext>
            </a:extLst>
          </p:cNvPr>
          <p:cNvSpPr txBox="1"/>
          <p:nvPr/>
        </p:nvSpPr>
        <p:spPr>
          <a:xfrm>
            <a:off x="5098752" y="1666551"/>
            <a:ext cx="7521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1.1.1.101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5CD9FE8-AEA0-39A5-7949-BC8861F57A33}"/>
              </a:ext>
            </a:extLst>
          </p:cNvPr>
          <p:cNvSpPr txBox="1"/>
          <p:nvPr/>
        </p:nvSpPr>
        <p:spPr>
          <a:xfrm>
            <a:off x="7414449" y="4306466"/>
            <a:ext cx="9877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10.10.10.254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78A174B-41BD-1B39-8B3B-C05D761EF072}"/>
              </a:ext>
            </a:extLst>
          </p:cNvPr>
          <p:cNvGrpSpPr/>
          <p:nvPr/>
        </p:nvGrpSpPr>
        <p:grpSpPr>
          <a:xfrm>
            <a:off x="9942821" y="4386476"/>
            <a:ext cx="296739" cy="412084"/>
            <a:chOff x="8427790" y="1387386"/>
            <a:chExt cx="490895" cy="681710"/>
          </a:xfrm>
        </p:grpSpPr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F8122E61-E254-4066-B78D-0D48955A87F7}"/>
                </a:ext>
              </a:extLst>
            </p:cNvPr>
            <p:cNvSpPr/>
            <p:nvPr/>
          </p:nvSpPr>
          <p:spPr>
            <a:xfrm>
              <a:off x="8607699" y="1456097"/>
              <a:ext cx="72089" cy="26317"/>
            </a:xfrm>
            <a:custGeom>
              <a:avLst/>
              <a:gdLst>
                <a:gd name="connsiteX0" fmla="*/ 0 w 72089"/>
                <a:gd name="connsiteY0" fmla="*/ 17095 h 26317"/>
                <a:gd name="connsiteX1" fmla="*/ 71228 w 72089"/>
                <a:gd name="connsiteY1" fmla="*/ 0 h 26317"/>
                <a:gd name="connsiteX2" fmla="*/ 72089 w 72089"/>
                <a:gd name="connsiteY2" fmla="*/ 12514 h 26317"/>
                <a:gd name="connsiteX3" fmla="*/ 31773 w 72089"/>
                <a:gd name="connsiteY3" fmla="*/ 26318 h 26317"/>
                <a:gd name="connsiteX4" fmla="*/ 0 w 72089"/>
                <a:gd name="connsiteY4" fmla="*/ 17095 h 2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89" h="26317">
                  <a:moveTo>
                    <a:pt x="0" y="17095"/>
                  </a:moveTo>
                  <a:cubicBezTo>
                    <a:pt x="0" y="17095"/>
                    <a:pt x="35964" y="1513"/>
                    <a:pt x="71228" y="0"/>
                  </a:cubicBezTo>
                  <a:lnTo>
                    <a:pt x="72089" y="12514"/>
                  </a:lnTo>
                  <a:lnTo>
                    <a:pt x="31773" y="26318"/>
                  </a:lnTo>
                  <a:lnTo>
                    <a:pt x="0" y="17095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869733D3-2FAD-9759-DE47-F5B5E6A59C61}"/>
                </a:ext>
              </a:extLst>
            </p:cNvPr>
            <p:cNvSpPr/>
            <p:nvPr/>
          </p:nvSpPr>
          <p:spPr>
            <a:xfrm>
              <a:off x="8594541" y="1387386"/>
              <a:ext cx="305876" cy="372691"/>
            </a:xfrm>
            <a:custGeom>
              <a:avLst/>
              <a:gdLst>
                <a:gd name="connsiteX0" fmla="*/ 1495 w 305876"/>
                <a:gd name="connsiteY0" fmla="*/ 234826 h 372691"/>
                <a:gd name="connsiteX1" fmla="*/ 83392 w 305876"/>
                <a:gd name="connsiteY1" fmla="*/ 68668 h 372691"/>
                <a:gd name="connsiteX2" fmla="*/ 115051 w 305876"/>
                <a:gd name="connsiteY2" fmla="*/ 148192 h 372691"/>
                <a:gd name="connsiteX3" fmla="*/ 136322 w 305876"/>
                <a:gd name="connsiteY3" fmla="*/ 87066 h 372691"/>
                <a:gd name="connsiteX4" fmla="*/ 209700 w 305876"/>
                <a:gd name="connsiteY4" fmla="*/ 1359 h 372691"/>
                <a:gd name="connsiteX5" fmla="*/ 203860 w 305876"/>
                <a:gd name="connsiteY5" fmla="*/ 36334 h 372691"/>
                <a:gd name="connsiteX6" fmla="*/ 215817 w 305876"/>
                <a:gd name="connsiteY6" fmla="*/ 89017 h 372691"/>
                <a:gd name="connsiteX7" fmla="*/ 248061 w 305876"/>
                <a:gd name="connsiteY7" fmla="*/ 128257 h 372691"/>
                <a:gd name="connsiteX8" fmla="*/ 287245 w 305876"/>
                <a:gd name="connsiteY8" fmla="*/ 180650 h 372691"/>
                <a:gd name="connsiteX9" fmla="*/ 305848 w 305876"/>
                <a:gd name="connsiteY9" fmla="*/ 249067 h 372691"/>
                <a:gd name="connsiteX10" fmla="*/ 213292 w 305876"/>
                <a:gd name="connsiteY10" fmla="*/ 370623 h 372691"/>
                <a:gd name="connsiteX11" fmla="*/ 110799 w 305876"/>
                <a:gd name="connsiteY11" fmla="*/ 287985 h 372691"/>
                <a:gd name="connsiteX12" fmla="*/ 1495 w 305876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76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66" y="104651"/>
                    <a:pt x="115051" y="148192"/>
                  </a:cubicBezTo>
                  <a:cubicBezTo>
                    <a:pt x="115051" y="148192"/>
                    <a:pt x="144432" y="152558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4"/>
                  </a:cubicBezTo>
                  <a:cubicBezTo>
                    <a:pt x="199850" y="53976"/>
                    <a:pt x="206052" y="75832"/>
                    <a:pt x="215817" y="89017"/>
                  </a:cubicBezTo>
                  <a:cubicBezTo>
                    <a:pt x="227052" y="104175"/>
                    <a:pt x="235818" y="115829"/>
                    <a:pt x="248061" y="128257"/>
                  </a:cubicBezTo>
                  <a:cubicBezTo>
                    <a:pt x="263301" y="143740"/>
                    <a:pt x="276871" y="161258"/>
                    <a:pt x="287245" y="180650"/>
                  </a:cubicBezTo>
                  <a:cubicBezTo>
                    <a:pt x="298870" y="202382"/>
                    <a:pt x="306400" y="226407"/>
                    <a:pt x="305848" y="249067"/>
                  </a:cubicBezTo>
                  <a:cubicBezTo>
                    <a:pt x="304426" y="307886"/>
                    <a:pt x="268148" y="386472"/>
                    <a:pt x="213292" y="370623"/>
                  </a:cubicBezTo>
                  <a:cubicBezTo>
                    <a:pt x="181504" y="361439"/>
                    <a:pt x="140808" y="305750"/>
                    <a:pt x="110799" y="287985"/>
                  </a:cubicBezTo>
                  <a:cubicBezTo>
                    <a:pt x="74973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97BBE65D-8BFF-9B9B-B190-ECA8DD49BAAA}"/>
                </a:ext>
              </a:extLst>
            </p:cNvPr>
            <p:cNvSpPr/>
            <p:nvPr/>
          </p:nvSpPr>
          <p:spPr>
            <a:xfrm>
              <a:off x="8713166" y="1387433"/>
              <a:ext cx="72344" cy="20472"/>
            </a:xfrm>
            <a:custGeom>
              <a:avLst/>
              <a:gdLst>
                <a:gd name="connsiteX0" fmla="*/ 72345 w 72344"/>
                <a:gd name="connsiteY0" fmla="*/ 57 h 20472"/>
                <a:gd name="connsiteX1" fmla="*/ 34312 w 72344"/>
                <a:gd name="connsiteY1" fmla="*/ 2731 h 20472"/>
                <a:gd name="connsiteX2" fmla="*/ 1811 w 72344"/>
                <a:gd name="connsiteY2" fmla="*/ 16268 h 20472"/>
                <a:gd name="connsiteX3" fmla="*/ 6905 w 72344"/>
                <a:gd name="connsiteY3" fmla="*/ 20472 h 20472"/>
                <a:gd name="connsiteX4" fmla="*/ 57723 w 72344"/>
                <a:gd name="connsiteY4" fmla="*/ 10579 h 20472"/>
                <a:gd name="connsiteX5" fmla="*/ 72345 w 72344"/>
                <a:gd name="connsiteY5" fmla="*/ 57 h 20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44" h="20472">
                  <a:moveTo>
                    <a:pt x="72345" y="57"/>
                  </a:moveTo>
                  <a:cubicBezTo>
                    <a:pt x="72345" y="57"/>
                    <a:pt x="51107" y="-627"/>
                    <a:pt x="34312" y="2731"/>
                  </a:cubicBezTo>
                  <a:cubicBezTo>
                    <a:pt x="18811" y="5832"/>
                    <a:pt x="5017" y="14208"/>
                    <a:pt x="1811" y="16268"/>
                  </a:cubicBezTo>
                  <a:cubicBezTo>
                    <a:pt x="-4268" y="20182"/>
                    <a:pt x="6905" y="20472"/>
                    <a:pt x="6905" y="20472"/>
                  </a:cubicBezTo>
                  <a:lnTo>
                    <a:pt x="57723" y="10579"/>
                  </a:lnTo>
                  <a:lnTo>
                    <a:pt x="72345" y="57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C72B405D-27A3-65BD-A718-11AD5BBDE22E}"/>
                </a:ext>
              </a:extLst>
            </p:cNvPr>
            <p:cNvSpPr/>
            <p:nvPr/>
          </p:nvSpPr>
          <p:spPr>
            <a:xfrm>
              <a:off x="8547804" y="1396895"/>
              <a:ext cx="305880" cy="372691"/>
            </a:xfrm>
            <a:custGeom>
              <a:avLst/>
              <a:gdLst>
                <a:gd name="connsiteX0" fmla="*/ 1495 w 305880"/>
                <a:gd name="connsiteY0" fmla="*/ 234826 h 372691"/>
                <a:gd name="connsiteX1" fmla="*/ 83392 w 305880"/>
                <a:gd name="connsiteY1" fmla="*/ 68668 h 372691"/>
                <a:gd name="connsiteX2" fmla="*/ 115051 w 305880"/>
                <a:gd name="connsiteY2" fmla="*/ 148192 h 372691"/>
                <a:gd name="connsiteX3" fmla="*/ 136322 w 305880"/>
                <a:gd name="connsiteY3" fmla="*/ 87066 h 372691"/>
                <a:gd name="connsiteX4" fmla="*/ 209700 w 305880"/>
                <a:gd name="connsiteY4" fmla="*/ 1359 h 372691"/>
                <a:gd name="connsiteX5" fmla="*/ 203860 w 305880"/>
                <a:gd name="connsiteY5" fmla="*/ 36339 h 372691"/>
                <a:gd name="connsiteX6" fmla="*/ 215822 w 305880"/>
                <a:gd name="connsiteY6" fmla="*/ 89016 h 372691"/>
                <a:gd name="connsiteX7" fmla="*/ 248061 w 305880"/>
                <a:gd name="connsiteY7" fmla="*/ 128262 h 372691"/>
                <a:gd name="connsiteX8" fmla="*/ 287245 w 305880"/>
                <a:gd name="connsiteY8" fmla="*/ 180650 h 372691"/>
                <a:gd name="connsiteX9" fmla="*/ 305853 w 305880"/>
                <a:gd name="connsiteY9" fmla="*/ 249072 h 372691"/>
                <a:gd name="connsiteX10" fmla="*/ 213296 w 305880"/>
                <a:gd name="connsiteY10" fmla="*/ 370623 h 372691"/>
                <a:gd name="connsiteX11" fmla="*/ 110799 w 305880"/>
                <a:gd name="connsiteY11" fmla="*/ 287984 h 372691"/>
                <a:gd name="connsiteX12" fmla="*/ 1495 w 305880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80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71" y="104651"/>
                    <a:pt x="115051" y="148192"/>
                  </a:cubicBezTo>
                  <a:cubicBezTo>
                    <a:pt x="115051" y="148192"/>
                    <a:pt x="144437" y="152563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9"/>
                  </a:cubicBezTo>
                  <a:cubicBezTo>
                    <a:pt x="199855" y="53976"/>
                    <a:pt x="206052" y="75832"/>
                    <a:pt x="215822" y="89016"/>
                  </a:cubicBezTo>
                  <a:cubicBezTo>
                    <a:pt x="227052" y="104175"/>
                    <a:pt x="235823" y="115829"/>
                    <a:pt x="248061" y="128262"/>
                  </a:cubicBezTo>
                  <a:cubicBezTo>
                    <a:pt x="263301" y="143744"/>
                    <a:pt x="276871" y="161258"/>
                    <a:pt x="287245" y="180650"/>
                  </a:cubicBezTo>
                  <a:cubicBezTo>
                    <a:pt x="298875" y="202382"/>
                    <a:pt x="306400" y="226407"/>
                    <a:pt x="305853" y="249072"/>
                  </a:cubicBezTo>
                  <a:cubicBezTo>
                    <a:pt x="304426" y="307886"/>
                    <a:pt x="268148" y="386472"/>
                    <a:pt x="213296" y="370623"/>
                  </a:cubicBezTo>
                  <a:cubicBezTo>
                    <a:pt x="181504" y="361443"/>
                    <a:pt x="140808" y="305755"/>
                    <a:pt x="110799" y="287984"/>
                  </a:cubicBezTo>
                  <a:cubicBezTo>
                    <a:pt x="74978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7685DBBD-B111-5DC7-9903-FD8362B3B8ED}"/>
                </a:ext>
              </a:extLst>
            </p:cNvPr>
            <p:cNvSpPr/>
            <p:nvPr/>
          </p:nvSpPr>
          <p:spPr>
            <a:xfrm>
              <a:off x="8524228" y="1709575"/>
              <a:ext cx="9470" cy="55993"/>
            </a:xfrm>
            <a:custGeom>
              <a:avLst/>
              <a:gdLst>
                <a:gd name="connsiteX0" fmla="*/ 9470 w 9470"/>
                <a:gd name="connsiteY0" fmla="*/ 5470 h 55993"/>
                <a:gd name="connsiteX1" fmla="*/ 0 w 9470"/>
                <a:gd name="connsiteY1" fmla="*/ 0 h 55993"/>
                <a:gd name="connsiteX2" fmla="*/ 0 w 9470"/>
                <a:gd name="connsiteY2" fmla="*/ 50528 h 55993"/>
                <a:gd name="connsiteX3" fmla="*/ 9470 w 9470"/>
                <a:gd name="connsiteY3" fmla="*/ 55993 h 55993"/>
                <a:gd name="connsiteX4" fmla="*/ 9470 w 9470"/>
                <a:gd name="connsiteY4" fmla="*/ 5470 h 5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0" h="55993">
                  <a:moveTo>
                    <a:pt x="9470" y="5470"/>
                  </a:moveTo>
                  <a:lnTo>
                    <a:pt x="0" y="0"/>
                  </a:lnTo>
                  <a:lnTo>
                    <a:pt x="0" y="50528"/>
                  </a:lnTo>
                  <a:lnTo>
                    <a:pt x="9470" y="55993"/>
                  </a:lnTo>
                  <a:lnTo>
                    <a:pt x="9470" y="5470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C8535F01-AE82-5A5F-691E-C4F6FE25C55E}"/>
                </a:ext>
              </a:extLst>
            </p:cNvPr>
            <p:cNvSpPr/>
            <p:nvPr/>
          </p:nvSpPr>
          <p:spPr>
            <a:xfrm>
              <a:off x="8524228" y="1685493"/>
              <a:ext cx="138693" cy="80075"/>
            </a:xfrm>
            <a:custGeom>
              <a:avLst/>
              <a:gdLst>
                <a:gd name="connsiteX0" fmla="*/ 41710 w 138693"/>
                <a:gd name="connsiteY0" fmla="*/ 0 h 80075"/>
                <a:gd name="connsiteX1" fmla="*/ 0 w 138693"/>
                <a:gd name="connsiteY1" fmla="*/ 24082 h 80075"/>
                <a:gd name="connsiteX2" fmla="*/ 9470 w 138693"/>
                <a:gd name="connsiteY2" fmla="*/ 29552 h 80075"/>
                <a:gd name="connsiteX3" fmla="*/ 51180 w 138693"/>
                <a:gd name="connsiteY3" fmla="*/ 5470 h 80075"/>
                <a:gd name="connsiteX4" fmla="*/ 41710 w 138693"/>
                <a:gd name="connsiteY4" fmla="*/ 0 h 80075"/>
                <a:gd name="connsiteX5" fmla="*/ 129224 w 138693"/>
                <a:gd name="connsiteY5" fmla="*/ 50528 h 80075"/>
                <a:gd name="connsiteX6" fmla="*/ 87514 w 138693"/>
                <a:gd name="connsiteY6" fmla="*/ 74610 h 80075"/>
                <a:gd name="connsiteX7" fmla="*/ 96984 w 138693"/>
                <a:gd name="connsiteY7" fmla="*/ 80075 h 80075"/>
                <a:gd name="connsiteX8" fmla="*/ 138694 w 138693"/>
                <a:gd name="connsiteY8" fmla="*/ 55998 h 80075"/>
                <a:gd name="connsiteX9" fmla="*/ 129224 w 138693"/>
                <a:gd name="connsiteY9" fmla="*/ 50528 h 8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693" h="80075">
                  <a:moveTo>
                    <a:pt x="41710" y="0"/>
                  </a:moveTo>
                  <a:lnTo>
                    <a:pt x="0" y="24082"/>
                  </a:lnTo>
                  <a:lnTo>
                    <a:pt x="9470" y="29552"/>
                  </a:lnTo>
                  <a:lnTo>
                    <a:pt x="51180" y="5470"/>
                  </a:lnTo>
                  <a:lnTo>
                    <a:pt x="41710" y="0"/>
                  </a:lnTo>
                  <a:close/>
                  <a:moveTo>
                    <a:pt x="129224" y="50528"/>
                  </a:moveTo>
                  <a:lnTo>
                    <a:pt x="87514" y="74610"/>
                  </a:lnTo>
                  <a:lnTo>
                    <a:pt x="96984" y="80075"/>
                  </a:lnTo>
                  <a:lnTo>
                    <a:pt x="138694" y="55998"/>
                  </a:lnTo>
                  <a:lnTo>
                    <a:pt x="129224" y="50528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D022A4A6-4153-EA3F-EB03-3361391783F3}"/>
                </a:ext>
              </a:extLst>
            </p:cNvPr>
            <p:cNvSpPr/>
            <p:nvPr/>
          </p:nvSpPr>
          <p:spPr>
            <a:xfrm>
              <a:off x="8427790" y="1555729"/>
              <a:ext cx="439241" cy="385881"/>
            </a:xfrm>
            <a:custGeom>
              <a:avLst/>
              <a:gdLst>
                <a:gd name="connsiteX0" fmla="*/ 311635 w 439241"/>
                <a:gd name="connsiteY0" fmla="*/ 174337 h 385881"/>
                <a:gd name="connsiteX1" fmla="*/ 12210 w 439241"/>
                <a:gd name="connsiteY1" fmla="*/ 1463 h 385881"/>
                <a:gd name="connsiteX2" fmla="*/ 0 w 439241"/>
                <a:gd name="connsiteY2" fmla="*/ 10695 h 385881"/>
                <a:gd name="connsiteX3" fmla="*/ 0 w 439241"/>
                <a:gd name="connsiteY3" fmla="*/ 69742 h 385881"/>
                <a:gd name="connsiteX4" fmla="*/ 311635 w 439241"/>
                <a:gd name="connsiteY4" fmla="*/ 249660 h 385881"/>
                <a:gd name="connsiteX5" fmla="*/ 311635 w 439241"/>
                <a:gd name="connsiteY5" fmla="*/ 174337 h 385881"/>
                <a:gd name="connsiteX6" fmla="*/ 439241 w 439241"/>
                <a:gd name="connsiteY6" fmla="*/ 323338 h 385881"/>
                <a:gd name="connsiteX7" fmla="*/ 0 w 439241"/>
                <a:gd name="connsiteY7" fmla="*/ 69742 h 385881"/>
                <a:gd name="connsiteX8" fmla="*/ 0 w 439241"/>
                <a:gd name="connsiteY8" fmla="*/ 132290 h 385881"/>
                <a:gd name="connsiteX9" fmla="*/ 439241 w 439241"/>
                <a:gd name="connsiteY9" fmla="*/ 385881 h 385881"/>
                <a:gd name="connsiteX10" fmla="*/ 439241 w 439241"/>
                <a:gd name="connsiteY10" fmla="*/ 323338 h 38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9241" h="385881">
                  <a:moveTo>
                    <a:pt x="311635" y="174337"/>
                  </a:moveTo>
                  <a:lnTo>
                    <a:pt x="12210" y="1463"/>
                  </a:lnTo>
                  <a:cubicBezTo>
                    <a:pt x="5470" y="-2428"/>
                    <a:pt x="0" y="1710"/>
                    <a:pt x="0" y="10695"/>
                  </a:cubicBezTo>
                  <a:lnTo>
                    <a:pt x="0" y="69742"/>
                  </a:lnTo>
                  <a:lnTo>
                    <a:pt x="311635" y="249660"/>
                  </a:lnTo>
                  <a:lnTo>
                    <a:pt x="311635" y="174337"/>
                  </a:lnTo>
                  <a:close/>
                  <a:moveTo>
                    <a:pt x="439241" y="323338"/>
                  </a:moveTo>
                  <a:lnTo>
                    <a:pt x="0" y="69742"/>
                  </a:lnTo>
                  <a:lnTo>
                    <a:pt x="0" y="132290"/>
                  </a:lnTo>
                  <a:lnTo>
                    <a:pt x="439241" y="385881"/>
                  </a:lnTo>
                  <a:lnTo>
                    <a:pt x="439241" y="323338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8C7840E7-E08A-D38E-B51D-874E7948A860}"/>
                </a:ext>
              </a:extLst>
            </p:cNvPr>
            <p:cNvSpPr/>
            <p:nvPr/>
          </p:nvSpPr>
          <p:spPr>
            <a:xfrm>
              <a:off x="8427790" y="1688018"/>
              <a:ext cx="439241" cy="316138"/>
            </a:xfrm>
            <a:custGeom>
              <a:avLst/>
              <a:gdLst>
                <a:gd name="connsiteX0" fmla="*/ 439241 w 439241"/>
                <a:gd name="connsiteY0" fmla="*/ 253591 h 316138"/>
                <a:gd name="connsiteX1" fmla="*/ 0 w 439241"/>
                <a:gd name="connsiteY1" fmla="*/ 0 h 316138"/>
                <a:gd name="connsiteX2" fmla="*/ 0 w 439241"/>
                <a:gd name="connsiteY2" fmla="*/ 62543 h 316138"/>
                <a:gd name="connsiteX3" fmla="*/ 439241 w 439241"/>
                <a:gd name="connsiteY3" fmla="*/ 316139 h 316138"/>
                <a:gd name="connsiteX4" fmla="*/ 439241 w 439241"/>
                <a:gd name="connsiteY4" fmla="*/ 253591 h 31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241" h="316138">
                  <a:moveTo>
                    <a:pt x="439241" y="253591"/>
                  </a:moveTo>
                  <a:lnTo>
                    <a:pt x="0" y="0"/>
                  </a:lnTo>
                  <a:lnTo>
                    <a:pt x="0" y="62543"/>
                  </a:lnTo>
                  <a:lnTo>
                    <a:pt x="439241" y="316139"/>
                  </a:lnTo>
                  <a:lnTo>
                    <a:pt x="439241" y="25359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55B5F93B-6EEC-A49A-3B9B-9A235213C53C}"/>
                </a:ext>
              </a:extLst>
            </p:cNvPr>
            <p:cNvSpPr/>
            <p:nvPr/>
          </p:nvSpPr>
          <p:spPr>
            <a:xfrm>
              <a:off x="8427790" y="1742837"/>
              <a:ext cx="439241" cy="323849"/>
            </a:xfrm>
            <a:custGeom>
              <a:avLst/>
              <a:gdLst>
                <a:gd name="connsiteX0" fmla="*/ 439241 w 439241"/>
                <a:gd name="connsiteY0" fmla="*/ 261302 h 323849"/>
                <a:gd name="connsiteX1" fmla="*/ 0 w 439241"/>
                <a:gd name="connsiteY1" fmla="*/ 7710 h 323849"/>
                <a:gd name="connsiteX2" fmla="*/ 0 w 439241"/>
                <a:gd name="connsiteY2" fmla="*/ 70253 h 323849"/>
                <a:gd name="connsiteX3" fmla="*/ 439241 w 439241"/>
                <a:gd name="connsiteY3" fmla="*/ 323849 h 323849"/>
                <a:gd name="connsiteX4" fmla="*/ 439241 w 439241"/>
                <a:gd name="connsiteY4" fmla="*/ 261302 h 323849"/>
                <a:gd name="connsiteX5" fmla="*/ 439241 w 439241"/>
                <a:gd name="connsiteY5" fmla="*/ 73664 h 323849"/>
                <a:gd name="connsiteX6" fmla="*/ 311649 w 439241"/>
                <a:gd name="connsiteY6" fmla="*/ 0 h 323849"/>
                <a:gd name="connsiteX7" fmla="*/ 311649 w 439241"/>
                <a:gd name="connsiteY7" fmla="*/ 62543 h 323849"/>
                <a:gd name="connsiteX8" fmla="*/ 439241 w 439241"/>
                <a:gd name="connsiteY8" fmla="*/ 136211 h 323849"/>
                <a:gd name="connsiteX9" fmla="*/ 439241 w 439241"/>
                <a:gd name="connsiteY9" fmla="*/ 73664 h 32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241" h="323849">
                  <a:moveTo>
                    <a:pt x="439241" y="261302"/>
                  </a:moveTo>
                  <a:lnTo>
                    <a:pt x="0" y="7710"/>
                  </a:lnTo>
                  <a:lnTo>
                    <a:pt x="0" y="70253"/>
                  </a:lnTo>
                  <a:lnTo>
                    <a:pt x="439241" y="323849"/>
                  </a:lnTo>
                  <a:lnTo>
                    <a:pt x="439241" y="261302"/>
                  </a:lnTo>
                  <a:close/>
                  <a:moveTo>
                    <a:pt x="439241" y="73664"/>
                  </a:moveTo>
                  <a:lnTo>
                    <a:pt x="311649" y="0"/>
                  </a:lnTo>
                  <a:lnTo>
                    <a:pt x="311649" y="62543"/>
                  </a:lnTo>
                  <a:lnTo>
                    <a:pt x="439241" y="136211"/>
                  </a:lnTo>
                  <a:lnTo>
                    <a:pt x="439241" y="73664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EE6EF1FE-7449-F82A-025B-FF787028FFFD}"/>
                </a:ext>
              </a:extLst>
            </p:cNvPr>
            <p:cNvSpPr/>
            <p:nvPr/>
          </p:nvSpPr>
          <p:spPr>
            <a:xfrm>
              <a:off x="8427877" y="1535155"/>
              <a:ext cx="488179" cy="283190"/>
            </a:xfrm>
            <a:custGeom>
              <a:avLst/>
              <a:gdLst>
                <a:gd name="connsiteX0" fmla="*/ 61268 w 488179"/>
                <a:gd name="connsiteY0" fmla="*/ 3501 h 283190"/>
                <a:gd name="connsiteX1" fmla="*/ 36477 w 488179"/>
                <a:gd name="connsiteY1" fmla="*/ 2473 h 283190"/>
                <a:gd name="connsiteX2" fmla="*/ 5664 w 488179"/>
                <a:gd name="connsiteY2" fmla="*/ 20263 h 283190"/>
                <a:gd name="connsiteX3" fmla="*/ 8019 w 488179"/>
                <a:gd name="connsiteY3" fmla="*/ 39184 h 283190"/>
                <a:gd name="connsiteX4" fmla="*/ 430650 w 488179"/>
                <a:gd name="connsiteY4" fmla="*/ 283191 h 283190"/>
                <a:gd name="connsiteX5" fmla="*/ 488180 w 488179"/>
                <a:gd name="connsiteY5" fmla="*/ 249981 h 283190"/>
                <a:gd name="connsiteX6" fmla="*/ 61268 w 488179"/>
                <a:gd name="connsiteY6" fmla="*/ 3501 h 28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179" h="283190">
                  <a:moveTo>
                    <a:pt x="61268" y="3501"/>
                  </a:moveTo>
                  <a:cubicBezTo>
                    <a:pt x="53938" y="-733"/>
                    <a:pt x="42827" y="-1189"/>
                    <a:pt x="36477" y="2473"/>
                  </a:cubicBezTo>
                  <a:lnTo>
                    <a:pt x="5664" y="20263"/>
                  </a:lnTo>
                  <a:cubicBezTo>
                    <a:pt x="-2726" y="25109"/>
                    <a:pt x="-1675" y="33590"/>
                    <a:pt x="8019" y="39184"/>
                  </a:cubicBezTo>
                  <a:lnTo>
                    <a:pt x="430650" y="283191"/>
                  </a:lnTo>
                  <a:lnTo>
                    <a:pt x="488180" y="249981"/>
                  </a:lnTo>
                  <a:lnTo>
                    <a:pt x="61268" y="350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60278AD5-F774-382F-5805-82EBC52A6378}"/>
                </a:ext>
              </a:extLst>
            </p:cNvPr>
            <p:cNvSpPr/>
            <p:nvPr/>
          </p:nvSpPr>
          <p:spPr>
            <a:xfrm>
              <a:off x="8469200" y="1624481"/>
              <a:ext cx="401974" cy="444615"/>
            </a:xfrm>
            <a:custGeom>
              <a:avLst/>
              <a:gdLst>
                <a:gd name="connsiteX0" fmla="*/ 76969 w 401974"/>
                <a:gd name="connsiteY0" fmla="*/ 6768 h 444615"/>
                <a:gd name="connsiteX1" fmla="*/ 65249 w 401974"/>
                <a:gd name="connsiteY1" fmla="*/ 0 h 444615"/>
                <a:gd name="connsiteX2" fmla="*/ 65249 w 401974"/>
                <a:gd name="connsiteY2" fmla="*/ 62548 h 444615"/>
                <a:gd name="connsiteX3" fmla="*/ 76969 w 401974"/>
                <a:gd name="connsiteY3" fmla="*/ 69316 h 444615"/>
                <a:gd name="connsiteX4" fmla="*/ 76969 w 401974"/>
                <a:gd name="connsiteY4" fmla="*/ 6768 h 444615"/>
                <a:gd name="connsiteX5" fmla="*/ 11725 w 401974"/>
                <a:gd name="connsiteY5" fmla="*/ 38437 h 444615"/>
                <a:gd name="connsiteX6" fmla="*/ 0 w 401974"/>
                <a:gd name="connsiteY6" fmla="*/ 31669 h 444615"/>
                <a:gd name="connsiteX7" fmla="*/ 0 w 401974"/>
                <a:gd name="connsiteY7" fmla="*/ 94216 h 444615"/>
                <a:gd name="connsiteX8" fmla="*/ 11725 w 401974"/>
                <a:gd name="connsiteY8" fmla="*/ 100985 h 444615"/>
                <a:gd name="connsiteX9" fmla="*/ 11725 w 401974"/>
                <a:gd name="connsiteY9" fmla="*/ 38437 h 444615"/>
                <a:gd name="connsiteX10" fmla="*/ 114407 w 401974"/>
                <a:gd name="connsiteY10" fmla="*/ 97722 h 444615"/>
                <a:gd name="connsiteX11" fmla="*/ 102683 w 401974"/>
                <a:gd name="connsiteY11" fmla="*/ 90953 h 444615"/>
                <a:gd name="connsiteX12" fmla="*/ 102683 w 401974"/>
                <a:gd name="connsiteY12" fmla="*/ 153501 h 444615"/>
                <a:gd name="connsiteX13" fmla="*/ 114407 w 401974"/>
                <a:gd name="connsiteY13" fmla="*/ 160269 h 444615"/>
                <a:gd name="connsiteX14" fmla="*/ 114407 w 401974"/>
                <a:gd name="connsiteY14" fmla="*/ 97722 h 444615"/>
                <a:gd name="connsiteX15" fmla="*/ 43755 w 401974"/>
                <a:gd name="connsiteY15" fmla="*/ 119478 h 444615"/>
                <a:gd name="connsiteX16" fmla="*/ 32030 w 401974"/>
                <a:gd name="connsiteY16" fmla="*/ 112709 h 444615"/>
                <a:gd name="connsiteX17" fmla="*/ 32030 w 401974"/>
                <a:gd name="connsiteY17" fmla="*/ 175257 h 444615"/>
                <a:gd name="connsiteX18" fmla="*/ 43755 w 401974"/>
                <a:gd name="connsiteY18" fmla="*/ 182025 h 444615"/>
                <a:gd name="connsiteX19" fmla="*/ 43755 w 401974"/>
                <a:gd name="connsiteY19" fmla="*/ 119478 h 444615"/>
                <a:gd name="connsiteX20" fmla="*/ 148787 w 401974"/>
                <a:gd name="connsiteY20" fmla="*/ 180118 h 444615"/>
                <a:gd name="connsiteX21" fmla="*/ 137067 w 401974"/>
                <a:gd name="connsiteY21" fmla="*/ 173350 h 444615"/>
                <a:gd name="connsiteX22" fmla="*/ 137067 w 401974"/>
                <a:gd name="connsiteY22" fmla="*/ 235897 h 444615"/>
                <a:gd name="connsiteX23" fmla="*/ 148787 w 401974"/>
                <a:gd name="connsiteY23" fmla="*/ 242666 h 444615"/>
                <a:gd name="connsiteX24" fmla="*/ 148787 w 401974"/>
                <a:gd name="connsiteY24" fmla="*/ 180118 h 444615"/>
                <a:gd name="connsiteX25" fmla="*/ 76969 w 401974"/>
                <a:gd name="connsiteY25" fmla="*/ 194430 h 444615"/>
                <a:gd name="connsiteX26" fmla="*/ 65249 w 401974"/>
                <a:gd name="connsiteY26" fmla="*/ 187662 h 444615"/>
                <a:gd name="connsiteX27" fmla="*/ 65249 w 401974"/>
                <a:gd name="connsiteY27" fmla="*/ 250209 h 444615"/>
                <a:gd name="connsiteX28" fmla="*/ 76969 w 401974"/>
                <a:gd name="connsiteY28" fmla="*/ 256978 h 444615"/>
                <a:gd name="connsiteX29" fmla="*/ 76969 w 401974"/>
                <a:gd name="connsiteY29" fmla="*/ 194430 h 444615"/>
                <a:gd name="connsiteX30" fmla="*/ 179443 w 401974"/>
                <a:gd name="connsiteY30" fmla="*/ 253591 h 444615"/>
                <a:gd name="connsiteX31" fmla="*/ 167723 w 401974"/>
                <a:gd name="connsiteY31" fmla="*/ 246823 h 444615"/>
                <a:gd name="connsiteX32" fmla="*/ 167723 w 401974"/>
                <a:gd name="connsiteY32" fmla="*/ 309371 h 444615"/>
                <a:gd name="connsiteX33" fmla="*/ 179443 w 401974"/>
                <a:gd name="connsiteY33" fmla="*/ 316139 h 444615"/>
                <a:gd name="connsiteX34" fmla="*/ 179443 w 401974"/>
                <a:gd name="connsiteY34" fmla="*/ 253591 h 444615"/>
                <a:gd name="connsiteX35" fmla="*/ 306426 w 401974"/>
                <a:gd name="connsiteY35" fmla="*/ 326903 h 444615"/>
                <a:gd name="connsiteX36" fmla="*/ 294702 w 401974"/>
                <a:gd name="connsiteY36" fmla="*/ 320134 h 444615"/>
                <a:gd name="connsiteX37" fmla="*/ 294702 w 401974"/>
                <a:gd name="connsiteY37" fmla="*/ 382682 h 444615"/>
                <a:gd name="connsiteX38" fmla="*/ 306426 w 401974"/>
                <a:gd name="connsiteY38" fmla="*/ 389450 h 444615"/>
                <a:gd name="connsiteX39" fmla="*/ 306426 w 401974"/>
                <a:gd name="connsiteY39" fmla="*/ 326903 h 444615"/>
                <a:gd name="connsiteX40" fmla="*/ 401974 w 401974"/>
                <a:gd name="connsiteY40" fmla="*/ 382068 h 444615"/>
                <a:gd name="connsiteX41" fmla="*/ 390250 w 401974"/>
                <a:gd name="connsiteY41" fmla="*/ 375300 h 444615"/>
                <a:gd name="connsiteX42" fmla="*/ 390250 w 401974"/>
                <a:gd name="connsiteY42" fmla="*/ 437848 h 444615"/>
                <a:gd name="connsiteX43" fmla="*/ 401974 w 401974"/>
                <a:gd name="connsiteY43" fmla="*/ 444616 h 444615"/>
                <a:gd name="connsiteX44" fmla="*/ 401974 w 401974"/>
                <a:gd name="connsiteY44" fmla="*/ 382068 h 444615"/>
                <a:gd name="connsiteX45" fmla="*/ 263884 w 401974"/>
                <a:gd name="connsiteY45" fmla="*/ 246571 h 444615"/>
                <a:gd name="connsiteX46" fmla="*/ 252160 w 401974"/>
                <a:gd name="connsiteY46" fmla="*/ 239802 h 444615"/>
                <a:gd name="connsiteX47" fmla="*/ 252160 w 401974"/>
                <a:gd name="connsiteY47" fmla="*/ 302345 h 444615"/>
                <a:gd name="connsiteX48" fmla="*/ 263884 w 401974"/>
                <a:gd name="connsiteY48" fmla="*/ 309114 h 444615"/>
                <a:gd name="connsiteX49" fmla="*/ 263884 w 401974"/>
                <a:gd name="connsiteY49" fmla="*/ 246571 h 444615"/>
                <a:gd name="connsiteX50" fmla="*/ 359675 w 401974"/>
                <a:gd name="connsiteY50" fmla="*/ 301874 h 444615"/>
                <a:gd name="connsiteX51" fmla="*/ 347955 w 401974"/>
                <a:gd name="connsiteY51" fmla="*/ 295106 h 444615"/>
                <a:gd name="connsiteX52" fmla="*/ 347955 w 401974"/>
                <a:gd name="connsiteY52" fmla="*/ 357653 h 444615"/>
                <a:gd name="connsiteX53" fmla="*/ 359675 w 401974"/>
                <a:gd name="connsiteY53" fmla="*/ 364422 h 444615"/>
                <a:gd name="connsiteX54" fmla="*/ 359675 w 401974"/>
                <a:gd name="connsiteY54" fmla="*/ 301874 h 444615"/>
                <a:gd name="connsiteX55" fmla="*/ 225557 w 401974"/>
                <a:gd name="connsiteY55" fmla="*/ 161896 h 444615"/>
                <a:gd name="connsiteX56" fmla="*/ 213832 w 401974"/>
                <a:gd name="connsiteY56" fmla="*/ 155128 h 444615"/>
                <a:gd name="connsiteX57" fmla="*/ 213832 w 401974"/>
                <a:gd name="connsiteY57" fmla="*/ 217670 h 444615"/>
                <a:gd name="connsiteX58" fmla="*/ 225557 w 401974"/>
                <a:gd name="connsiteY58" fmla="*/ 224439 h 444615"/>
                <a:gd name="connsiteX59" fmla="*/ 225557 w 401974"/>
                <a:gd name="connsiteY59" fmla="*/ 161896 h 444615"/>
                <a:gd name="connsiteX60" fmla="*/ 328239 w 401974"/>
                <a:gd name="connsiteY60" fmla="*/ 221176 h 444615"/>
                <a:gd name="connsiteX61" fmla="*/ 316515 w 401974"/>
                <a:gd name="connsiteY61" fmla="*/ 214408 h 444615"/>
                <a:gd name="connsiteX62" fmla="*/ 316515 w 401974"/>
                <a:gd name="connsiteY62" fmla="*/ 276955 h 444615"/>
                <a:gd name="connsiteX63" fmla="*/ 328239 w 401974"/>
                <a:gd name="connsiteY63" fmla="*/ 283724 h 444615"/>
                <a:gd name="connsiteX64" fmla="*/ 328239 w 401974"/>
                <a:gd name="connsiteY64" fmla="*/ 221176 h 444615"/>
                <a:gd name="connsiteX65" fmla="*/ 401974 w 401974"/>
                <a:gd name="connsiteY65" fmla="*/ 263751 h 444615"/>
                <a:gd name="connsiteX66" fmla="*/ 390250 w 401974"/>
                <a:gd name="connsiteY66" fmla="*/ 256983 h 444615"/>
                <a:gd name="connsiteX67" fmla="*/ 390250 w 401974"/>
                <a:gd name="connsiteY67" fmla="*/ 319526 h 444615"/>
                <a:gd name="connsiteX68" fmla="*/ 401974 w 401974"/>
                <a:gd name="connsiteY68" fmla="*/ 326294 h 444615"/>
                <a:gd name="connsiteX69" fmla="*/ 401974 w 401974"/>
                <a:gd name="connsiteY69" fmla="*/ 263751 h 444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01974" h="444615">
                  <a:moveTo>
                    <a:pt x="76969" y="6768"/>
                  </a:moveTo>
                  <a:lnTo>
                    <a:pt x="65249" y="0"/>
                  </a:lnTo>
                  <a:lnTo>
                    <a:pt x="65249" y="62548"/>
                  </a:lnTo>
                  <a:lnTo>
                    <a:pt x="76969" y="69316"/>
                  </a:lnTo>
                  <a:lnTo>
                    <a:pt x="76969" y="6768"/>
                  </a:lnTo>
                  <a:close/>
                  <a:moveTo>
                    <a:pt x="11725" y="38437"/>
                  </a:moveTo>
                  <a:lnTo>
                    <a:pt x="0" y="31669"/>
                  </a:lnTo>
                  <a:lnTo>
                    <a:pt x="0" y="94216"/>
                  </a:lnTo>
                  <a:lnTo>
                    <a:pt x="11725" y="100985"/>
                  </a:lnTo>
                  <a:lnTo>
                    <a:pt x="11725" y="38437"/>
                  </a:lnTo>
                  <a:close/>
                  <a:moveTo>
                    <a:pt x="114407" y="97722"/>
                  </a:moveTo>
                  <a:lnTo>
                    <a:pt x="102683" y="90953"/>
                  </a:lnTo>
                  <a:lnTo>
                    <a:pt x="102683" y="153501"/>
                  </a:lnTo>
                  <a:lnTo>
                    <a:pt x="114407" y="160269"/>
                  </a:lnTo>
                  <a:lnTo>
                    <a:pt x="114407" y="97722"/>
                  </a:lnTo>
                  <a:close/>
                  <a:moveTo>
                    <a:pt x="43755" y="119478"/>
                  </a:moveTo>
                  <a:lnTo>
                    <a:pt x="32030" y="112709"/>
                  </a:lnTo>
                  <a:lnTo>
                    <a:pt x="32030" y="175257"/>
                  </a:lnTo>
                  <a:lnTo>
                    <a:pt x="43755" y="182025"/>
                  </a:lnTo>
                  <a:lnTo>
                    <a:pt x="43755" y="119478"/>
                  </a:lnTo>
                  <a:close/>
                  <a:moveTo>
                    <a:pt x="148787" y="180118"/>
                  </a:moveTo>
                  <a:lnTo>
                    <a:pt x="137067" y="173350"/>
                  </a:lnTo>
                  <a:lnTo>
                    <a:pt x="137067" y="235897"/>
                  </a:lnTo>
                  <a:lnTo>
                    <a:pt x="148787" y="242666"/>
                  </a:lnTo>
                  <a:lnTo>
                    <a:pt x="148787" y="180118"/>
                  </a:lnTo>
                  <a:close/>
                  <a:moveTo>
                    <a:pt x="76969" y="194430"/>
                  </a:moveTo>
                  <a:lnTo>
                    <a:pt x="65249" y="187662"/>
                  </a:lnTo>
                  <a:lnTo>
                    <a:pt x="65249" y="250209"/>
                  </a:lnTo>
                  <a:lnTo>
                    <a:pt x="76969" y="256978"/>
                  </a:lnTo>
                  <a:lnTo>
                    <a:pt x="76969" y="194430"/>
                  </a:lnTo>
                  <a:close/>
                  <a:moveTo>
                    <a:pt x="179443" y="253591"/>
                  </a:moveTo>
                  <a:lnTo>
                    <a:pt x="167723" y="246823"/>
                  </a:lnTo>
                  <a:lnTo>
                    <a:pt x="167723" y="309371"/>
                  </a:lnTo>
                  <a:lnTo>
                    <a:pt x="179443" y="316139"/>
                  </a:lnTo>
                  <a:lnTo>
                    <a:pt x="179443" y="253591"/>
                  </a:lnTo>
                  <a:close/>
                  <a:moveTo>
                    <a:pt x="306426" y="326903"/>
                  </a:moveTo>
                  <a:lnTo>
                    <a:pt x="294702" y="320134"/>
                  </a:lnTo>
                  <a:lnTo>
                    <a:pt x="294702" y="382682"/>
                  </a:lnTo>
                  <a:lnTo>
                    <a:pt x="306426" y="389450"/>
                  </a:lnTo>
                  <a:lnTo>
                    <a:pt x="306426" y="326903"/>
                  </a:lnTo>
                  <a:close/>
                  <a:moveTo>
                    <a:pt x="401974" y="382068"/>
                  </a:moveTo>
                  <a:lnTo>
                    <a:pt x="390250" y="375300"/>
                  </a:lnTo>
                  <a:lnTo>
                    <a:pt x="390250" y="437848"/>
                  </a:lnTo>
                  <a:lnTo>
                    <a:pt x="401974" y="444616"/>
                  </a:lnTo>
                  <a:lnTo>
                    <a:pt x="401974" y="382068"/>
                  </a:lnTo>
                  <a:close/>
                  <a:moveTo>
                    <a:pt x="263884" y="246571"/>
                  </a:moveTo>
                  <a:lnTo>
                    <a:pt x="252160" y="239802"/>
                  </a:lnTo>
                  <a:lnTo>
                    <a:pt x="252160" y="302345"/>
                  </a:lnTo>
                  <a:lnTo>
                    <a:pt x="263884" y="309114"/>
                  </a:lnTo>
                  <a:lnTo>
                    <a:pt x="263884" y="246571"/>
                  </a:lnTo>
                  <a:close/>
                  <a:moveTo>
                    <a:pt x="359675" y="301874"/>
                  </a:moveTo>
                  <a:lnTo>
                    <a:pt x="347955" y="295106"/>
                  </a:lnTo>
                  <a:lnTo>
                    <a:pt x="347955" y="357653"/>
                  </a:lnTo>
                  <a:lnTo>
                    <a:pt x="359675" y="364422"/>
                  </a:lnTo>
                  <a:lnTo>
                    <a:pt x="359675" y="301874"/>
                  </a:lnTo>
                  <a:close/>
                  <a:moveTo>
                    <a:pt x="225557" y="161896"/>
                  </a:moveTo>
                  <a:lnTo>
                    <a:pt x="213832" y="155128"/>
                  </a:lnTo>
                  <a:lnTo>
                    <a:pt x="213832" y="217670"/>
                  </a:lnTo>
                  <a:lnTo>
                    <a:pt x="225557" y="224439"/>
                  </a:lnTo>
                  <a:lnTo>
                    <a:pt x="225557" y="161896"/>
                  </a:lnTo>
                  <a:close/>
                  <a:moveTo>
                    <a:pt x="328239" y="221176"/>
                  </a:moveTo>
                  <a:lnTo>
                    <a:pt x="316515" y="214408"/>
                  </a:lnTo>
                  <a:lnTo>
                    <a:pt x="316515" y="276955"/>
                  </a:lnTo>
                  <a:lnTo>
                    <a:pt x="328239" y="283724"/>
                  </a:lnTo>
                  <a:lnTo>
                    <a:pt x="328239" y="221176"/>
                  </a:lnTo>
                  <a:close/>
                  <a:moveTo>
                    <a:pt x="401974" y="263751"/>
                  </a:moveTo>
                  <a:lnTo>
                    <a:pt x="390250" y="256983"/>
                  </a:lnTo>
                  <a:lnTo>
                    <a:pt x="390250" y="319526"/>
                  </a:lnTo>
                  <a:lnTo>
                    <a:pt x="401974" y="326294"/>
                  </a:lnTo>
                  <a:lnTo>
                    <a:pt x="401974" y="263751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D2CEBA7E-3268-FDAF-247F-3DA74BD31F52}"/>
                </a:ext>
              </a:extLst>
            </p:cNvPr>
            <p:cNvSpPr/>
            <p:nvPr/>
          </p:nvSpPr>
          <p:spPr>
            <a:xfrm>
              <a:off x="8427790" y="1563180"/>
              <a:ext cx="443384" cy="450142"/>
            </a:xfrm>
            <a:custGeom>
              <a:avLst/>
              <a:gdLst>
                <a:gd name="connsiteX0" fmla="*/ 443384 w 443384"/>
                <a:gd name="connsiteY0" fmla="*/ 387595 h 450142"/>
                <a:gd name="connsiteX1" fmla="*/ 431659 w 443384"/>
                <a:gd name="connsiteY1" fmla="*/ 380827 h 450142"/>
                <a:gd name="connsiteX2" fmla="*/ 431659 w 443384"/>
                <a:gd name="connsiteY2" fmla="*/ 443374 h 450142"/>
                <a:gd name="connsiteX3" fmla="*/ 443384 w 443384"/>
                <a:gd name="connsiteY3" fmla="*/ 450143 h 450142"/>
                <a:gd name="connsiteX4" fmla="*/ 443384 w 443384"/>
                <a:gd name="connsiteY4" fmla="*/ 387595 h 450142"/>
                <a:gd name="connsiteX5" fmla="*/ 443384 w 443384"/>
                <a:gd name="connsiteY5" fmla="*/ 318298 h 450142"/>
                <a:gd name="connsiteX6" fmla="*/ 0 w 443384"/>
                <a:gd name="connsiteY6" fmla="*/ 62310 h 450142"/>
                <a:gd name="connsiteX7" fmla="*/ 0 w 443384"/>
                <a:gd name="connsiteY7" fmla="*/ 75818 h 450142"/>
                <a:gd name="connsiteX8" fmla="*/ 443384 w 443384"/>
                <a:gd name="connsiteY8" fmla="*/ 331807 h 450142"/>
                <a:gd name="connsiteX9" fmla="*/ 443384 w 443384"/>
                <a:gd name="connsiteY9" fmla="*/ 318298 h 450142"/>
                <a:gd name="connsiteX10" fmla="*/ 443384 w 443384"/>
                <a:gd name="connsiteY10" fmla="*/ 255712 h 450142"/>
                <a:gd name="connsiteX11" fmla="*/ 604 w 443384"/>
                <a:gd name="connsiteY11" fmla="*/ 71 h 450142"/>
                <a:gd name="connsiteX12" fmla="*/ 0 w 443384"/>
                <a:gd name="connsiteY12" fmla="*/ 528 h 450142"/>
                <a:gd name="connsiteX13" fmla="*/ 0 w 443384"/>
                <a:gd name="connsiteY13" fmla="*/ 13232 h 450142"/>
                <a:gd name="connsiteX14" fmla="*/ 443384 w 443384"/>
                <a:gd name="connsiteY14" fmla="*/ 269221 h 450142"/>
                <a:gd name="connsiteX15" fmla="*/ 443384 w 443384"/>
                <a:gd name="connsiteY15" fmla="*/ 255712 h 45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3384" h="450142">
                  <a:moveTo>
                    <a:pt x="443384" y="387595"/>
                  </a:moveTo>
                  <a:lnTo>
                    <a:pt x="431659" y="380827"/>
                  </a:lnTo>
                  <a:lnTo>
                    <a:pt x="431659" y="443374"/>
                  </a:lnTo>
                  <a:lnTo>
                    <a:pt x="443384" y="450143"/>
                  </a:lnTo>
                  <a:lnTo>
                    <a:pt x="443384" y="387595"/>
                  </a:lnTo>
                  <a:close/>
                  <a:moveTo>
                    <a:pt x="443384" y="318298"/>
                  </a:moveTo>
                  <a:lnTo>
                    <a:pt x="0" y="62310"/>
                  </a:lnTo>
                  <a:lnTo>
                    <a:pt x="0" y="75818"/>
                  </a:lnTo>
                  <a:lnTo>
                    <a:pt x="443384" y="331807"/>
                  </a:lnTo>
                  <a:lnTo>
                    <a:pt x="443384" y="318298"/>
                  </a:lnTo>
                  <a:close/>
                  <a:moveTo>
                    <a:pt x="443384" y="255712"/>
                  </a:moveTo>
                  <a:lnTo>
                    <a:pt x="604" y="71"/>
                  </a:lnTo>
                  <a:cubicBezTo>
                    <a:pt x="271" y="-119"/>
                    <a:pt x="0" y="85"/>
                    <a:pt x="0" y="528"/>
                  </a:cubicBezTo>
                  <a:lnTo>
                    <a:pt x="0" y="13232"/>
                  </a:lnTo>
                  <a:lnTo>
                    <a:pt x="443384" y="269221"/>
                  </a:lnTo>
                  <a:lnTo>
                    <a:pt x="443384" y="255712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9F833E6C-A9F9-BD74-4983-F194E5DB1023}"/>
                </a:ext>
              </a:extLst>
            </p:cNvPr>
            <p:cNvSpPr/>
            <p:nvPr/>
          </p:nvSpPr>
          <p:spPr>
            <a:xfrm>
              <a:off x="8427790" y="1594673"/>
              <a:ext cx="443384" cy="425423"/>
            </a:xfrm>
            <a:custGeom>
              <a:avLst/>
              <a:gdLst>
                <a:gd name="connsiteX0" fmla="*/ 443384 w 443384"/>
                <a:gd name="connsiteY0" fmla="*/ 349349 h 425423"/>
                <a:gd name="connsiteX1" fmla="*/ 0 w 443384"/>
                <a:gd name="connsiteY1" fmla="*/ 93360 h 425423"/>
                <a:gd name="connsiteX2" fmla="*/ 0 w 443384"/>
                <a:gd name="connsiteY2" fmla="*/ 106873 h 425423"/>
                <a:gd name="connsiteX3" fmla="*/ 443384 w 443384"/>
                <a:gd name="connsiteY3" fmla="*/ 362857 h 425423"/>
                <a:gd name="connsiteX4" fmla="*/ 443384 w 443384"/>
                <a:gd name="connsiteY4" fmla="*/ 349349 h 425423"/>
                <a:gd name="connsiteX5" fmla="*/ 443384 w 443384"/>
                <a:gd name="connsiteY5" fmla="*/ 411915 h 425423"/>
                <a:gd name="connsiteX6" fmla="*/ 0 w 443384"/>
                <a:gd name="connsiteY6" fmla="*/ 155927 h 425423"/>
                <a:gd name="connsiteX7" fmla="*/ 0 w 443384"/>
                <a:gd name="connsiteY7" fmla="*/ 169435 h 425423"/>
                <a:gd name="connsiteX8" fmla="*/ 443384 w 443384"/>
                <a:gd name="connsiteY8" fmla="*/ 425424 h 425423"/>
                <a:gd name="connsiteX9" fmla="*/ 443384 w 443384"/>
                <a:gd name="connsiteY9" fmla="*/ 411915 h 425423"/>
                <a:gd name="connsiteX10" fmla="*/ 335051 w 443384"/>
                <a:gd name="connsiteY10" fmla="*/ 161673 h 425423"/>
                <a:gd name="connsiteX11" fmla="*/ 323326 w 443384"/>
                <a:gd name="connsiteY11" fmla="*/ 154904 h 425423"/>
                <a:gd name="connsiteX12" fmla="*/ 323326 w 443384"/>
                <a:gd name="connsiteY12" fmla="*/ 217452 h 425423"/>
                <a:gd name="connsiteX13" fmla="*/ 335051 w 443384"/>
                <a:gd name="connsiteY13" fmla="*/ 224220 h 425423"/>
                <a:gd name="connsiteX14" fmla="*/ 335051 w 443384"/>
                <a:gd name="connsiteY14" fmla="*/ 161673 h 425423"/>
                <a:gd name="connsiteX15" fmla="*/ 443384 w 443384"/>
                <a:gd name="connsiteY15" fmla="*/ 228063 h 425423"/>
                <a:gd name="connsiteX16" fmla="*/ 431659 w 443384"/>
                <a:gd name="connsiteY16" fmla="*/ 221295 h 425423"/>
                <a:gd name="connsiteX17" fmla="*/ 431659 w 443384"/>
                <a:gd name="connsiteY17" fmla="*/ 279999 h 425423"/>
                <a:gd name="connsiteX18" fmla="*/ 443384 w 443384"/>
                <a:gd name="connsiteY18" fmla="*/ 286768 h 425423"/>
                <a:gd name="connsiteX19" fmla="*/ 443384 w 443384"/>
                <a:gd name="connsiteY19" fmla="*/ 228063 h 425423"/>
                <a:gd name="connsiteX20" fmla="*/ 158291 w 443384"/>
                <a:gd name="connsiteY20" fmla="*/ 0 h 425423"/>
                <a:gd name="connsiteX21" fmla="*/ 106659 w 443384"/>
                <a:gd name="connsiteY21" fmla="*/ 29809 h 425423"/>
                <a:gd name="connsiteX22" fmla="*/ 118379 w 443384"/>
                <a:gd name="connsiteY22" fmla="*/ 36577 h 425423"/>
                <a:gd name="connsiteX23" fmla="*/ 170011 w 443384"/>
                <a:gd name="connsiteY23" fmla="*/ 6768 h 425423"/>
                <a:gd name="connsiteX24" fmla="*/ 158291 w 443384"/>
                <a:gd name="connsiteY24" fmla="*/ 0 h 42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43384" h="425423">
                  <a:moveTo>
                    <a:pt x="443384" y="349349"/>
                  </a:moveTo>
                  <a:lnTo>
                    <a:pt x="0" y="93360"/>
                  </a:lnTo>
                  <a:lnTo>
                    <a:pt x="0" y="106873"/>
                  </a:lnTo>
                  <a:lnTo>
                    <a:pt x="443384" y="362857"/>
                  </a:lnTo>
                  <a:lnTo>
                    <a:pt x="443384" y="349349"/>
                  </a:lnTo>
                  <a:close/>
                  <a:moveTo>
                    <a:pt x="443384" y="411915"/>
                  </a:moveTo>
                  <a:lnTo>
                    <a:pt x="0" y="155927"/>
                  </a:lnTo>
                  <a:lnTo>
                    <a:pt x="0" y="169435"/>
                  </a:lnTo>
                  <a:lnTo>
                    <a:pt x="443384" y="425424"/>
                  </a:lnTo>
                  <a:lnTo>
                    <a:pt x="443384" y="411915"/>
                  </a:lnTo>
                  <a:close/>
                  <a:moveTo>
                    <a:pt x="335051" y="161673"/>
                  </a:moveTo>
                  <a:lnTo>
                    <a:pt x="323326" y="154904"/>
                  </a:lnTo>
                  <a:lnTo>
                    <a:pt x="323326" y="217452"/>
                  </a:lnTo>
                  <a:lnTo>
                    <a:pt x="335051" y="224220"/>
                  </a:lnTo>
                  <a:lnTo>
                    <a:pt x="335051" y="161673"/>
                  </a:lnTo>
                  <a:close/>
                  <a:moveTo>
                    <a:pt x="443384" y="228063"/>
                  </a:moveTo>
                  <a:lnTo>
                    <a:pt x="431659" y="221295"/>
                  </a:lnTo>
                  <a:lnTo>
                    <a:pt x="431659" y="279999"/>
                  </a:lnTo>
                  <a:lnTo>
                    <a:pt x="443384" y="286768"/>
                  </a:lnTo>
                  <a:lnTo>
                    <a:pt x="443384" y="228063"/>
                  </a:lnTo>
                  <a:close/>
                  <a:moveTo>
                    <a:pt x="158291" y="0"/>
                  </a:moveTo>
                  <a:lnTo>
                    <a:pt x="106659" y="29809"/>
                  </a:lnTo>
                  <a:lnTo>
                    <a:pt x="118379" y="36577"/>
                  </a:lnTo>
                  <a:lnTo>
                    <a:pt x="170011" y="6768"/>
                  </a:lnTo>
                  <a:lnTo>
                    <a:pt x="158291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A6FC881F-0C48-667C-0C92-8888959E37A8}"/>
                </a:ext>
              </a:extLst>
            </p:cNvPr>
            <p:cNvSpPr/>
            <p:nvPr/>
          </p:nvSpPr>
          <p:spPr>
            <a:xfrm>
              <a:off x="8871175" y="1788180"/>
              <a:ext cx="47488" cy="280208"/>
            </a:xfrm>
            <a:custGeom>
              <a:avLst/>
              <a:gdLst>
                <a:gd name="connsiteX0" fmla="*/ 47489 w 47488"/>
                <a:gd name="connsiteY0" fmla="*/ 0 h 280208"/>
                <a:gd name="connsiteX1" fmla="*/ 0 w 47488"/>
                <a:gd name="connsiteY1" fmla="*/ 27416 h 280208"/>
                <a:gd name="connsiteX2" fmla="*/ 0 w 47488"/>
                <a:gd name="connsiteY2" fmla="*/ 280209 h 280208"/>
                <a:gd name="connsiteX3" fmla="*/ 47489 w 47488"/>
                <a:gd name="connsiteY3" fmla="*/ 252792 h 280208"/>
                <a:gd name="connsiteX4" fmla="*/ 47489 w 47488"/>
                <a:gd name="connsiteY4" fmla="*/ 0 h 28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88" h="280208">
                  <a:moveTo>
                    <a:pt x="47489" y="0"/>
                  </a:moveTo>
                  <a:lnTo>
                    <a:pt x="0" y="27416"/>
                  </a:lnTo>
                  <a:lnTo>
                    <a:pt x="0" y="280209"/>
                  </a:lnTo>
                  <a:lnTo>
                    <a:pt x="47489" y="252792"/>
                  </a:lnTo>
                  <a:lnTo>
                    <a:pt x="47489" y="0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5A70D1AD-FBED-37B7-9D5F-9B655F6BBDD7}"/>
                </a:ext>
              </a:extLst>
            </p:cNvPr>
            <p:cNvSpPr/>
            <p:nvPr/>
          </p:nvSpPr>
          <p:spPr>
            <a:xfrm>
              <a:off x="8859450" y="1782287"/>
              <a:ext cx="59235" cy="237809"/>
            </a:xfrm>
            <a:custGeom>
              <a:avLst/>
              <a:gdLst>
                <a:gd name="connsiteX0" fmla="*/ 59213 w 59235"/>
                <a:gd name="connsiteY0" fmla="*/ 196885 h 237809"/>
                <a:gd name="connsiteX1" fmla="*/ 11725 w 59235"/>
                <a:gd name="connsiteY1" fmla="*/ 224301 h 237809"/>
                <a:gd name="connsiteX2" fmla="*/ 11725 w 59235"/>
                <a:gd name="connsiteY2" fmla="*/ 237809 h 237809"/>
                <a:gd name="connsiteX3" fmla="*/ 59213 w 59235"/>
                <a:gd name="connsiteY3" fmla="*/ 210393 h 237809"/>
                <a:gd name="connsiteX4" fmla="*/ 59213 w 59235"/>
                <a:gd name="connsiteY4" fmla="*/ 196885 h 237809"/>
                <a:gd name="connsiteX5" fmla="*/ 59213 w 59235"/>
                <a:gd name="connsiteY5" fmla="*/ 134304 h 237809"/>
                <a:gd name="connsiteX6" fmla="*/ 11725 w 59235"/>
                <a:gd name="connsiteY6" fmla="*/ 161720 h 237809"/>
                <a:gd name="connsiteX7" fmla="*/ 11725 w 59235"/>
                <a:gd name="connsiteY7" fmla="*/ 175228 h 237809"/>
                <a:gd name="connsiteX8" fmla="*/ 59213 w 59235"/>
                <a:gd name="connsiteY8" fmla="*/ 147812 h 237809"/>
                <a:gd name="connsiteX9" fmla="*/ 59213 w 59235"/>
                <a:gd name="connsiteY9" fmla="*/ 134304 h 237809"/>
                <a:gd name="connsiteX10" fmla="*/ 59213 w 59235"/>
                <a:gd name="connsiteY10" fmla="*/ 71737 h 237809"/>
                <a:gd name="connsiteX11" fmla="*/ 11725 w 59235"/>
                <a:gd name="connsiteY11" fmla="*/ 99153 h 237809"/>
                <a:gd name="connsiteX12" fmla="*/ 11725 w 59235"/>
                <a:gd name="connsiteY12" fmla="*/ 112662 h 237809"/>
                <a:gd name="connsiteX13" fmla="*/ 59213 w 59235"/>
                <a:gd name="connsiteY13" fmla="*/ 85245 h 237809"/>
                <a:gd name="connsiteX14" fmla="*/ 59213 w 59235"/>
                <a:gd name="connsiteY14" fmla="*/ 71737 h 237809"/>
                <a:gd name="connsiteX15" fmla="*/ 51674 w 59235"/>
                <a:gd name="connsiteY15" fmla="*/ 0 h 237809"/>
                <a:gd name="connsiteX16" fmla="*/ 0 w 59235"/>
                <a:gd name="connsiteY16" fmla="*/ 29837 h 237809"/>
                <a:gd name="connsiteX17" fmla="*/ 11725 w 59235"/>
                <a:gd name="connsiteY17" fmla="*/ 36606 h 237809"/>
                <a:gd name="connsiteX18" fmla="*/ 56764 w 59235"/>
                <a:gd name="connsiteY18" fmla="*/ 10602 h 237809"/>
                <a:gd name="connsiteX19" fmla="*/ 55736 w 59235"/>
                <a:gd name="connsiteY19" fmla="*/ 2345 h 237809"/>
                <a:gd name="connsiteX20" fmla="*/ 51674 w 59235"/>
                <a:gd name="connsiteY20" fmla="*/ 0 h 237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235" h="237809">
                  <a:moveTo>
                    <a:pt x="59213" y="196885"/>
                  </a:moveTo>
                  <a:lnTo>
                    <a:pt x="11725" y="224301"/>
                  </a:lnTo>
                  <a:lnTo>
                    <a:pt x="11725" y="237809"/>
                  </a:lnTo>
                  <a:lnTo>
                    <a:pt x="59213" y="210393"/>
                  </a:lnTo>
                  <a:lnTo>
                    <a:pt x="59213" y="196885"/>
                  </a:lnTo>
                  <a:close/>
                  <a:moveTo>
                    <a:pt x="59213" y="134304"/>
                  </a:moveTo>
                  <a:lnTo>
                    <a:pt x="11725" y="161720"/>
                  </a:lnTo>
                  <a:lnTo>
                    <a:pt x="11725" y="175228"/>
                  </a:lnTo>
                  <a:lnTo>
                    <a:pt x="59213" y="147812"/>
                  </a:lnTo>
                  <a:lnTo>
                    <a:pt x="59213" y="134304"/>
                  </a:lnTo>
                  <a:close/>
                  <a:moveTo>
                    <a:pt x="59213" y="71737"/>
                  </a:moveTo>
                  <a:lnTo>
                    <a:pt x="11725" y="99153"/>
                  </a:lnTo>
                  <a:lnTo>
                    <a:pt x="11725" y="112662"/>
                  </a:lnTo>
                  <a:lnTo>
                    <a:pt x="59213" y="85245"/>
                  </a:lnTo>
                  <a:lnTo>
                    <a:pt x="59213" y="71737"/>
                  </a:lnTo>
                  <a:close/>
                  <a:moveTo>
                    <a:pt x="51674" y="0"/>
                  </a:moveTo>
                  <a:lnTo>
                    <a:pt x="0" y="29837"/>
                  </a:lnTo>
                  <a:lnTo>
                    <a:pt x="11725" y="36606"/>
                  </a:lnTo>
                  <a:lnTo>
                    <a:pt x="56764" y="10602"/>
                  </a:lnTo>
                  <a:cubicBezTo>
                    <a:pt x="60426" y="8486"/>
                    <a:pt x="59965" y="4790"/>
                    <a:pt x="55736" y="2345"/>
                  </a:cubicBezTo>
                  <a:lnTo>
                    <a:pt x="51674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9189BBC8-D516-6FA8-D26F-D9D9319EE396}"/>
              </a:ext>
            </a:extLst>
          </p:cNvPr>
          <p:cNvSpPr txBox="1"/>
          <p:nvPr/>
        </p:nvSpPr>
        <p:spPr>
          <a:xfrm>
            <a:off x="1961009" y="5613484"/>
            <a:ext cx="9685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172.16.31.xx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D0F910A-5D5C-62C4-6E12-4BA24B9C29B2}"/>
              </a:ext>
            </a:extLst>
          </p:cNvPr>
          <p:cNvSpPr txBox="1"/>
          <p:nvPr/>
        </p:nvSpPr>
        <p:spPr>
          <a:xfrm>
            <a:off x="1777249" y="4674771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172.16.31.254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3476658A-4D39-0713-0BBC-D752CFF20C34}"/>
              </a:ext>
            </a:extLst>
          </p:cNvPr>
          <p:cNvSpPr/>
          <p:nvPr/>
        </p:nvSpPr>
        <p:spPr>
          <a:xfrm>
            <a:off x="5135954" y="915797"/>
            <a:ext cx="4085505" cy="2545637"/>
          </a:xfrm>
          <a:prstGeom prst="roundRect">
            <a:avLst>
              <a:gd name="adj" fmla="val 794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13F8625-A012-3DBD-D413-05E94A011325}"/>
              </a:ext>
            </a:extLst>
          </p:cNvPr>
          <p:cNvSpPr txBox="1"/>
          <p:nvPr/>
        </p:nvSpPr>
        <p:spPr>
          <a:xfrm>
            <a:off x="5111925" y="983670"/>
            <a:ext cx="13997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外网服务器区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(DMZ)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52" name="组合 2751">
            <a:extLst>
              <a:ext uri="{FF2B5EF4-FFF2-40B4-BE49-F238E27FC236}">
                <a16:creationId xmlns:a16="http://schemas.microsoft.com/office/drawing/2014/main" id="{AFE31664-4FC8-8235-50CE-108D673BC004}"/>
              </a:ext>
            </a:extLst>
          </p:cNvPr>
          <p:cNvGrpSpPr/>
          <p:nvPr/>
        </p:nvGrpSpPr>
        <p:grpSpPr>
          <a:xfrm>
            <a:off x="7139253" y="2805511"/>
            <a:ext cx="412121" cy="405650"/>
            <a:chOff x="2426067" y="1603671"/>
            <a:chExt cx="303498" cy="298733"/>
          </a:xfrm>
        </p:grpSpPr>
        <p:sp>
          <p:nvSpPr>
            <p:cNvPr id="2753" name="任意多边形: 形状 2752">
              <a:extLst>
                <a:ext uri="{FF2B5EF4-FFF2-40B4-BE49-F238E27FC236}">
                  <a16:creationId xmlns:a16="http://schemas.microsoft.com/office/drawing/2014/main" id="{2DC53886-729F-B530-ACC2-C739838DF36B}"/>
                </a:ext>
              </a:extLst>
            </p:cNvPr>
            <p:cNvSpPr/>
            <p:nvPr/>
          </p:nvSpPr>
          <p:spPr>
            <a:xfrm>
              <a:off x="2428801" y="1665701"/>
              <a:ext cx="298104" cy="234005"/>
            </a:xfrm>
            <a:custGeom>
              <a:avLst/>
              <a:gdLst>
                <a:gd name="connsiteX0" fmla="*/ 107262 w 214498"/>
                <a:gd name="connsiteY0" fmla="*/ 168377 h 168376"/>
                <a:gd name="connsiteX1" fmla="*/ 106279 w 214498"/>
                <a:gd name="connsiteY1" fmla="*/ 168111 h 168376"/>
                <a:gd name="connsiteX2" fmla="*/ 957 w 214498"/>
                <a:gd name="connsiteY2" fmla="*/ 106970 h 168376"/>
                <a:gd name="connsiteX3" fmla="*/ 0 w 214498"/>
                <a:gd name="connsiteY3" fmla="*/ 105295 h 168376"/>
                <a:gd name="connsiteX4" fmla="*/ 0 w 214498"/>
                <a:gd name="connsiteY4" fmla="*/ 63985 h 168376"/>
                <a:gd name="connsiteX5" fmla="*/ 957 w 214498"/>
                <a:gd name="connsiteY5" fmla="*/ 62311 h 168376"/>
                <a:gd name="connsiteX6" fmla="*/ 106279 w 214498"/>
                <a:gd name="connsiteY6" fmla="*/ 266 h 168376"/>
                <a:gd name="connsiteX7" fmla="*/ 107262 w 214498"/>
                <a:gd name="connsiteY7" fmla="*/ 0 h 168376"/>
                <a:gd name="connsiteX8" fmla="*/ 108246 w 214498"/>
                <a:gd name="connsiteY8" fmla="*/ 266 h 168376"/>
                <a:gd name="connsiteX9" fmla="*/ 213541 w 214498"/>
                <a:gd name="connsiteY9" fmla="*/ 62311 h 168376"/>
                <a:gd name="connsiteX10" fmla="*/ 214498 w 214498"/>
                <a:gd name="connsiteY10" fmla="*/ 63985 h 168376"/>
                <a:gd name="connsiteX11" fmla="*/ 214498 w 214498"/>
                <a:gd name="connsiteY11" fmla="*/ 105295 h 168376"/>
                <a:gd name="connsiteX12" fmla="*/ 213541 w 214498"/>
                <a:gd name="connsiteY12" fmla="*/ 106970 h 168376"/>
                <a:gd name="connsiteX13" fmla="*/ 108219 w 214498"/>
                <a:gd name="connsiteY13" fmla="*/ 168111 h 168376"/>
                <a:gd name="connsiteX14" fmla="*/ 107262 w 214498"/>
                <a:gd name="connsiteY14" fmla="*/ 168377 h 16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76">
                  <a:moveTo>
                    <a:pt x="107262" y="168377"/>
                  </a:moveTo>
                  <a:cubicBezTo>
                    <a:pt x="106917" y="168377"/>
                    <a:pt x="106598" y="168297"/>
                    <a:pt x="106279" y="168111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77"/>
                    <a:pt x="107262" y="168377"/>
                  </a:cubicBezTo>
                  <a:close/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4" name="任意多边形: 形状 2753">
              <a:extLst>
                <a:ext uri="{FF2B5EF4-FFF2-40B4-BE49-F238E27FC236}">
                  <a16:creationId xmlns:a16="http://schemas.microsoft.com/office/drawing/2014/main" id="{D0F7686F-91AC-42AC-E410-F368E80AA935}"/>
                </a:ext>
              </a:extLst>
            </p:cNvPr>
            <p:cNvSpPr/>
            <p:nvPr/>
          </p:nvSpPr>
          <p:spPr>
            <a:xfrm>
              <a:off x="2426067" y="1663005"/>
              <a:ext cx="303498" cy="239399"/>
            </a:xfrm>
            <a:custGeom>
              <a:avLst/>
              <a:gdLst>
                <a:gd name="connsiteX0" fmla="*/ 109230 w 218379"/>
                <a:gd name="connsiteY0" fmla="*/ 3881 h 172257"/>
                <a:gd name="connsiteX1" fmla="*/ 214525 w 218379"/>
                <a:gd name="connsiteY1" fmla="*/ 65926 h 172257"/>
                <a:gd name="connsiteX2" fmla="*/ 214525 w 218379"/>
                <a:gd name="connsiteY2" fmla="*/ 107236 h 172257"/>
                <a:gd name="connsiteX3" fmla="*/ 197352 w 218379"/>
                <a:gd name="connsiteY3" fmla="*/ 117204 h 172257"/>
                <a:gd name="connsiteX4" fmla="*/ 109230 w 218379"/>
                <a:gd name="connsiteY4" fmla="*/ 168350 h 172257"/>
                <a:gd name="connsiteX5" fmla="*/ 21080 w 218379"/>
                <a:gd name="connsiteY5" fmla="*/ 117204 h 172257"/>
                <a:gd name="connsiteX6" fmla="*/ 3908 w 218379"/>
                <a:gd name="connsiteY6" fmla="*/ 107236 h 172257"/>
                <a:gd name="connsiteX7" fmla="*/ 3908 w 218379"/>
                <a:gd name="connsiteY7" fmla="*/ 65926 h 172257"/>
                <a:gd name="connsiteX8" fmla="*/ 109230 w 218379"/>
                <a:gd name="connsiteY8" fmla="*/ 3881 h 172257"/>
                <a:gd name="connsiteX9" fmla="*/ 109230 w 218379"/>
                <a:gd name="connsiteY9" fmla="*/ 0 h 172257"/>
                <a:gd name="connsiteX10" fmla="*/ 107262 w 218379"/>
                <a:gd name="connsiteY10" fmla="*/ 532 h 172257"/>
                <a:gd name="connsiteX11" fmla="*/ 1914 w 218379"/>
                <a:gd name="connsiteY11" fmla="*/ 62576 h 172257"/>
                <a:gd name="connsiteX12" fmla="*/ 0 w 218379"/>
                <a:gd name="connsiteY12" fmla="*/ 65926 h 172257"/>
                <a:gd name="connsiteX13" fmla="*/ 0 w 218379"/>
                <a:gd name="connsiteY13" fmla="*/ 107236 h 172257"/>
                <a:gd name="connsiteX14" fmla="*/ 1941 w 218379"/>
                <a:gd name="connsiteY14" fmla="*/ 110585 h 172257"/>
                <a:gd name="connsiteX15" fmla="*/ 19113 w 218379"/>
                <a:gd name="connsiteY15" fmla="*/ 120554 h 172257"/>
                <a:gd name="connsiteX16" fmla="*/ 107262 w 218379"/>
                <a:gd name="connsiteY16" fmla="*/ 171726 h 172257"/>
                <a:gd name="connsiteX17" fmla="*/ 109203 w 218379"/>
                <a:gd name="connsiteY17" fmla="*/ 172258 h 172257"/>
                <a:gd name="connsiteX18" fmla="*/ 111144 w 218379"/>
                <a:gd name="connsiteY18" fmla="*/ 171726 h 172257"/>
                <a:gd name="connsiteX19" fmla="*/ 199266 w 218379"/>
                <a:gd name="connsiteY19" fmla="*/ 120554 h 172257"/>
                <a:gd name="connsiteX20" fmla="*/ 216439 w 218379"/>
                <a:gd name="connsiteY20" fmla="*/ 110585 h 172257"/>
                <a:gd name="connsiteX21" fmla="*/ 218379 w 218379"/>
                <a:gd name="connsiteY21" fmla="*/ 107236 h 172257"/>
                <a:gd name="connsiteX22" fmla="*/ 218379 w 218379"/>
                <a:gd name="connsiteY22" fmla="*/ 65926 h 172257"/>
                <a:gd name="connsiteX23" fmla="*/ 216465 w 218379"/>
                <a:gd name="connsiteY23" fmla="*/ 62576 h 172257"/>
                <a:gd name="connsiteX24" fmla="*/ 111197 w 218379"/>
                <a:gd name="connsiteY24" fmla="*/ 532 h 172257"/>
                <a:gd name="connsiteX25" fmla="*/ 109230 w 218379"/>
                <a:gd name="connsiteY25" fmla="*/ 0 h 172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57">
                  <a:moveTo>
                    <a:pt x="109230" y="3881"/>
                  </a:moveTo>
                  <a:lnTo>
                    <a:pt x="214525" y="65926"/>
                  </a:lnTo>
                  <a:lnTo>
                    <a:pt x="214525" y="107236"/>
                  </a:lnTo>
                  <a:lnTo>
                    <a:pt x="197352" y="117204"/>
                  </a:lnTo>
                  <a:lnTo>
                    <a:pt x="109230" y="168350"/>
                  </a:lnTo>
                  <a:lnTo>
                    <a:pt x="21080" y="117204"/>
                  </a:lnTo>
                  <a:lnTo>
                    <a:pt x="3908" y="107236"/>
                  </a:lnTo>
                  <a:lnTo>
                    <a:pt x="3908" y="65926"/>
                  </a:lnTo>
                  <a:lnTo>
                    <a:pt x="109230" y="3881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576"/>
                  </a:lnTo>
                  <a:cubicBezTo>
                    <a:pt x="718" y="63268"/>
                    <a:pt x="0" y="64544"/>
                    <a:pt x="0" y="65926"/>
                  </a:cubicBezTo>
                  <a:lnTo>
                    <a:pt x="0" y="107236"/>
                  </a:lnTo>
                  <a:cubicBezTo>
                    <a:pt x="0" y="108618"/>
                    <a:pt x="744" y="109894"/>
                    <a:pt x="1941" y="110585"/>
                  </a:cubicBezTo>
                  <a:lnTo>
                    <a:pt x="19113" y="120554"/>
                  </a:lnTo>
                  <a:lnTo>
                    <a:pt x="107262" y="171726"/>
                  </a:lnTo>
                  <a:cubicBezTo>
                    <a:pt x="107874" y="172072"/>
                    <a:pt x="108538" y="172258"/>
                    <a:pt x="109203" y="172258"/>
                  </a:cubicBezTo>
                  <a:cubicBezTo>
                    <a:pt x="109868" y="172258"/>
                    <a:pt x="110559" y="172072"/>
                    <a:pt x="111144" y="171726"/>
                  </a:cubicBezTo>
                  <a:lnTo>
                    <a:pt x="199266" y="120554"/>
                  </a:lnTo>
                  <a:lnTo>
                    <a:pt x="216439" y="110585"/>
                  </a:lnTo>
                  <a:cubicBezTo>
                    <a:pt x="217635" y="109894"/>
                    <a:pt x="218379" y="108618"/>
                    <a:pt x="218379" y="107236"/>
                  </a:cubicBezTo>
                  <a:lnTo>
                    <a:pt x="218379" y="65926"/>
                  </a:lnTo>
                  <a:cubicBezTo>
                    <a:pt x="218379" y="64544"/>
                    <a:pt x="217662" y="63268"/>
                    <a:pt x="216465" y="62576"/>
                  </a:cubicBezTo>
                  <a:lnTo>
                    <a:pt x="111197" y="532"/>
                  </a:lnTo>
                  <a:cubicBezTo>
                    <a:pt x="110585" y="159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5" name="任意多边形: 形状 2754">
              <a:extLst>
                <a:ext uri="{FF2B5EF4-FFF2-40B4-BE49-F238E27FC236}">
                  <a16:creationId xmlns:a16="http://schemas.microsoft.com/office/drawing/2014/main" id="{6D99DDEE-B3A3-2C71-A0CB-B13DCD6FBB94}"/>
                </a:ext>
              </a:extLst>
            </p:cNvPr>
            <p:cNvSpPr/>
            <p:nvPr/>
          </p:nvSpPr>
          <p:spPr>
            <a:xfrm>
              <a:off x="2431461" y="1668399"/>
              <a:ext cx="292747" cy="171791"/>
            </a:xfrm>
            <a:custGeom>
              <a:avLst/>
              <a:gdLst>
                <a:gd name="connsiteX0" fmla="*/ 0 w 210643"/>
                <a:gd name="connsiteY0" fmla="*/ 62045 h 123610"/>
                <a:gd name="connsiteX1" fmla="*/ 105322 w 210643"/>
                <a:gd name="connsiteY1" fmla="*/ 123611 h 123610"/>
                <a:gd name="connsiteX2" fmla="*/ 210644 w 210643"/>
                <a:gd name="connsiteY2" fmla="*/ 62045 h 123610"/>
                <a:gd name="connsiteX3" fmla="*/ 105348 w 210643"/>
                <a:gd name="connsiteY3" fmla="*/ 0 h 12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610">
                  <a:moveTo>
                    <a:pt x="0" y="62045"/>
                  </a:moveTo>
                  <a:lnTo>
                    <a:pt x="105322" y="123611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rgbClr val="FFFFFF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6" name="任意多边形: 形状 2755">
              <a:extLst>
                <a:ext uri="{FF2B5EF4-FFF2-40B4-BE49-F238E27FC236}">
                  <a16:creationId xmlns:a16="http://schemas.microsoft.com/office/drawing/2014/main" id="{004079CB-A306-0F66-148E-DA5BEE2FD211}"/>
                </a:ext>
              </a:extLst>
            </p:cNvPr>
            <p:cNvSpPr/>
            <p:nvPr/>
          </p:nvSpPr>
          <p:spPr>
            <a:xfrm>
              <a:off x="2452641" y="1766350"/>
              <a:ext cx="250347" cy="89541"/>
            </a:xfrm>
            <a:custGeom>
              <a:avLst/>
              <a:gdLst>
                <a:gd name="connsiteX0" fmla="*/ 90081 w 180135"/>
                <a:gd name="connsiteY0" fmla="*/ 55071 h 64428"/>
                <a:gd name="connsiteX1" fmla="*/ 89097 w 180135"/>
                <a:gd name="connsiteY1" fmla="*/ 54805 h 64428"/>
                <a:gd name="connsiteX2" fmla="*/ 975 w 180135"/>
                <a:gd name="connsiteY2" fmla="*/ 3633 h 64428"/>
                <a:gd name="connsiteX3" fmla="*/ 257 w 180135"/>
                <a:gd name="connsiteY3" fmla="*/ 975 h 64428"/>
                <a:gd name="connsiteX4" fmla="*/ 2915 w 180135"/>
                <a:gd name="connsiteY4" fmla="*/ 257 h 64428"/>
                <a:gd name="connsiteX5" fmla="*/ 90081 w 180135"/>
                <a:gd name="connsiteY5" fmla="*/ 50871 h 64428"/>
                <a:gd name="connsiteX6" fmla="*/ 177220 w 180135"/>
                <a:gd name="connsiteY6" fmla="*/ 284 h 64428"/>
                <a:gd name="connsiteX7" fmla="*/ 179878 w 180135"/>
                <a:gd name="connsiteY7" fmla="*/ 1001 h 64428"/>
                <a:gd name="connsiteX8" fmla="*/ 179161 w 180135"/>
                <a:gd name="connsiteY8" fmla="*/ 3660 h 64428"/>
                <a:gd name="connsiteX9" fmla="*/ 91065 w 180135"/>
                <a:gd name="connsiteY9" fmla="*/ 54805 h 64428"/>
                <a:gd name="connsiteX10" fmla="*/ 90081 w 180135"/>
                <a:gd name="connsiteY10" fmla="*/ 55071 h 64428"/>
                <a:gd name="connsiteX11" fmla="*/ 22082 w 180135"/>
                <a:gd name="connsiteY11" fmla="*/ 31997 h 64428"/>
                <a:gd name="connsiteX12" fmla="*/ 21045 w 180135"/>
                <a:gd name="connsiteY12" fmla="*/ 31705 h 64428"/>
                <a:gd name="connsiteX13" fmla="*/ 16366 w 180135"/>
                <a:gd name="connsiteY13" fmla="*/ 28781 h 64428"/>
                <a:gd name="connsiteX14" fmla="*/ 15755 w 180135"/>
                <a:gd name="connsiteY14" fmla="*/ 26096 h 64428"/>
                <a:gd name="connsiteX15" fmla="*/ 18440 w 180135"/>
                <a:gd name="connsiteY15" fmla="*/ 25484 h 64428"/>
                <a:gd name="connsiteX16" fmla="*/ 23118 w 180135"/>
                <a:gd name="connsiteY16" fmla="*/ 28408 h 64428"/>
                <a:gd name="connsiteX17" fmla="*/ 23730 w 180135"/>
                <a:gd name="connsiteY17" fmla="*/ 31093 h 64428"/>
                <a:gd name="connsiteX18" fmla="*/ 22082 w 180135"/>
                <a:gd name="connsiteY18" fmla="*/ 31997 h 64428"/>
                <a:gd name="connsiteX19" fmla="*/ 33539 w 180135"/>
                <a:gd name="connsiteY19" fmla="*/ 38483 h 64428"/>
                <a:gd name="connsiteX20" fmla="*/ 32502 w 180135"/>
                <a:gd name="connsiteY20" fmla="*/ 38191 h 64428"/>
                <a:gd name="connsiteX21" fmla="*/ 27824 w 180135"/>
                <a:gd name="connsiteY21" fmla="*/ 35267 h 64428"/>
                <a:gd name="connsiteX22" fmla="*/ 27212 w 180135"/>
                <a:gd name="connsiteY22" fmla="*/ 32582 h 64428"/>
                <a:gd name="connsiteX23" fmla="*/ 29897 w 180135"/>
                <a:gd name="connsiteY23" fmla="*/ 31971 h 64428"/>
                <a:gd name="connsiteX24" fmla="*/ 34576 w 180135"/>
                <a:gd name="connsiteY24" fmla="*/ 34895 h 64428"/>
                <a:gd name="connsiteX25" fmla="*/ 35187 w 180135"/>
                <a:gd name="connsiteY25" fmla="*/ 37580 h 64428"/>
                <a:gd name="connsiteX26" fmla="*/ 33539 w 180135"/>
                <a:gd name="connsiteY26" fmla="*/ 38483 h 64428"/>
                <a:gd name="connsiteX27" fmla="*/ 44996 w 180135"/>
                <a:gd name="connsiteY27" fmla="*/ 44970 h 64428"/>
                <a:gd name="connsiteX28" fmla="*/ 43960 w 180135"/>
                <a:gd name="connsiteY28" fmla="*/ 44677 h 64428"/>
                <a:gd name="connsiteX29" fmla="*/ 39281 w 180135"/>
                <a:gd name="connsiteY29" fmla="*/ 41753 h 64428"/>
                <a:gd name="connsiteX30" fmla="*/ 38669 w 180135"/>
                <a:gd name="connsiteY30" fmla="*/ 39068 h 64428"/>
                <a:gd name="connsiteX31" fmla="*/ 41354 w 180135"/>
                <a:gd name="connsiteY31" fmla="*/ 38457 h 64428"/>
                <a:gd name="connsiteX32" fmla="*/ 46033 w 180135"/>
                <a:gd name="connsiteY32" fmla="*/ 41381 h 64428"/>
                <a:gd name="connsiteX33" fmla="*/ 46644 w 180135"/>
                <a:gd name="connsiteY33" fmla="*/ 44066 h 64428"/>
                <a:gd name="connsiteX34" fmla="*/ 44996 w 180135"/>
                <a:gd name="connsiteY34" fmla="*/ 44970 h 64428"/>
                <a:gd name="connsiteX35" fmla="*/ 56480 w 180135"/>
                <a:gd name="connsiteY35" fmla="*/ 51456 h 64428"/>
                <a:gd name="connsiteX36" fmla="*/ 55443 w 180135"/>
                <a:gd name="connsiteY36" fmla="*/ 51164 h 64428"/>
                <a:gd name="connsiteX37" fmla="*/ 50765 w 180135"/>
                <a:gd name="connsiteY37" fmla="*/ 48239 h 64428"/>
                <a:gd name="connsiteX38" fmla="*/ 50153 w 180135"/>
                <a:gd name="connsiteY38" fmla="*/ 45554 h 64428"/>
                <a:gd name="connsiteX39" fmla="*/ 52838 w 180135"/>
                <a:gd name="connsiteY39" fmla="*/ 44943 h 64428"/>
                <a:gd name="connsiteX40" fmla="*/ 57517 w 180135"/>
                <a:gd name="connsiteY40" fmla="*/ 47867 h 64428"/>
                <a:gd name="connsiteX41" fmla="*/ 58128 w 180135"/>
                <a:gd name="connsiteY41" fmla="*/ 50552 h 64428"/>
                <a:gd name="connsiteX42" fmla="*/ 56480 w 180135"/>
                <a:gd name="connsiteY42" fmla="*/ 51456 h 64428"/>
                <a:gd name="connsiteX43" fmla="*/ 67937 w 180135"/>
                <a:gd name="connsiteY43" fmla="*/ 57942 h 64428"/>
                <a:gd name="connsiteX44" fmla="*/ 66901 w 180135"/>
                <a:gd name="connsiteY44" fmla="*/ 57650 h 64428"/>
                <a:gd name="connsiteX45" fmla="*/ 62222 w 180135"/>
                <a:gd name="connsiteY45" fmla="*/ 54726 h 64428"/>
                <a:gd name="connsiteX46" fmla="*/ 61611 w 180135"/>
                <a:gd name="connsiteY46" fmla="*/ 52041 h 64428"/>
                <a:gd name="connsiteX47" fmla="*/ 64296 w 180135"/>
                <a:gd name="connsiteY47" fmla="*/ 51429 h 64428"/>
                <a:gd name="connsiteX48" fmla="*/ 68974 w 180135"/>
                <a:gd name="connsiteY48" fmla="*/ 54353 h 64428"/>
                <a:gd name="connsiteX49" fmla="*/ 69586 w 180135"/>
                <a:gd name="connsiteY49" fmla="*/ 57038 h 64428"/>
                <a:gd name="connsiteX50" fmla="*/ 67937 w 180135"/>
                <a:gd name="connsiteY50" fmla="*/ 57942 h 64428"/>
                <a:gd name="connsiteX51" fmla="*/ 79395 w 180135"/>
                <a:gd name="connsiteY51" fmla="*/ 64428 h 64428"/>
                <a:gd name="connsiteX52" fmla="*/ 78358 w 180135"/>
                <a:gd name="connsiteY52" fmla="*/ 64136 h 64428"/>
                <a:gd name="connsiteX53" fmla="*/ 73679 w 180135"/>
                <a:gd name="connsiteY53" fmla="*/ 61212 h 64428"/>
                <a:gd name="connsiteX54" fmla="*/ 73068 w 180135"/>
                <a:gd name="connsiteY54" fmla="*/ 58527 h 64428"/>
                <a:gd name="connsiteX55" fmla="*/ 75753 w 180135"/>
                <a:gd name="connsiteY55" fmla="*/ 57916 h 64428"/>
                <a:gd name="connsiteX56" fmla="*/ 80431 w 180135"/>
                <a:gd name="connsiteY56" fmla="*/ 60840 h 64428"/>
                <a:gd name="connsiteX57" fmla="*/ 81043 w 180135"/>
                <a:gd name="connsiteY57" fmla="*/ 63525 h 64428"/>
                <a:gd name="connsiteX58" fmla="*/ 79395 w 180135"/>
                <a:gd name="connsiteY58" fmla="*/ 64428 h 64428"/>
                <a:gd name="connsiteX59" fmla="*/ 22082 w 180135"/>
                <a:gd name="connsiteY59" fmla="*/ 45475 h 64428"/>
                <a:gd name="connsiteX60" fmla="*/ 21045 w 180135"/>
                <a:gd name="connsiteY60" fmla="*/ 45182 h 64428"/>
                <a:gd name="connsiteX61" fmla="*/ 16366 w 180135"/>
                <a:gd name="connsiteY61" fmla="*/ 42258 h 64428"/>
                <a:gd name="connsiteX62" fmla="*/ 15755 w 180135"/>
                <a:gd name="connsiteY62" fmla="*/ 39573 h 64428"/>
                <a:gd name="connsiteX63" fmla="*/ 18440 w 180135"/>
                <a:gd name="connsiteY63" fmla="*/ 38962 h 64428"/>
                <a:gd name="connsiteX64" fmla="*/ 23118 w 180135"/>
                <a:gd name="connsiteY64" fmla="*/ 41886 h 64428"/>
                <a:gd name="connsiteX65" fmla="*/ 23730 w 180135"/>
                <a:gd name="connsiteY65" fmla="*/ 44571 h 64428"/>
                <a:gd name="connsiteX66" fmla="*/ 22082 w 180135"/>
                <a:gd name="connsiteY66" fmla="*/ 45475 h 64428"/>
                <a:gd name="connsiteX67" fmla="*/ 33539 w 180135"/>
                <a:gd name="connsiteY67" fmla="*/ 51988 h 64428"/>
                <a:gd name="connsiteX68" fmla="*/ 32502 w 180135"/>
                <a:gd name="connsiteY68" fmla="*/ 51695 h 64428"/>
                <a:gd name="connsiteX69" fmla="*/ 27824 w 180135"/>
                <a:gd name="connsiteY69" fmla="*/ 48771 h 64428"/>
                <a:gd name="connsiteX70" fmla="*/ 27212 w 180135"/>
                <a:gd name="connsiteY70" fmla="*/ 46086 h 64428"/>
                <a:gd name="connsiteX71" fmla="*/ 29897 w 180135"/>
                <a:gd name="connsiteY71" fmla="*/ 45475 h 64428"/>
                <a:gd name="connsiteX72" fmla="*/ 34576 w 180135"/>
                <a:gd name="connsiteY72" fmla="*/ 48399 h 64428"/>
                <a:gd name="connsiteX73" fmla="*/ 35187 w 180135"/>
                <a:gd name="connsiteY73" fmla="*/ 51084 h 64428"/>
                <a:gd name="connsiteX74" fmla="*/ 33539 w 180135"/>
                <a:gd name="connsiteY74" fmla="*/ 51988 h 64428"/>
                <a:gd name="connsiteX75" fmla="*/ 44996 w 180135"/>
                <a:gd name="connsiteY75" fmla="*/ 58474 h 64428"/>
                <a:gd name="connsiteX76" fmla="*/ 43960 w 180135"/>
                <a:gd name="connsiteY76" fmla="*/ 58181 h 64428"/>
                <a:gd name="connsiteX77" fmla="*/ 39281 w 180135"/>
                <a:gd name="connsiteY77" fmla="*/ 55257 h 64428"/>
                <a:gd name="connsiteX78" fmla="*/ 38669 w 180135"/>
                <a:gd name="connsiteY78" fmla="*/ 52572 h 64428"/>
                <a:gd name="connsiteX79" fmla="*/ 41354 w 180135"/>
                <a:gd name="connsiteY79" fmla="*/ 51961 h 64428"/>
                <a:gd name="connsiteX80" fmla="*/ 46033 w 180135"/>
                <a:gd name="connsiteY80" fmla="*/ 54885 h 64428"/>
                <a:gd name="connsiteX81" fmla="*/ 46644 w 180135"/>
                <a:gd name="connsiteY81" fmla="*/ 57570 h 64428"/>
                <a:gd name="connsiteX82" fmla="*/ 44996 w 180135"/>
                <a:gd name="connsiteY82" fmla="*/ 58474 h 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80135" h="64428">
                  <a:moveTo>
                    <a:pt x="90081" y="55071"/>
                  </a:moveTo>
                  <a:cubicBezTo>
                    <a:pt x="89735" y="55071"/>
                    <a:pt x="89416" y="54991"/>
                    <a:pt x="89097" y="54805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71"/>
                    <a:pt x="90081" y="55071"/>
                  </a:cubicBezTo>
                  <a:close/>
                  <a:moveTo>
                    <a:pt x="22082" y="31997"/>
                  </a:moveTo>
                  <a:cubicBezTo>
                    <a:pt x="21736" y="31997"/>
                    <a:pt x="21364" y="31891"/>
                    <a:pt x="21045" y="31705"/>
                  </a:cubicBezTo>
                  <a:lnTo>
                    <a:pt x="16366" y="28781"/>
                  </a:lnTo>
                  <a:cubicBezTo>
                    <a:pt x="15463" y="28222"/>
                    <a:pt x="15170" y="27026"/>
                    <a:pt x="15755" y="26096"/>
                  </a:cubicBezTo>
                  <a:cubicBezTo>
                    <a:pt x="16313" y="25192"/>
                    <a:pt x="17509" y="24899"/>
                    <a:pt x="18440" y="25484"/>
                  </a:cubicBezTo>
                  <a:lnTo>
                    <a:pt x="23118" y="28408"/>
                  </a:lnTo>
                  <a:cubicBezTo>
                    <a:pt x="24022" y="28967"/>
                    <a:pt x="24315" y="30163"/>
                    <a:pt x="23730" y="31093"/>
                  </a:cubicBezTo>
                  <a:cubicBezTo>
                    <a:pt x="23358" y="31652"/>
                    <a:pt x="22746" y="31997"/>
                    <a:pt x="22082" y="31997"/>
                  </a:cubicBezTo>
                  <a:close/>
                  <a:moveTo>
                    <a:pt x="33539" y="38483"/>
                  </a:moveTo>
                  <a:cubicBezTo>
                    <a:pt x="33193" y="38483"/>
                    <a:pt x="32821" y="38377"/>
                    <a:pt x="32502" y="38191"/>
                  </a:cubicBezTo>
                  <a:lnTo>
                    <a:pt x="27824" y="35267"/>
                  </a:lnTo>
                  <a:cubicBezTo>
                    <a:pt x="26920" y="34709"/>
                    <a:pt x="26627" y="33512"/>
                    <a:pt x="27212" y="32582"/>
                  </a:cubicBezTo>
                  <a:cubicBezTo>
                    <a:pt x="27770" y="31678"/>
                    <a:pt x="28967" y="31386"/>
                    <a:pt x="29897" y="31971"/>
                  </a:cubicBezTo>
                  <a:lnTo>
                    <a:pt x="34576" y="34895"/>
                  </a:lnTo>
                  <a:cubicBezTo>
                    <a:pt x="35480" y="35453"/>
                    <a:pt x="35772" y="36649"/>
                    <a:pt x="35187" y="37580"/>
                  </a:cubicBezTo>
                  <a:cubicBezTo>
                    <a:pt x="34842" y="38164"/>
                    <a:pt x="34204" y="38483"/>
                    <a:pt x="33539" y="38483"/>
                  </a:cubicBezTo>
                  <a:close/>
                  <a:moveTo>
                    <a:pt x="44996" y="44970"/>
                  </a:moveTo>
                  <a:cubicBezTo>
                    <a:pt x="44651" y="44970"/>
                    <a:pt x="44279" y="44863"/>
                    <a:pt x="43960" y="44677"/>
                  </a:cubicBezTo>
                  <a:lnTo>
                    <a:pt x="39281" y="41753"/>
                  </a:lnTo>
                  <a:cubicBezTo>
                    <a:pt x="38377" y="41195"/>
                    <a:pt x="38085" y="39999"/>
                    <a:pt x="38669" y="39068"/>
                  </a:cubicBezTo>
                  <a:cubicBezTo>
                    <a:pt x="39228" y="38164"/>
                    <a:pt x="40424" y="37872"/>
                    <a:pt x="41354" y="38457"/>
                  </a:cubicBezTo>
                  <a:lnTo>
                    <a:pt x="46033" y="41381"/>
                  </a:lnTo>
                  <a:cubicBezTo>
                    <a:pt x="46937" y="41939"/>
                    <a:pt x="47229" y="43135"/>
                    <a:pt x="46644" y="44066"/>
                  </a:cubicBezTo>
                  <a:cubicBezTo>
                    <a:pt x="46299" y="44651"/>
                    <a:pt x="45661" y="44970"/>
                    <a:pt x="44996" y="44970"/>
                  </a:cubicBezTo>
                  <a:close/>
                  <a:moveTo>
                    <a:pt x="56480" y="51456"/>
                  </a:moveTo>
                  <a:cubicBezTo>
                    <a:pt x="56135" y="51456"/>
                    <a:pt x="55762" y="51350"/>
                    <a:pt x="55443" y="51164"/>
                  </a:cubicBezTo>
                  <a:lnTo>
                    <a:pt x="50765" y="48239"/>
                  </a:lnTo>
                  <a:cubicBezTo>
                    <a:pt x="49861" y="47681"/>
                    <a:pt x="49569" y="46485"/>
                    <a:pt x="50153" y="45554"/>
                  </a:cubicBezTo>
                  <a:cubicBezTo>
                    <a:pt x="50712" y="44651"/>
                    <a:pt x="51908" y="44358"/>
                    <a:pt x="52838" y="44943"/>
                  </a:cubicBezTo>
                  <a:lnTo>
                    <a:pt x="57517" y="47867"/>
                  </a:lnTo>
                  <a:cubicBezTo>
                    <a:pt x="58421" y="48425"/>
                    <a:pt x="58713" y="49622"/>
                    <a:pt x="58128" y="50552"/>
                  </a:cubicBezTo>
                  <a:cubicBezTo>
                    <a:pt x="57756" y="51137"/>
                    <a:pt x="57118" y="51456"/>
                    <a:pt x="56480" y="51456"/>
                  </a:cubicBezTo>
                  <a:close/>
                  <a:moveTo>
                    <a:pt x="67937" y="57942"/>
                  </a:moveTo>
                  <a:cubicBezTo>
                    <a:pt x="67592" y="57942"/>
                    <a:pt x="67220" y="57836"/>
                    <a:pt x="66901" y="57650"/>
                  </a:cubicBezTo>
                  <a:lnTo>
                    <a:pt x="62222" y="54726"/>
                  </a:lnTo>
                  <a:cubicBezTo>
                    <a:pt x="61318" y="54167"/>
                    <a:pt x="61026" y="52971"/>
                    <a:pt x="61611" y="52041"/>
                  </a:cubicBezTo>
                  <a:cubicBezTo>
                    <a:pt x="62169" y="51137"/>
                    <a:pt x="63365" y="50845"/>
                    <a:pt x="64296" y="51429"/>
                  </a:cubicBezTo>
                  <a:lnTo>
                    <a:pt x="68974" y="54353"/>
                  </a:lnTo>
                  <a:cubicBezTo>
                    <a:pt x="69878" y="54912"/>
                    <a:pt x="70170" y="56108"/>
                    <a:pt x="69586" y="57038"/>
                  </a:cubicBezTo>
                  <a:cubicBezTo>
                    <a:pt x="69213" y="57623"/>
                    <a:pt x="68575" y="57942"/>
                    <a:pt x="67937" y="57942"/>
                  </a:cubicBezTo>
                  <a:close/>
                  <a:moveTo>
                    <a:pt x="79395" y="64428"/>
                  </a:moveTo>
                  <a:cubicBezTo>
                    <a:pt x="79049" y="64428"/>
                    <a:pt x="78677" y="64322"/>
                    <a:pt x="78358" y="64136"/>
                  </a:cubicBezTo>
                  <a:lnTo>
                    <a:pt x="73679" y="61212"/>
                  </a:lnTo>
                  <a:cubicBezTo>
                    <a:pt x="72775" y="60654"/>
                    <a:pt x="72483" y="59457"/>
                    <a:pt x="73068" y="58527"/>
                  </a:cubicBezTo>
                  <a:cubicBezTo>
                    <a:pt x="73626" y="57623"/>
                    <a:pt x="74849" y="57331"/>
                    <a:pt x="75753" y="57916"/>
                  </a:cubicBezTo>
                  <a:lnTo>
                    <a:pt x="80431" y="60840"/>
                  </a:lnTo>
                  <a:cubicBezTo>
                    <a:pt x="81335" y="61398"/>
                    <a:pt x="81628" y="62594"/>
                    <a:pt x="81043" y="63525"/>
                  </a:cubicBezTo>
                  <a:cubicBezTo>
                    <a:pt x="80671" y="64109"/>
                    <a:pt x="80033" y="64428"/>
                    <a:pt x="79395" y="64428"/>
                  </a:cubicBezTo>
                  <a:close/>
                  <a:moveTo>
                    <a:pt x="22082" y="45475"/>
                  </a:moveTo>
                  <a:cubicBezTo>
                    <a:pt x="21736" y="45475"/>
                    <a:pt x="21364" y="45368"/>
                    <a:pt x="21045" y="45182"/>
                  </a:cubicBezTo>
                  <a:lnTo>
                    <a:pt x="16366" y="42258"/>
                  </a:lnTo>
                  <a:cubicBezTo>
                    <a:pt x="15463" y="41700"/>
                    <a:pt x="15170" y="40504"/>
                    <a:pt x="15755" y="39573"/>
                  </a:cubicBezTo>
                  <a:cubicBezTo>
                    <a:pt x="16313" y="38669"/>
                    <a:pt x="17509" y="38377"/>
                    <a:pt x="18440" y="38962"/>
                  </a:cubicBezTo>
                  <a:lnTo>
                    <a:pt x="23118" y="41886"/>
                  </a:lnTo>
                  <a:cubicBezTo>
                    <a:pt x="24022" y="42444"/>
                    <a:pt x="24315" y="43641"/>
                    <a:pt x="23730" y="44571"/>
                  </a:cubicBezTo>
                  <a:cubicBezTo>
                    <a:pt x="23358" y="45156"/>
                    <a:pt x="22746" y="45475"/>
                    <a:pt x="22082" y="45475"/>
                  </a:cubicBezTo>
                  <a:close/>
                  <a:moveTo>
                    <a:pt x="33539" y="51988"/>
                  </a:moveTo>
                  <a:cubicBezTo>
                    <a:pt x="33193" y="51988"/>
                    <a:pt x="32821" y="51881"/>
                    <a:pt x="32502" y="51695"/>
                  </a:cubicBezTo>
                  <a:lnTo>
                    <a:pt x="27824" y="48771"/>
                  </a:lnTo>
                  <a:cubicBezTo>
                    <a:pt x="26920" y="48213"/>
                    <a:pt x="26627" y="47017"/>
                    <a:pt x="27212" y="46086"/>
                  </a:cubicBezTo>
                  <a:cubicBezTo>
                    <a:pt x="27770" y="45182"/>
                    <a:pt x="28967" y="44890"/>
                    <a:pt x="29897" y="45475"/>
                  </a:cubicBezTo>
                  <a:lnTo>
                    <a:pt x="34576" y="48399"/>
                  </a:lnTo>
                  <a:cubicBezTo>
                    <a:pt x="35480" y="48957"/>
                    <a:pt x="35772" y="50153"/>
                    <a:pt x="35187" y="51084"/>
                  </a:cubicBezTo>
                  <a:cubicBezTo>
                    <a:pt x="34842" y="51642"/>
                    <a:pt x="34204" y="51988"/>
                    <a:pt x="33539" y="51988"/>
                  </a:cubicBezTo>
                  <a:close/>
                  <a:moveTo>
                    <a:pt x="44996" y="58474"/>
                  </a:moveTo>
                  <a:cubicBezTo>
                    <a:pt x="44651" y="58474"/>
                    <a:pt x="44279" y="58367"/>
                    <a:pt x="43960" y="58181"/>
                  </a:cubicBezTo>
                  <a:lnTo>
                    <a:pt x="39281" y="55257"/>
                  </a:lnTo>
                  <a:cubicBezTo>
                    <a:pt x="38377" y="54699"/>
                    <a:pt x="38085" y="53503"/>
                    <a:pt x="38669" y="52572"/>
                  </a:cubicBezTo>
                  <a:cubicBezTo>
                    <a:pt x="39228" y="51669"/>
                    <a:pt x="40424" y="51376"/>
                    <a:pt x="41354" y="51961"/>
                  </a:cubicBezTo>
                  <a:lnTo>
                    <a:pt x="46033" y="54885"/>
                  </a:lnTo>
                  <a:cubicBezTo>
                    <a:pt x="46937" y="55443"/>
                    <a:pt x="47229" y="56640"/>
                    <a:pt x="46644" y="57570"/>
                  </a:cubicBezTo>
                  <a:cubicBezTo>
                    <a:pt x="46299" y="58155"/>
                    <a:pt x="45661" y="58474"/>
                    <a:pt x="44996" y="58474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0" name="任意多边形: 形状 2869">
              <a:extLst>
                <a:ext uri="{FF2B5EF4-FFF2-40B4-BE49-F238E27FC236}">
                  <a16:creationId xmlns:a16="http://schemas.microsoft.com/office/drawing/2014/main" id="{50B24D5B-BD4E-F012-CDB6-AABB17B9CDA9}"/>
                </a:ext>
              </a:extLst>
            </p:cNvPr>
            <p:cNvSpPr/>
            <p:nvPr/>
          </p:nvSpPr>
          <p:spPr>
            <a:xfrm>
              <a:off x="2428801" y="1606406"/>
              <a:ext cx="298104" cy="233969"/>
            </a:xfrm>
            <a:custGeom>
              <a:avLst/>
              <a:gdLst>
                <a:gd name="connsiteX0" fmla="*/ 107262 w 214498"/>
                <a:gd name="connsiteY0" fmla="*/ 168350 h 168350"/>
                <a:gd name="connsiteX1" fmla="*/ 106279 w 214498"/>
                <a:gd name="connsiteY1" fmla="*/ 168084 h 168350"/>
                <a:gd name="connsiteX2" fmla="*/ 957 w 214498"/>
                <a:gd name="connsiteY2" fmla="*/ 106970 h 168350"/>
                <a:gd name="connsiteX3" fmla="*/ 0 w 214498"/>
                <a:gd name="connsiteY3" fmla="*/ 105295 h 168350"/>
                <a:gd name="connsiteX4" fmla="*/ 0 w 214498"/>
                <a:gd name="connsiteY4" fmla="*/ 63985 h 168350"/>
                <a:gd name="connsiteX5" fmla="*/ 957 w 214498"/>
                <a:gd name="connsiteY5" fmla="*/ 62311 h 168350"/>
                <a:gd name="connsiteX6" fmla="*/ 106279 w 214498"/>
                <a:gd name="connsiteY6" fmla="*/ 266 h 168350"/>
                <a:gd name="connsiteX7" fmla="*/ 107262 w 214498"/>
                <a:gd name="connsiteY7" fmla="*/ 0 h 168350"/>
                <a:gd name="connsiteX8" fmla="*/ 108246 w 214498"/>
                <a:gd name="connsiteY8" fmla="*/ 266 h 168350"/>
                <a:gd name="connsiteX9" fmla="*/ 213541 w 214498"/>
                <a:gd name="connsiteY9" fmla="*/ 62311 h 168350"/>
                <a:gd name="connsiteX10" fmla="*/ 214498 w 214498"/>
                <a:gd name="connsiteY10" fmla="*/ 63985 h 168350"/>
                <a:gd name="connsiteX11" fmla="*/ 214498 w 214498"/>
                <a:gd name="connsiteY11" fmla="*/ 105295 h 168350"/>
                <a:gd name="connsiteX12" fmla="*/ 213541 w 214498"/>
                <a:gd name="connsiteY12" fmla="*/ 106970 h 168350"/>
                <a:gd name="connsiteX13" fmla="*/ 108219 w 214498"/>
                <a:gd name="connsiteY13" fmla="*/ 168111 h 168350"/>
                <a:gd name="connsiteX14" fmla="*/ 107262 w 214498"/>
                <a:gd name="connsiteY14" fmla="*/ 168350 h 1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98" h="168350">
                  <a:moveTo>
                    <a:pt x="107262" y="168350"/>
                  </a:moveTo>
                  <a:cubicBezTo>
                    <a:pt x="106917" y="168350"/>
                    <a:pt x="106598" y="168270"/>
                    <a:pt x="106279" y="168084"/>
                  </a:cubicBezTo>
                  <a:lnTo>
                    <a:pt x="957" y="106970"/>
                  </a:lnTo>
                  <a:cubicBezTo>
                    <a:pt x="346" y="106624"/>
                    <a:pt x="0" y="105986"/>
                    <a:pt x="0" y="105295"/>
                  </a:cubicBezTo>
                  <a:lnTo>
                    <a:pt x="0" y="63985"/>
                  </a:lnTo>
                  <a:cubicBezTo>
                    <a:pt x="0" y="63294"/>
                    <a:pt x="372" y="62656"/>
                    <a:pt x="957" y="62311"/>
                  </a:cubicBezTo>
                  <a:lnTo>
                    <a:pt x="106279" y="266"/>
                  </a:lnTo>
                  <a:cubicBezTo>
                    <a:pt x="106571" y="80"/>
                    <a:pt x="106917" y="0"/>
                    <a:pt x="107262" y="0"/>
                  </a:cubicBezTo>
                  <a:cubicBezTo>
                    <a:pt x="107608" y="0"/>
                    <a:pt x="107954" y="80"/>
                    <a:pt x="108246" y="266"/>
                  </a:cubicBezTo>
                  <a:lnTo>
                    <a:pt x="213541" y="62311"/>
                  </a:lnTo>
                  <a:cubicBezTo>
                    <a:pt x="214126" y="62656"/>
                    <a:pt x="214498" y="63294"/>
                    <a:pt x="214498" y="63985"/>
                  </a:cubicBezTo>
                  <a:lnTo>
                    <a:pt x="214498" y="105295"/>
                  </a:lnTo>
                  <a:cubicBezTo>
                    <a:pt x="214498" y="105986"/>
                    <a:pt x="214126" y="106624"/>
                    <a:pt x="213541" y="106970"/>
                  </a:cubicBezTo>
                  <a:lnTo>
                    <a:pt x="108219" y="168111"/>
                  </a:lnTo>
                  <a:cubicBezTo>
                    <a:pt x="107927" y="168270"/>
                    <a:pt x="107581" y="168350"/>
                    <a:pt x="107262" y="168350"/>
                  </a:cubicBezTo>
                  <a:close/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1" name="任意多边形: 形状 2870">
              <a:extLst>
                <a:ext uri="{FF2B5EF4-FFF2-40B4-BE49-F238E27FC236}">
                  <a16:creationId xmlns:a16="http://schemas.microsoft.com/office/drawing/2014/main" id="{DC74ECDE-8C7B-5C70-E2FC-EB1F594A4938}"/>
                </a:ext>
              </a:extLst>
            </p:cNvPr>
            <p:cNvSpPr/>
            <p:nvPr/>
          </p:nvSpPr>
          <p:spPr>
            <a:xfrm>
              <a:off x="2426067" y="1603671"/>
              <a:ext cx="303498" cy="239437"/>
            </a:xfrm>
            <a:custGeom>
              <a:avLst/>
              <a:gdLst>
                <a:gd name="connsiteX0" fmla="*/ 109230 w 218379"/>
                <a:gd name="connsiteY0" fmla="*/ 3908 h 172284"/>
                <a:gd name="connsiteX1" fmla="*/ 214525 w 218379"/>
                <a:gd name="connsiteY1" fmla="*/ 65952 h 172284"/>
                <a:gd name="connsiteX2" fmla="*/ 214525 w 218379"/>
                <a:gd name="connsiteY2" fmla="*/ 107262 h 172284"/>
                <a:gd name="connsiteX3" fmla="*/ 197352 w 218379"/>
                <a:gd name="connsiteY3" fmla="*/ 117231 h 172284"/>
                <a:gd name="connsiteX4" fmla="*/ 109230 w 218379"/>
                <a:gd name="connsiteY4" fmla="*/ 168377 h 172284"/>
                <a:gd name="connsiteX5" fmla="*/ 21080 w 218379"/>
                <a:gd name="connsiteY5" fmla="*/ 117231 h 172284"/>
                <a:gd name="connsiteX6" fmla="*/ 3908 w 218379"/>
                <a:gd name="connsiteY6" fmla="*/ 107262 h 172284"/>
                <a:gd name="connsiteX7" fmla="*/ 3908 w 218379"/>
                <a:gd name="connsiteY7" fmla="*/ 65952 h 172284"/>
                <a:gd name="connsiteX8" fmla="*/ 109230 w 218379"/>
                <a:gd name="connsiteY8" fmla="*/ 3908 h 172284"/>
                <a:gd name="connsiteX9" fmla="*/ 109230 w 218379"/>
                <a:gd name="connsiteY9" fmla="*/ 0 h 172284"/>
                <a:gd name="connsiteX10" fmla="*/ 107262 w 218379"/>
                <a:gd name="connsiteY10" fmla="*/ 532 h 172284"/>
                <a:gd name="connsiteX11" fmla="*/ 1914 w 218379"/>
                <a:gd name="connsiteY11" fmla="*/ 62603 h 172284"/>
                <a:gd name="connsiteX12" fmla="*/ 0 w 218379"/>
                <a:gd name="connsiteY12" fmla="*/ 65952 h 172284"/>
                <a:gd name="connsiteX13" fmla="*/ 0 w 218379"/>
                <a:gd name="connsiteY13" fmla="*/ 107262 h 172284"/>
                <a:gd name="connsiteX14" fmla="*/ 1941 w 218379"/>
                <a:gd name="connsiteY14" fmla="*/ 110612 h 172284"/>
                <a:gd name="connsiteX15" fmla="*/ 19113 w 218379"/>
                <a:gd name="connsiteY15" fmla="*/ 120581 h 172284"/>
                <a:gd name="connsiteX16" fmla="*/ 107262 w 218379"/>
                <a:gd name="connsiteY16" fmla="*/ 171753 h 172284"/>
                <a:gd name="connsiteX17" fmla="*/ 109203 w 218379"/>
                <a:gd name="connsiteY17" fmla="*/ 172284 h 172284"/>
                <a:gd name="connsiteX18" fmla="*/ 111144 w 218379"/>
                <a:gd name="connsiteY18" fmla="*/ 171753 h 172284"/>
                <a:gd name="connsiteX19" fmla="*/ 199266 w 218379"/>
                <a:gd name="connsiteY19" fmla="*/ 120581 h 172284"/>
                <a:gd name="connsiteX20" fmla="*/ 216439 w 218379"/>
                <a:gd name="connsiteY20" fmla="*/ 110612 h 172284"/>
                <a:gd name="connsiteX21" fmla="*/ 218379 w 218379"/>
                <a:gd name="connsiteY21" fmla="*/ 107262 h 172284"/>
                <a:gd name="connsiteX22" fmla="*/ 218379 w 218379"/>
                <a:gd name="connsiteY22" fmla="*/ 65952 h 172284"/>
                <a:gd name="connsiteX23" fmla="*/ 216465 w 218379"/>
                <a:gd name="connsiteY23" fmla="*/ 62603 h 172284"/>
                <a:gd name="connsiteX24" fmla="*/ 111197 w 218379"/>
                <a:gd name="connsiteY24" fmla="*/ 558 h 172284"/>
                <a:gd name="connsiteX25" fmla="*/ 109230 w 218379"/>
                <a:gd name="connsiteY25" fmla="*/ 0 h 17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379" h="172284">
                  <a:moveTo>
                    <a:pt x="109230" y="3908"/>
                  </a:moveTo>
                  <a:lnTo>
                    <a:pt x="214525" y="65952"/>
                  </a:lnTo>
                  <a:lnTo>
                    <a:pt x="214525" y="107262"/>
                  </a:lnTo>
                  <a:lnTo>
                    <a:pt x="197352" y="117231"/>
                  </a:lnTo>
                  <a:lnTo>
                    <a:pt x="109230" y="168377"/>
                  </a:lnTo>
                  <a:lnTo>
                    <a:pt x="21080" y="117231"/>
                  </a:lnTo>
                  <a:lnTo>
                    <a:pt x="3908" y="107262"/>
                  </a:lnTo>
                  <a:lnTo>
                    <a:pt x="3908" y="65952"/>
                  </a:lnTo>
                  <a:lnTo>
                    <a:pt x="109230" y="3908"/>
                  </a:lnTo>
                  <a:moveTo>
                    <a:pt x="109230" y="0"/>
                  </a:moveTo>
                  <a:cubicBezTo>
                    <a:pt x="108538" y="0"/>
                    <a:pt x="107874" y="186"/>
                    <a:pt x="107262" y="532"/>
                  </a:cubicBezTo>
                  <a:lnTo>
                    <a:pt x="1914" y="62603"/>
                  </a:lnTo>
                  <a:cubicBezTo>
                    <a:pt x="718" y="63294"/>
                    <a:pt x="0" y="64570"/>
                    <a:pt x="0" y="65952"/>
                  </a:cubicBezTo>
                  <a:lnTo>
                    <a:pt x="0" y="107262"/>
                  </a:lnTo>
                  <a:cubicBezTo>
                    <a:pt x="0" y="108645"/>
                    <a:pt x="744" y="109921"/>
                    <a:pt x="1941" y="110612"/>
                  </a:cubicBezTo>
                  <a:lnTo>
                    <a:pt x="19113" y="120581"/>
                  </a:lnTo>
                  <a:lnTo>
                    <a:pt x="107262" y="171753"/>
                  </a:lnTo>
                  <a:cubicBezTo>
                    <a:pt x="107874" y="172098"/>
                    <a:pt x="108538" y="172284"/>
                    <a:pt x="109203" y="172284"/>
                  </a:cubicBezTo>
                  <a:cubicBezTo>
                    <a:pt x="109868" y="172284"/>
                    <a:pt x="110559" y="172098"/>
                    <a:pt x="111144" y="171753"/>
                  </a:cubicBezTo>
                  <a:lnTo>
                    <a:pt x="199266" y="120581"/>
                  </a:lnTo>
                  <a:lnTo>
                    <a:pt x="216439" y="110612"/>
                  </a:lnTo>
                  <a:cubicBezTo>
                    <a:pt x="217635" y="109921"/>
                    <a:pt x="218379" y="108645"/>
                    <a:pt x="218379" y="107262"/>
                  </a:cubicBezTo>
                  <a:lnTo>
                    <a:pt x="218379" y="65952"/>
                  </a:lnTo>
                  <a:cubicBezTo>
                    <a:pt x="218379" y="64570"/>
                    <a:pt x="217662" y="63294"/>
                    <a:pt x="216465" y="62603"/>
                  </a:cubicBezTo>
                  <a:lnTo>
                    <a:pt x="111197" y="558"/>
                  </a:lnTo>
                  <a:cubicBezTo>
                    <a:pt x="110585" y="186"/>
                    <a:pt x="109894" y="0"/>
                    <a:pt x="109230" y="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2" name="任意多边形: 形状 2871">
              <a:extLst>
                <a:ext uri="{FF2B5EF4-FFF2-40B4-BE49-F238E27FC236}">
                  <a16:creationId xmlns:a16="http://schemas.microsoft.com/office/drawing/2014/main" id="{852B1B64-1331-31D4-AAF0-E0EF8D6B66C9}"/>
                </a:ext>
              </a:extLst>
            </p:cNvPr>
            <p:cNvSpPr/>
            <p:nvPr/>
          </p:nvSpPr>
          <p:spPr>
            <a:xfrm>
              <a:off x="2431459" y="1609102"/>
              <a:ext cx="292747" cy="171754"/>
            </a:xfrm>
            <a:custGeom>
              <a:avLst/>
              <a:gdLst>
                <a:gd name="connsiteX0" fmla="*/ 0 w 210643"/>
                <a:gd name="connsiteY0" fmla="*/ 62045 h 123584"/>
                <a:gd name="connsiteX1" fmla="*/ 105322 w 210643"/>
                <a:gd name="connsiteY1" fmla="*/ 123584 h 123584"/>
                <a:gd name="connsiteX2" fmla="*/ 210644 w 210643"/>
                <a:gd name="connsiteY2" fmla="*/ 62045 h 123584"/>
                <a:gd name="connsiteX3" fmla="*/ 105348 w 210643"/>
                <a:gd name="connsiteY3" fmla="*/ 0 h 12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643" h="123584">
                  <a:moveTo>
                    <a:pt x="0" y="62045"/>
                  </a:moveTo>
                  <a:lnTo>
                    <a:pt x="105322" y="123584"/>
                  </a:lnTo>
                  <a:lnTo>
                    <a:pt x="210644" y="62045"/>
                  </a:lnTo>
                  <a:lnTo>
                    <a:pt x="105348" y="0"/>
                  </a:ln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3" name="任意多边形: 形状 2872">
              <a:extLst>
                <a:ext uri="{FF2B5EF4-FFF2-40B4-BE49-F238E27FC236}">
                  <a16:creationId xmlns:a16="http://schemas.microsoft.com/office/drawing/2014/main" id="{DC87AC42-FA6B-CDB6-86CD-D3812F441184}"/>
                </a:ext>
              </a:extLst>
            </p:cNvPr>
            <p:cNvSpPr/>
            <p:nvPr/>
          </p:nvSpPr>
          <p:spPr>
            <a:xfrm>
              <a:off x="2452641" y="1707054"/>
              <a:ext cx="250347" cy="76499"/>
            </a:xfrm>
            <a:custGeom>
              <a:avLst/>
              <a:gdLst>
                <a:gd name="connsiteX0" fmla="*/ 90081 w 180135"/>
                <a:gd name="connsiteY0" fmla="*/ 55045 h 55044"/>
                <a:gd name="connsiteX1" fmla="*/ 89097 w 180135"/>
                <a:gd name="connsiteY1" fmla="*/ 54779 h 55044"/>
                <a:gd name="connsiteX2" fmla="*/ 975 w 180135"/>
                <a:gd name="connsiteY2" fmla="*/ 3633 h 55044"/>
                <a:gd name="connsiteX3" fmla="*/ 257 w 180135"/>
                <a:gd name="connsiteY3" fmla="*/ 975 h 55044"/>
                <a:gd name="connsiteX4" fmla="*/ 2915 w 180135"/>
                <a:gd name="connsiteY4" fmla="*/ 257 h 55044"/>
                <a:gd name="connsiteX5" fmla="*/ 90081 w 180135"/>
                <a:gd name="connsiteY5" fmla="*/ 50871 h 55044"/>
                <a:gd name="connsiteX6" fmla="*/ 177220 w 180135"/>
                <a:gd name="connsiteY6" fmla="*/ 284 h 55044"/>
                <a:gd name="connsiteX7" fmla="*/ 179878 w 180135"/>
                <a:gd name="connsiteY7" fmla="*/ 1001 h 55044"/>
                <a:gd name="connsiteX8" fmla="*/ 179161 w 180135"/>
                <a:gd name="connsiteY8" fmla="*/ 3660 h 55044"/>
                <a:gd name="connsiteX9" fmla="*/ 91065 w 180135"/>
                <a:gd name="connsiteY9" fmla="*/ 54805 h 55044"/>
                <a:gd name="connsiteX10" fmla="*/ 90081 w 180135"/>
                <a:gd name="connsiteY10" fmla="*/ 55045 h 5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0135" h="55044">
                  <a:moveTo>
                    <a:pt x="90081" y="55045"/>
                  </a:moveTo>
                  <a:cubicBezTo>
                    <a:pt x="89735" y="55045"/>
                    <a:pt x="89416" y="54965"/>
                    <a:pt x="89097" y="54779"/>
                  </a:cubicBezTo>
                  <a:lnTo>
                    <a:pt x="975" y="3633"/>
                  </a:lnTo>
                  <a:cubicBezTo>
                    <a:pt x="44" y="3101"/>
                    <a:pt x="-275" y="1905"/>
                    <a:pt x="257" y="975"/>
                  </a:cubicBezTo>
                  <a:cubicBezTo>
                    <a:pt x="789" y="44"/>
                    <a:pt x="1985" y="-275"/>
                    <a:pt x="2915" y="257"/>
                  </a:cubicBezTo>
                  <a:lnTo>
                    <a:pt x="90081" y="50871"/>
                  </a:lnTo>
                  <a:lnTo>
                    <a:pt x="177220" y="284"/>
                  </a:lnTo>
                  <a:cubicBezTo>
                    <a:pt x="178151" y="-248"/>
                    <a:pt x="179347" y="71"/>
                    <a:pt x="179878" y="1001"/>
                  </a:cubicBezTo>
                  <a:cubicBezTo>
                    <a:pt x="180410" y="1932"/>
                    <a:pt x="180091" y="3128"/>
                    <a:pt x="179161" y="3660"/>
                  </a:cubicBezTo>
                  <a:lnTo>
                    <a:pt x="91065" y="54805"/>
                  </a:lnTo>
                  <a:cubicBezTo>
                    <a:pt x="90772" y="54965"/>
                    <a:pt x="90427" y="55045"/>
                    <a:pt x="90081" y="55045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4" name="任意多边形: 形状 2873">
              <a:extLst>
                <a:ext uri="{FF2B5EF4-FFF2-40B4-BE49-F238E27FC236}">
                  <a16:creationId xmlns:a16="http://schemas.microsoft.com/office/drawing/2014/main" id="{6EEC323D-134A-F8A6-CCD3-BAC6736C7633}"/>
                </a:ext>
              </a:extLst>
            </p:cNvPr>
            <p:cNvSpPr/>
            <p:nvPr/>
          </p:nvSpPr>
          <p:spPr>
            <a:xfrm>
              <a:off x="2474116" y="1742014"/>
              <a:ext cx="91578" cy="54581"/>
            </a:xfrm>
            <a:custGeom>
              <a:avLst/>
              <a:gdLst>
                <a:gd name="connsiteX0" fmla="*/ 6630 w 65894"/>
                <a:gd name="connsiteY0" fmla="*/ 6816 h 39273"/>
                <a:gd name="connsiteX1" fmla="*/ 5593 w 65894"/>
                <a:gd name="connsiteY1" fmla="*/ 6524 h 39273"/>
                <a:gd name="connsiteX2" fmla="*/ 914 w 65894"/>
                <a:gd name="connsiteY2" fmla="*/ 3599 h 39273"/>
                <a:gd name="connsiteX3" fmla="*/ 303 w 65894"/>
                <a:gd name="connsiteY3" fmla="*/ 915 h 39273"/>
                <a:gd name="connsiteX4" fmla="*/ 2988 w 65894"/>
                <a:gd name="connsiteY4" fmla="*/ 303 h 39273"/>
                <a:gd name="connsiteX5" fmla="*/ 7667 w 65894"/>
                <a:gd name="connsiteY5" fmla="*/ 3227 h 39273"/>
                <a:gd name="connsiteX6" fmla="*/ 8278 w 65894"/>
                <a:gd name="connsiteY6" fmla="*/ 5912 h 39273"/>
                <a:gd name="connsiteX7" fmla="*/ 6630 w 65894"/>
                <a:gd name="connsiteY7" fmla="*/ 6816 h 39273"/>
                <a:gd name="connsiteX8" fmla="*/ 18087 w 65894"/>
                <a:gd name="connsiteY8" fmla="*/ 13302 h 39273"/>
                <a:gd name="connsiteX9" fmla="*/ 17050 w 65894"/>
                <a:gd name="connsiteY9" fmla="*/ 13010 h 39273"/>
                <a:gd name="connsiteX10" fmla="*/ 12372 w 65894"/>
                <a:gd name="connsiteY10" fmla="*/ 10086 h 39273"/>
                <a:gd name="connsiteX11" fmla="*/ 11760 w 65894"/>
                <a:gd name="connsiteY11" fmla="*/ 7401 h 39273"/>
                <a:gd name="connsiteX12" fmla="*/ 14445 w 65894"/>
                <a:gd name="connsiteY12" fmla="*/ 6789 h 39273"/>
                <a:gd name="connsiteX13" fmla="*/ 19124 w 65894"/>
                <a:gd name="connsiteY13" fmla="*/ 9713 h 39273"/>
                <a:gd name="connsiteX14" fmla="*/ 19735 w 65894"/>
                <a:gd name="connsiteY14" fmla="*/ 12398 h 39273"/>
                <a:gd name="connsiteX15" fmla="*/ 18087 w 65894"/>
                <a:gd name="connsiteY15" fmla="*/ 13302 h 39273"/>
                <a:gd name="connsiteX16" fmla="*/ 29544 w 65894"/>
                <a:gd name="connsiteY16" fmla="*/ 19815 h 39273"/>
                <a:gd name="connsiteX17" fmla="*/ 28508 w 65894"/>
                <a:gd name="connsiteY17" fmla="*/ 19523 h 39273"/>
                <a:gd name="connsiteX18" fmla="*/ 23829 w 65894"/>
                <a:gd name="connsiteY18" fmla="*/ 16598 h 39273"/>
                <a:gd name="connsiteX19" fmla="*/ 23218 w 65894"/>
                <a:gd name="connsiteY19" fmla="*/ 13914 h 39273"/>
                <a:gd name="connsiteX20" fmla="*/ 25903 w 65894"/>
                <a:gd name="connsiteY20" fmla="*/ 13302 h 39273"/>
                <a:gd name="connsiteX21" fmla="*/ 30581 w 65894"/>
                <a:gd name="connsiteY21" fmla="*/ 16226 h 39273"/>
                <a:gd name="connsiteX22" fmla="*/ 31193 w 65894"/>
                <a:gd name="connsiteY22" fmla="*/ 18911 h 39273"/>
                <a:gd name="connsiteX23" fmla="*/ 29544 w 65894"/>
                <a:gd name="connsiteY23" fmla="*/ 19815 h 39273"/>
                <a:gd name="connsiteX24" fmla="*/ 41028 w 65894"/>
                <a:gd name="connsiteY24" fmla="*/ 26301 h 39273"/>
                <a:gd name="connsiteX25" fmla="*/ 39992 w 65894"/>
                <a:gd name="connsiteY25" fmla="*/ 26009 h 39273"/>
                <a:gd name="connsiteX26" fmla="*/ 35313 w 65894"/>
                <a:gd name="connsiteY26" fmla="*/ 23085 h 39273"/>
                <a:gd name="connsiteX27" fmla="*/ 34702 w 65894"/>
                <a:gd name="connsiteY27" fmla="*/ 20400 h 39273"/>
                <a:gd name="connsiteX28" fmla="*/ 37386 w 65894"/>
                <a:gd name="connsiteY28" fmla="*/ 19788 h 39273"/>
                <a:gd name="connsiteX29" fmla="*/ 42065 w 65894"/>
                <a:gd name="connsiteY29" fmla="*/ 22713 h 39273"/>
                <a:gd name="connsiteX30" fmla="*/ 42676 w 65894"/>
                <a:gd name="connsiteY30" fmla="*/ 25397 h 39273"/>
                <a:gd name="connsiteX31" fmla="*/ 41028 w 65894"/>
                <a:gd name="connsiteY31" fmla="*/ 26301 h 39273"/>
                <a:gd name="connsiteX32" fmla="*/ 52486 w 65894"/>
                <a:gd name="connsiteY32" fmla="*/ 32788 h 39273"/>
                <a:gd name="connsiteX33" fmla="*/ 51449 w 65894"/>
                <a:gd name="connsiteY33" fmla="*/ 32495 h 39273"/>
                <a:gd name="connsiteX34" fmla="*/ 46770 w 65894"/>
                <a:gd name="connsiteY34" fmla="*/ 29571 h 39273"/>
                <a:gd name="connsiteX35" fmla="*/ 46159 w 65894"/>
                <a:gd name="connsiteY35" fmla="*/ 26886 h 39273"/>
                <a:gd name="connsiteX36" fmla="*/ 48844 w 65894"/>
                <a:gd name="connsiteY36" fmla="*/ 26275 h 39273"/>
                <a:gd name="connsiteX37" fmla="*/ 53522 w 65894"/>
                <a:gd name="connsiteY37" fmla="*/ 29199 h 39273"/>
                <a:gd name="connsiteX38" fmla="*/ 54134 w 65894"/>
                <a:gd name="connsiteY38" fmla="*/ 31884 h 39273"/>
                <a:gd name="connsiteX39" fmla="*/ 52486 w 65894"/>
                <a:gd name="connsiteY39" fmla="*/ 32788 h 39273"/>
                <a:gd name="connsiteX40" fmla="*/ 63943 w 65894"/>
                <a:gd name="connsiteY40" fmla="*/ 39274 h 39273"/>
                <a:gd name="connsiteX41" fmla="*/ 62906 w 65894"/>
                <a:gd name="connsiteY41" fmla="*/ 38981 h 39273"/>
                <a:gd name="connsiteX42" fmla="*/ 58227 w 65894"/>
                <a:gd name="connsiteY42" fmla="*/ 36057 h 39273"/>
                <a:gd name="connsiteX43" fmla="*/ 57616 w 65894"/>
                <a:gd name="connsiteY43" fmla="*/ 33372 h 39273"/>
                <a:gd name="connsiteX44" fmla="*/ 60301 w 65894"/>
                <a:gd name="connsiteY44" fmla="*/ 32761 h 39273"/>
                <a:gd name="connsiteX45" fmla="*/ 64980 w 65894"/>
                <a:gd name="connsiteY45" fmla="*/ 35685 h 39273"/>
                <a:gd name="connsiteX46" fmla="*/ 65591 w 65894"/>
                <a:gd name="connsiteY46" fmla="*/ 38370 h 39273"/>
                <a:gd name="connsiteX47" fmla="*/ 63943 w 65894"/>
                <a:gd name="connsiteY47" fmla="*/ 39274 h 39273"/>
                <a:gd name="connsiteX48" fmla="*/ 6630 w 65894"/>
                <a:gd name="connsiteY48" fmla="*/ 20320 h 39273"/>
                <a:gd name="connsiteX49" fmla="*/ 5593 w 65894"/>
                <a:gd name="connsiteY49" fmla="*/ 20028 h 39273"/>
                <a:gd name="connsiteX50" fmla="*/ 914 w 65894"/>
                <a:gd name="connsiteY50" fmla="*/ 17104 h 39273"/>
                <a:gd name="connsiteX51" fmla="*/ 303 w 65894"/>
                <a:gd name="connsiteY51" fmla="*/ 14419 h 39273"/>
                <a:gd name="connsiteX52" fmla="*/ 2988 w 65894"/>
                <a:gd name="connsiteY52" fmla="*/ 13807 h 39273"/>
                <a:gd name="connsiteX53" fmla="*/ 7667 w 65894"/>
                <a:gd name="connsiteY53" fmla="*/ 16731 h 39273"/>
                <a:gd name="connsiteX54" fmla="*/ 8278 w 65894"/>
                <a:gd name="connsiteY54" fmla="*/ 19416 h 39273"/>
                <a:gd name="connsiteX55" fmla="*/ 6630 w 65894"/>
                <a:gd name="connsiteY55" fmla="*/ 20320 h 39273"/>
                <a:gd name="connsiteX56" fmla="*/ 18087 w 65894"/>
                <a:gd name="connsiteY56" fmla="*/ 26806 h 39273"/>
                <a:gd name="connsiteX57" fmla="*/ 17050 w 65894"/>
                <a:gd name="connsiteY57" fmla="*/ 26514 h 39273"/>
                <a:gd name="connsiteX58" fmla="*/ 12372 w 65894"/>
                <a:gd name="connsiteY58" fmla="*/ 23590 h 39273"/>
                <a:gd name="connsiteX59" fmla="*/ 11760 w 65894"/>
                <a:gd name="connsiteY59" fmla="*/ 20905 h 39273"/>
                <a:gd name="connsiteX60" fmla="*/ 14445 w 65894"/>
                <a:gd name="connsiteY60" fmla="*/ 20294 h 39273"/>
                <a:gd name="connsiteX61" fmla="*/ 19124 w 65894"/>
                <a:gd name="connsiteY61" fmla="*/ 23218 h 39273"/>
                <a:gd name="connsiteX62" fmla="*/ 19735 w 65894"/>
                <a:gd name="connsiteY62" fmla="*/ 25903 h 39273"/>
                <a:gd name="connsiteX63" fmla="*/ 18087 w 65894"/>
                <a:gd name="connsiteY63" fmla="*/ 26806 h 39273"/>
                <a:gd name="connsiteX64" fmla="*/ 29544 w 65894"/>
                <a:gd name="connsiteY64" fmla="*/ 33293 h 39273"/>
                <a:gd name="connsiteX65" fmla="*/ 28508 w 65894"/>
                <a:gd name="connsiteY65" fmla="*/ 33000 h 39273"/>
                <a:gd name="connsiteX66" fmla="*/ 23829 w 65894"/>
                <a:gd name="connsiteY66" fmla="*/ 30076 h 39273"/>
                <a:gd name="connsiteX67" fmla="*/ 23218 w 65894"/>
                <a:gd name="connsiteY67" fmla="*/ 27391 h 39273"/>
                <a:gd name="connsiteX68" fmla="*/ 25903 w 65894"/>
                <a:gd name="connsiteY68" fmla="*/ 26780 h 39273"/>
                <a:gd name="connsiteX69" fmla="*/ 30581 w 65894"/>
                <a:gd name="connsiteY69" fmla="*/ 29704 h 39273"/>
                <a:gd name="connsiteX70" fmla="*/ 31193 w 65894"/>
                <a:gd name="connsiteY70" fmla="*/ 32389 h 39273"/>
                <a:gd name="connsiteX71" fmla="*/ 29544 w 65894"/>
                <a:gd name="connsiteY71" fmla="*/ 33293 h 3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5894" h="39273">
                  <a:moveTo>
                    <a:pt x="6630" y="6816"/>
                  </a:moveTo>
                  <a:cubicBezTo>
                    <a:pt x="6284" y="6816"/>
                    <a:pt x="5912" y="6710"/>
                    <a:pt x="5593" y="6524"/>
                  </a:cubicBezTo>
                  <a:lnTo>
                    <a:pt x="914" y="3599"/>
                  </a:lnTo>
                  <a:cubicBezTo>
                    <a:pt x="11" y="3041"/>
                    <a:pt x="-282" y="1845"/>
                    <a:pt x="303" y="915"/>
                  </a:cubicBezTo>
                  <a:cubicBezTo>
                    <a:pt x="861" y="11"/>
                    <a:pt x="2058" y="-282"/>
                    <a:pt x="2988" y="303"/>
                  </a:cubicBezTo>
                  <a:lnTo>
                    <a:pt x="7667" y="3227"/>
                  </a:lnTo>
                  <a:cubicBezTo>
                    <a:pt x="8570" y="3785"/>
                    <a:pt x="8863" y="4982"/>
                    <a:pt x="8278" y="5912"/>
                  </a:cubicBezTo>
                  <a:cubicBezTo>
                    <a:pt x="7906" y="6497"/>
                    <a:pt x="7294" y="6816"/>
                    <a:pt x="6630" y="6816"/>
                  </a:cubicBezTo>
                  <a:close/>
                  <a:moveTo>
                    <a:pt x="18087" y="13302"/>
                  </a:moveTo>
                  <a:cubicBezTo>
                    <a:pt x="17742" y="13302"/>
                    <a:pt x="17369" y="13196"/>
                    <a:pt x="17050" y="13010"/>
                  </a:cubicBezTo>
                  <a:lnTo>
                    <a:pt x="12372" y="10086"/>
                  </a:lnTo>
                  <a:cubicBezTo>
                    <a:pt x="11468" y="9527"/>
                    <a:pt x="11176" y="8331"/>
                    <a:pt x="11760" y="7401"/>
                  </a:cubicBezTo>
                  <a:cubicBezTo>
                    <a:pt x="12319" y="6497"/>
                    <a:pt x="13515" y="6205"/>
                    <a:pt x="14445" y="6789"/>
                  </a:cubicBezTo>
                  <a:lnTo>
                    <a:pt x="19124" y="9713"/>
                  </a:lnTo>
                  <a:cubicBezTo>
                    <a:pt x="20028" y="10272"/>
                    <a:pt x="20320" y="11468"/>
                    <a:pt x="19735" y="12398"/>
                  </a:cubicBezTo>
                  <a:cubicBezTo>
                    <a:pt x="19390" y="12983"/>
                    <a:pt x="18752" y="13302"/>
                    <a:pt x="18087" y="13302"/>
                  </a:cubicBezTo>
                  <a:close/>
                  <a:moveTo>
                    <a:pt x="29544" y="19815"/>
                  </a:moveTo>
                  <a:cubicBezTo>
                    <a:pt x="29199" y="19815"/>
                    <a:pt x="28827" y="19709"/>
                    <a:pt x="28508" y="19523"/>
                  </a:cubicBezTo>
                  <a:lnTo>
                    <a:pt x="23829" y="16598"/>
                  </a:lnTo>
                  <a:cubicBezTo>
                    <a:pt x="22925" y="16040"/>
                    <a:pt x="22633" y="14844"/>
                    <a:pt x="23218" y="13914"/>
                  </a:cubicBezTo>
                  <a:cubicBezTo>
                    <a:pt x="23776" y="13010"/>
                    <a:pt x="24972" y="12717"/>
                    <a:pt x="25903" y="13302"/>
                  </a:cubicBezTo>
                  <a:lnTo>
                    <a:pt x="30581" y="16226"/>
                  </a:lnTo>
                  <a:cubicBezTo>
                    <a:pt x="31485" y="16785"/>
                    <a:pt x="31777" y="17981"/>
                    <a:pt x="31193" y="18911"/>
                  </a:cubicBezTo>
                  <a:cubicBezTo>
                    <a:pt x="30847" y="19496"/>
                    <a:pt x="30209" y="19815"/>
                    <a:pt x="29544" y="19815"/>
                  </a:cubicBezTo>
                  <a:close/>
                  <a:moveTo>
                    <a:pt x="41028" y="26301"/>
                  </a:moveTo>
                  <a:cubicBezTo>
                    <a:pt x="40683" y="26301"/>
                    <a:pt x="40311" y="26195"/>
                    <a:pt x="39992" y="26009"/>
                  </a:cubicBezTo>
                  <a:lnTo>
                    <a:pt x="35313" y="23085"/>
                  </a:lnTo>
                  <a:cubicBezTo>
                    <a:pt x="34409" y="22526"/>
                    <a:pt x="34117" y="21330"/>
                    <a:pt x="34702" y="20400"/>
                  </a:cubicBezTo>
                  <a:cubicBezTo>
                    <a:pt x="35260" y="19496"/>
                    <a:pt x="36456" y="19204"/>
                    <a:pt x="37386" y="19788"/>
                  </a:cubicBezTo>
                  <a:lnTo>
                    <a:pt x="42065" y="22713"/>
                  </a:lnTo>
                  <a:cubicBezTo>
                    <a:pt x="42969" y="23271"/>
                    <a:pt x="43261" y="24467"/>
                    <a:pt x="42676" y="25397"/>
                  </a:cubicBezTo>
                  <a:cubicBezTo>
                    <a:pt x="42304" y="25982"/>
                    <a:pt x="41666" y="26301"/>
                    <a:pt x="41028" y="26301"/>
                  </a:cubicBezTo>
                  <a:close/>
                  <a:moveTo>
                    <a:pt x="52486" y="32788"/>
                  </a:moveTo>
                  <a:cubicBezTo>
                    <a:pt x="52140" y="32788"/>
                    <a:pt x="51768" y="32681"/>
                    <a:pt x="51449" y="32495"/>
                  </a:cubicBezTo>
                  <a:lnTo>
                    <a:pt x="46770" y="29571"/>
                  </a:lnTo>
                  <a:cubicBezTo>
                    <a:pt x="45866" y="29013"/>
                    <a:pt x="45574" y="27817"/>
                    <a:pt x="46159" y="26886"/>
                  </a:cubicBezTo>
                  <a:cubicBezTo>
                    <a:pt x="46717" y="25982"/>
                    <a:pt x="47913" y="25690"/>
                    <a:pt x="48844" y="26275"/>
                  </a:cubicBezTo>
                  <a:lnTo>
                    <a:pt x="53522" y="29199"/>
                  </a:lnTo>
                  <a:cubicBezTo>
                    <a:pt x="54426" y="29757"/>
                    <a:pt x="54719" y="30953"/>
                    <a:pt x="54134" y="31884"/>
                  </a:cubicBezTo>
                  <a:cubicBezTo>
                    <a:pt x="53762" y="32469"/>
                    <a:pt x="53124" y="32788"/>
                    <a:pt x="52486" y="32788"/>
                  </a:cubicBezTo>
                  <a:close/>
                  <a:moveTo>
                    <a:pt x="63943" y="39274"/>
                  </a:moveTo>
                  <a:cubicBezTo>
                    <a:pt x="63597" y="39274"/>
                    <a:pt x="63225" y="39167"/>
                    <a:pt x="62906" y="38981"/>
                  </a:cubicBezTo>
                  <a:lnTo>
                    <a:pt x="58227" y="36057"/>
                  </a:lnTo>
                  <a:cubicBezTo>
                    <a:pt x="57324" y="35499"/>
                    <a:pt x="57031" y="34303"/>
                    <a:pt x="57616" y="33372"/>
                  </a:cubicBezTo>
                  <a:cubicBezTo>
                    <a:pt x="58174" y="32469"/>
                    <a:pt x="59397" y="32176"/>
                    <a:pt x="60301" y="32761"/>
                  </a:cubicBezTo>
                  <a:lnTo>
                    <a:pt x="64980" y="35685"/>
                  </a:lnTo>
                  <a:cubicBezTo>
                    <a:pt x="65883" y="36243"/>
                    <a:pt x="66176" y="37440"/>
                    <a:pt x="65591" y="38370"/>
                  </a:cubicBezTo>
                  <a:cubicBezTo>
                    <a:pt x="65219" y="38955"/>
                    <a:pt x="64581" y="39274"/>
                    <a:pt x="63943" y="39274"/>
                  </a:cubicBezTo>
                  <a:close/>
                  <a:moveTo>
                    <a:pt x="6630" y="20320"/>
                  </a:moveTo>
                  <a:cubicBezTo>
                    <a:pt x="6284" y="20320"/>
                    <a:pt x="5912" y="20214"/>
                    <a:pt x="5593" y="20028"/>
                  </a:cubicBezTo>
                  <a:lnTo>
                    <a:pt x="914" y="17104"/>
                  </a:lnTo>
                  <a:cubicBezTo>
                    <a:pt x="11" y="16545"/>
                    <a:pt x="-282" y="15349"/>
                    <a:pt x="303" y="14419"/>
                  </a:cubicBezTo>
                  <a:cubicBezTo>
                    <a:pt x="861" y="13515"/>
                    <a:pt x="2058" y="13222"/>
                    <a:pt x="2988" y="13807"/>
                  </a:cubicBezTo>
                  <a:lnTo>
                    <a:pt x="7667" y="16731"/>
                  </a:lnTo>
                  <a:cubicBezTo>
                    <a:pt x="8570" y="17290"/>
                    <a:pt x="8863" y="18486"/>
                    <a:pt x="8278" y="19416"/>
                  </a:cubicBezTo>
                  <a:cubicBezTo>
                    <a:pt x="7906" y="20001"/>
                    <a:pt x="7294" y="20320"/>
                    <a:pt x="6630" y="20320"/>
                  </a:cubicBezTo>
                  <a:close/>
                  <a:moveTo>
                    <a:pt x="18087" y="26806"/>
                  </a:moveTo>
                  <a:cubicBezTo>
                    <a:pt x="17742" y="26806"/>
                    <a:pt x="17369" y="26700"/>
                    <a:pt x="17050" y="26514"/>
                  </a:cubicBezTo>
                  <a:lnTo>
                    <a:pt x="12372" y="23590"/>
                  </a:lnTo>
                  <a:cubicBezTo>
                    <a:pt x="11468" y="23032"/>
                    <a:pt x="11176" y="21835"/>
                    <a:pt x="11760" y="20905"/>
                  </a:cubicBezTo>
                  <a:cubicBezTo>
                    <a:pt x="12319" y="20001"/>
                    <a:pt x="13515" y="19709"/>
                    <a:pt x="14445" y="20294"/>
                  </a:cubicBezTo>
                  <a:lnTo>
                    <a:pt x="19124" y="23218"/>
                  </a:lnTo>
                  <a:cubicBezTo>
                    <a:pt x="20028" y="23776"/>
                    <a:pt x="20320" y="24972"/>
                    <a:pt x="19735" y="25903"/>
                  </a:cubicBezTo>
                  <a:cubicBezTo>
                    <a:pt x="19390" y="26487"/>
                    <a:pt x="18752" y="26806"/>
                    <a:pt x="18087" y="26806"/>
                  </a:cubicBezTo>
                  <a:close/>
                  <a:moveTo>
                    <a:pt x="29544" y="33293"/>
                  </a:moveTo>
                  <a:cubicBezTo>
                    <a:pt x="29199" y="33293"/>
                    <a:pt x="28827" y="33186"/>
                    <a:pt x="28508" y="33000"/>
                  </a:cubicBezTo>
                  <a:lnTo>
                    <a:pt x="23829" y="30076"/>
                  </a:lnTo>
                  <a:cubicBezTo>
                    <a:pt x="22925" y="29518"/>
                    <a:pt x="22633" y="28322"/>
                    <a:pt x="23218" y="27391"/>
                  </a:cubicBezTo>
                  <a:cubicBezTo>
                    <a:pt x="23776" y="26487"/>
                    <a:pt x="24972" y="26195"/>
                    <a:pt x="25903" y="26780"/>
                  </a:cubicBezTo>
                  <a:lnTo>
                    <a:pt x="30581" y="29704"/>
                  </a:lnTo>
                  <a:cubicBezTo>
                    <a:pt x="31485" y="30262"/>
                    <a:pt x="31777" y="31458"/>
                    <a:pt x="31193" y="32389"/>
                  </a:cubicBezTo>
                  <a:cubicBezTo>
                    <a:pt x="30847" y="32974"/>
                    <a:pt x="30209" y="33293"/>
                    <a:pt x="29544" y="33293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5" name="任意多边形: 形状 2874">
              <a:extLst>
                <a:ext uri="{FF2B5EF4-FFF2-40B4-BE49-F238E27FC236}">
                  <a16:creationId xmlns:a16="http://schemas.microsoft.com/office/drawing/2014/main" id="{80FA90BA-ADC8-E23B-7A4F-7631C07BAF8F}"/>
                </a:ext>
              </a:extLst>
            </p:cNvPr>
            <p:cNvSpPr/>
            <p:nvPr/>
          </p:nvSpPr>
          <p:spPr>
            <a:xfrm>
              <a:off x="2490682" y="1640283"/>
              <a:ext cx="175005" cy="104257"/>
            </a:xfrm>
            <a:custGeom>
              <a:avLst/>
              <a:gdLst>
                <a:gd name="connsiteX0" fmla="*/ 125924 w 125923"/>
                <a:gd name="connsiteY0" fmla="*/ 37509 h 75017"/>
                <a:gd name="connsiteX1" fmla="*/ 103700 w 125923"/>
                <a:gd name="connsiteY1" fmla="*/ 27699 h 75017"/>
                <a:gd name="connsiteX2" fmla="*/ 103727 w 125923"/>
                <a:gd name="connsiteY2" fmla="*/ 32777 h 75017"/>
                <a:gd name="connsiteX3" fmla="*/ 79244 w 125923"/>
                <a:gd name="connsiteY3" fmla="*/ 32777 h 75017"/>
                <a:gd name="connsiteX4" fmla="*/ 79324 w 125923"/>
                <a:gd name="connsiteY4" fmla="*/ 42214 h 75017"/>
                <a:gd name="connsiteX5" fmla="*/ 103753 w 125923"/>
                <a:gd name="connsiteY5" fmla="*/ 42214 h 75017"/>
                <a:gd name="connsiteX6" fmla="*/ 103780 w 125923"/>
                <a:gd name="connsiteY6" fmla="*/ 47291 h 75017"/>
                <a:gd name="connsiteX7" fmla="*/ 125924 w 125923"/>
                <a:gd name="connsiteY7" fmla="*/ 37509 h 75017"/>
                <a:gd name="connsiteX8" fmla="*/ 46627 w 125923"/>
                <a:gd name="connsiteY8" fmla="*/ 32777 h 75017"/>
                <a:gd name="connsiteX9" fmla="*/ 22170 w 125923"/>
                <a:gd name="connsiteY9" fmla="*/ 32750 h 75017"/>
                <a:gd name="connsiteX10" fmla="*/ 22117 w 125923"/>
                <a:gd name="connsiteY10" fmla="*/ 27699 h 75017"/>
                <a:gd name="connsiteX11" fmla="*/ 0 w 125923"/>
                <a:gd name="connsiteY11" fmla="*/ 37509 h 75017"/>
                <a:gd name="connsiteX12" fmla="*/ 22250 w 125923"/>
                <a:gd name="connsiteY12" fmla="*/ 47291 h 75017"/>
                <a:gd name="connsiteX13" fmla="*/ 22223 w 125923"/>
                <a:gd name="connsiteY13" fmla="*/ 42214 h 75017"/>
                <a:gd name="connsiteX14" fmla="*/ 46653 w 125923"/>
                <a:gd name="connsiteY14" fmla="*/ 42214 h 75017"/>
                <a:gd name="connsiteX15" fmla="*/ 46627 w 125923"/>
                <a:gd name="connsiteY15" fmla="*/ 32777 h 75017"/>
                <a:gd name="connsiteX16" fmla="*/ 71189 w 125923"/>
                <a:gd name="connsiteY16" fmla="*/ 47956 h 75017"/>
                <a:gd name="connsiteX17" fmla="*/ 54894 w 125923"/>
                <a:gd name="connsiteY17" fmla="*/ 47982 h 75017"/>
                <a:gd name="connsiteX18" fmla="*/ 54974 w 125923"/>
                <a:gd name="connsiteY18" fmla="*/ 62151 h 75017"/>
                <a:gd name="connsiteX19" fmla="*/ 46228 w 125923"/>
                <a:gd name="connsiteY19" fmla="*/ 62151 h 75017"/>
                <a:gd name="connsiteX20" fmla="*/ 63188 w 125923"/>
                <a:gd name="connsiteY20" fmla="*/ 75017 h 75017"/>
                <a:gd name="connsiteX21" fmla="*/ 80015 w 125923"/>
                <a:gd name="connsiteY21" fmla="*/ 62151 h 75017"/>
                <a:gd name="connsiteX22" fmla="*/ 71296 w 125923"/>
                <a:gd name="connsiteY22" fmla="*/ 62178 h 75017"/>
                <a:gd name="connsiteX23" fmla="*/ 71189 w 125923"/>
                <a:gd name="connsiteY23" fmla="*/ 47956 h 75017"/>
                <a:gd name="connsiteX24" fmla="*/ 62762 w 125923"/>
                <a:gd name="connsiteY24" fmla="*/ 0 h 75017"/>
                <a:gd name="connsiteX25" fmla="*/ 45909 w 125923"/>
                <a:gd name="connsiteY25" fmla="*/ 12840 h 75017"/>
                <a:gd name="connsiteX26" fmla="*/ 54655 w 125923"/>
                <a:gd name="connsiteY26" fmla="*/ 12866 h 75017"/>
                <a:gd name="connsiteX27" fmla="*/ 54734 w 125923"/>
                <a:gd name="connsiteY27" fmla="*/ 27035 h 75017"/>
                <a:gd name="connsiteX28" fmla="*/ 71056 w 125923"/>
                <a:gd name="connsiteY28" fmla="*/ 27035 h 75017"/>
                <a:gd name="connsiteX29" fmla="*/ 70977 w 125923"/>
                <a:gd name="connsiteY29" fmla="*/ 12866 h 75017"/>
                <a:gd name="connsiteX30" fmla="*/ 79722 w 125923"/>
                <a:gd name="connsiteY30" fmla="*/ 12866 h 75017"/>
                <a:gd name="connsiteX31" fmla="*/ 62762 w 125923"/>
                <a:gd name="connsiteY31" fmla="*/ 0 h 7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923" h="75017">
                  <a:moveTo>
                    <a:pt x="125924" y="37509"/>
                  </a:moveTo>
                  <a:lnTo>
                    <a:pt x="103700" y="27699"/>
                  </a:lnTo>
                  <a:lnTo>
                    <a:pt x="103727" y="32777"/>
                  </a:lnTo>
                  <a:lnTo>
                    <a:pt x="79244" y="32777"/>
                  </a:lnTo>
                  <a:lnTo>
                    <a:pt x="79324" y="42214"/>
                  </a:lnTo>
                  <a:lnTo>
                    <a:pt x="103753" y="42214"/>
                  </a:lnTo>
                  <a:lnTo>
                    <a:pt x="103780" y="47291"/>
                  </a:lnTo>
                  <a:lnTo>
                    <a:pt x="125924" y="37509"/>
                  </a:lnTo>
                  <a:moveTo>
                    <a:pt x="46627" y="32777"/>
                  </a:moveTo>
                  <a:lnTo>
                    <a:pt x="22170" y="32750"/>
                  </a:lnTo>
                  <a:lnTo>
                    <a:pt x="22117" y="27699"/>
                  </a:lnTo>
                  <a:lnTo>
                    <a:pt x="0" y="37509"/>
                  </a:lnTo>
                  <a:lnTo>
                    <a:pt x="22250" y="47291"/>
                  </a:lnTo>
                  <a:lnTo>
                    <a:pt x="22223" y="42214"/>
                  </a:lnTo>
                  <a:lnTo>
                    <a:pt x="46653" y="42214"/>
                  </a:lnTo>
                  <a:lnTo>
                    <a:pt x="46627" y="32777"/>
                  </a:lnTo>
                  <a:moveTo>
                    <a:pt x="71189" y="47956"/>
                  </a:moveTo>
                  <a:lnTo>
                    <a:pt x="54894" y="47982"/>
                  </a:lnTo>
                  <a:lnTo>
                    <a:pt x="54974" y="62151"/>
                  </a:lnTo>
                  <a:lnTo>
                    <a:pt x="46228" y="62151"/>
                  </a:lnTo>
                  <a:lnTo>
                    <a:pt x="63188" y="75017"/>
                  </a:lnTo>
                  <a:lnTo>
                    <a:pt x="80015" y="62151"/>
                  </a:lnTo>
                  <a:lnTo>
                    <a:pt x="71296" y="62178"/>
                  </a:lnTo>
                  <a:lnTo>
                    <a:pt x="71189" y="47956"/>
                  </a:lnTo>
                  <a:moveTo>
                    <a:pt x="62762" y="0"/>
                  </a:moveTo>
                  <a:lnTo>
                    <a:pt x="45909" y="12840"/>
                  </a:lnTo>
                  <a:lnTo>
                    <a:pt x="54655" y="12866"/>
                  </a:lnTo>
                  <a:lnTo>
                    <a:pt x="54734" y="27035"/>
                  </a:lnTo>
                  <a:lnTo>
                    <a:pt x="71056" y="27035"/>
                  </a:lnTo>
                  <a:lnTo>
                    <a:pt x="70977" y="12866"/>
                  </a:lnTo>
                  <a:lnTo>
                    <a:pt x="79722" y="12866"/>
                  </a:lnTo>
                  <a:lnTo>
                    <a:pt x="62762" y="0"/>
                  </a:lnTo>
                </a:path>
              </a:pathLst>
            </a:custGeom>
            <a:solidFill>
              <a:srgbClr val="0070C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cxnSp>
        <p:nvCxnSpPr>
          <p:cNvPr id="2876" name="直接连接符 2875">
            <a:extLst>
              <a:ext uri="{FF2B5EF4-FFF2-40B4-BE49-F238E27FC236}">
                <a16:creationId xmlns:a16="http://schemas.microsoft.com/office/drawing/2014/main" id="{A42CA6BC-01B1-D56D-2C04-9B7DBE659389}"/>
              </a:ext>
            </a:extLst>
          </p:cNvPr>
          <p:cNvCxnSpPr>
            <a:cxnSpLocks/>
            <a:stCxn id="2754" idx="4"/>
            <a:endCxn id="16" idx="3"/>
          </p:cNvCxnSpPr>
          <p:nvPr/>
        </p:nvCxnSpPr>
        <p:spPr>
          <a:xfrm flipH="1">
            <a:off x="7345389" y="3203788"/>
            <a:ext cx="1" cy="1204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77" name="组合 2876">
            <a:extLst>
              <a:ext uri="{FF2B5EF4-FFF2-40B4-BE49-F238E27FC236}">
                <a16:creationId xmlns:a16="http://schemas.microsoft.com/office/drawing/2014/main" id="{834A3B86-73FA-D288-DFAB-47B590BA4B89}"/>
              </a:ext>
            </a:extLst>
          </p:cNvPr>
          <p:cNvGrpSpPr/>
          <p:nvPr/>
        </p:nvGrpSpPr>
        <p:grpSpPr>
          <a:xfrm>
            <a:off x="7155274" y="3227763"/>
            <a:ext cx="296739" cy="412084"/>
            <a:chOff x="8427790" y="1387386"/>
            <a:chExt cx="490895" cy="681710"/>
          </a:xfrm>
        </p:grpSpPr>
        <p:sp>
          <p:nvSpPr>
            <p:cNvPr id="2878" name="任意多边形: 形状 2877">
              <a:extLst>
                <a:ext uri="{FF2B5EF4-FFF2-40B4-BE49-F238E27FC236}">
                  <a16:creationId xmlns:a16="http://schemas.microsoft.com/office/drawing/2014/main" id="{11F592FE-E8D9-811B-F3FD-0ABE0671939E}"/>
                </a:ext>
              </a:extLst>
            </p:cNvPr>
            <p:cNvSpPr/>
            <p:nvPr/>
          </p:nvSpPr>
          <p:spPr>
            <a:xfrm>
              <a:off x="8607699" y="1456097"/>
              <a:ext cx="72089" cy="26317"/>
            </a:xfrm>
            <a:custGeom>
              <a:avLst/>
              <a:gdLst>
                <a:gd name="connsiteX0" fmla="*/ 0 w 72089"/>
                <a:gd name="connsiteY0" fmla="*/ 17095 h 26317"/>
                <a:gd name="connsiteX1" fmla="*/ 71228 w 72089"/>
                <a:gd name="connsiteY1" fmla="*/ 0 h 26317"/>
                <a:gd name="connsiteX2" fmla="*/ 72089 w 72089"/>
                <a:gd name="connsiteY2" fmla="*/ 12514 h 26317"/>
                <a:gd name="connsiteX3" fmla="*/ 31773 w 72089"/>
                <a:gd name="connsiteY3" fmla="*/ 26318 h 26317"/>
                <a:gd name="connsiteX4" fmla="*/ 0 w 72089"/>
                <a:gd name="connsiteY4" fmla="*/ 17095 h 2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89" h="26317">
                  <a:moveTo>
                    <a:pt x="0" y="17095"/>
                  </a:moveTo>
                  <a:cubicBezTo>
                    <a:pt x="0" y="17095"/>
                    <a:pt x="35964" y="1513"/>
                    <a:pt x="71228" y="0"/>
                  </a:cubicBezTo>
                  <a:lnTo>
                    <a:pt x="72089" y="12514"/>
                  </a:lnTo>
                  <a:lnTo>
                    <a:pt x="31773" y="26318"/>
                  </a:lnTo>
                  <a:lnTo>
                    <a:pt x="0" y="17095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9" name="任意多边形: 形状 2878">
              <a:extLst>
                <a:ext uri="{FF2B5EF4-FFF2-40B4-BE49-F238E27FC236}">
                  <a16:creationId xmlns:a16="http://schemas.microsoft.com/office/drawing/2014/main" id="{80E5B98B-BDCC-BB0A-BC2B-751AA47C82F0}"/>
                </a:ext>
              </a:extLst>
            </p:cNvPr>
            <p:cNvSpPr/>
            <p:nvPr/>
          </p:nvSpPr>
          <p:spPr>
            <a:xfrm>
              <a:off x="8594541" y="1387386"/>
              <a:ext cx="305876" cy="372691"/>
            </a:xfrm>
            <a:custGeom>
              <a:avLst/>
              <a:gdLst>
                <a:gd name="connsiteX0" fmla="*/ 1495 w 305876"/>
                <a:gd name="connsiteY0" fmla="*/ 234826 h 372691"/>
                <a:gd name="connsiteX1" fmla="*/ 83392 w 305876"/>
                <a:gd name="connsiteY1" fmla="*/ 68668 h 372691"/>
                <a:gd name="connsiteX2" fmla="*/ 115051 w 305876"/>
                <a:gd name="connsiteY2" fmla="*/ 148192 h 372691"/>
                <a:gd name="connsiteX3" fmla="*/ 136322 w 305876"/>
                <a:gd name="connsiteY3" fmla="*/ 87066 h 372691"/>
                <a:gd name="connsiteX4" fmla="*/ 209700 w 305876"/>
                <a:gd name="connsiteY4" fmla="*/ 1359 h 372691"/>
                <a:gd name="connsiteX5" fmla="*/ 203860 w 305876"/>
                <a:gd name="connsiteY5" fmla="*/ 36334 h 372691"/>
                <a:gd name="connsiteX6" fmla="*/ 215817 w 305876"/>
                <a:gd name="connsiteY6" fmla="*/ 89017 h 372691"/>
                <a:gd name="connsiteX7" fmla="*/ 248061 w 305876"/>
                <a:gd name="connsiteY7" fmla="*/ 128257 h 372691"/>
                <a:gd name="connsiteX8" fmla="*/ 287245 w 305876"/>
                <a:gd name="connsiteY8" fmla="*/ 180650 h 372691"/>
                <a:gd name="connsiteX9" fmla="*/ 305848 w 305876"/>
                <a:gd name="connsiteY9" fmla="*/ 249067 h 372691"/>
                <a:gd name="connsiteX10" fmla="*/ 213292 w 305876"/>
                <a:gd name="connsiteY10" fmla="*/ 370623 h 372691"/>
                <a:gd name="connsiteX11" fmla="*/ 110799 w 305876"/>
                <a:gd name="connsiteY11" fmla="*/ 287985 h 372691"/>
                <a:gd name="connsiteX12" fmla="*/ 1495 w 305876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76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66" y="104651"/>
                    <a:pt x="115051" y="148192"/>
                  </a:cubicBezTo>
                  <a:cubicBezTo>
                    <a:pt x="115051" y="148192"/>
                    <a:pt x="144432" y="152558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4"/>
                  </a:cubicBezTo>
                  <a:cubicBezTo>
                    <a:pt x="199850" y="53976"/>
                    <a:pt x="206052" y="75832"/>
                    <a:pt x="215817" y="89017"/>
                  </a:cubicBezTo>
                  <a:cubicBezTo>
                    <a:pt x="227052" y="104175"/>
                    <a:pt x="235818" y="115829"/>
                    <a:pt x="248061" y="128257"/>
                  </a:cubicBezTo>
                  <a:cubicBezTo>
                    <a:pt x="263301" y="143740"/>
                    <a:pt x="276871" y="161258"/>
                    <a:pt x="287245" y="180650"/>
                  </a:cubicBezTo>
                  <a:cubicBezTo>
                    <a:pt x="298870" y="202382"/>
                    <a:pt x="306400" y="226407"/>
                    <a:pt x="305848" y="249067"/>
                  </a:cubicBezTo>
                  <a:cubicBezTo>
                    <a:pt x="304426" y="307886"/>
                    <a:pt x="268148" y="386472"/>
                    <a:pt x="213292" y="370623"/>
                  </a:cubicBezTo>
                  <a:cubicBezTo>
                    <a:pt x="181504" y="361439"/>
                    <a:pt x="140808" y="305750"/>
                    <a:pt x="110799" y="287985"/>
                  </a:cubicBezTo>
                  <a:cubicBezTo>
                    <a:pt x="74973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0" name="任意多边形: 形状 2879">
              <a:extLst>
                <a:ext uri="{FF2B5EF4-FFF2-40B4-BE49-F238E27FC236}">
                  <a16:creationId xmlns:a16="http://schemas.microsoft.com/office/drawing/2014/main" id="{AF6ABB2A-217A-04AD-C81B-EF1EDB3C4FCE}"/>
                </a:ext>
              </a:extLst>
            </p:cNvPr>
            <p:cNvSpPr/>
            <p:nvPr/>
          </p:nvSpPr>
          <p:spPr>
            <a:xfrm>
              <a:off x="8713166" y="1387433"/>
              <a:ext cx="72344" cy="20472"/>
            </a:xfrm>
            <a:custGeom>
              <a:avLst/>
              <a:gdLst>
                <a:gd name="connsiteX0" fmla="*/ 72345 w 72344"/>
                <a:gd name="connsiteY0" fmla="*/ 57 h 20472"/>
                <a:gd name="connsiteX1" fmla="*/ 34312 w 72344"/>
                <a:gd name="connsiteY1" fmla="*/ 2731 h 20472"/>
                <a:gd name="connsiteX2" fmla="*/ 1811 w 72344"/>
                <a:gd name="connsiteY2" fmla="*/ 16268 h 20472"/>
                <a:gd name="connsiteX3" fmla="*/ 6905 w 72344"/>
                <a:gd name="connsiteY3" fmla="*/ 20472 h 20472"/>
                <a:gd name="connsiteX4" fmla="*/ 57723 w 72344"/>
                <a:gd name="connsiteY4" fmla="*/ 10579 h 20472"/>
                <a:gd name="connsiteX5" fmla="*/ 72345 w 72344"/>
                <a:gd name="connsiteY5" fmla="*/ 57 h 20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44" h="20472">
                  <a:moveTo>
                    <a:pt x="72345" y="57"/>
                  </a:moveTo>
                  <a:cubicBezTo>
                    <a:pt x="72345" y="57"/>
                    <a:pt x="51107" y="-627"/>
                    <a:pt x="34312" y="2731"/>
                  </a:cubicBezTo>
                  <a:cubicBezTo>
                    <a:pt x="18811" y="5832"/>
                    <a:pt x="5017" y="14208"/>
                    <a:pt x="1811" y="16268"/>
                  </a:cubicBezTo>
                  <a:cubicBezTo>
                    <a:pt x="-4268" y="20182"/>
                    <a:pt x="6905" y="20472"/>
                    <a:pt x="6905" y="20472"/>
                  </a:cubicBezTo>
                  <a:lnTo>
                    <a:pt x="57723" y="10579"/>
                  </a:lnTo>
                  <a:lnTo>
                    <a:pt x="72345" y="57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1" name="任意多边形: 形状 2880">
              <a:extLst>
                <a:ext uri="{FF2B5EF4-FFF2-40B4-BE49-F238E27FC236}">
                  <a16:creationId xmlns:a16="http://schemas.microsoft.com/office/drawing/2014/main" id="{8AC20E8D-79D7-118B-53E8-6E4534432D59}"/>
                </a:ext>
              </a:extLst>
            </p:cNvPr>
            <p:cNvSpPr/>
            <p:nvPr/>
          </p:nvSpPr>
          <p:spPr>
            <a:xfrm>
              <a:off x="8547804" y="1396895"/>
              <a:ext cx="305880" cy="372691"/>
            </a:xfrm>
            <a:custGeom>
              <a:avLst/>
              <a:gdLst>
                <a:gd name="connsiteX0" fmla="*/ 1495 w 305880"/>
                <a:gd name="connsiteY0" fmla="*/ 234826 h 372691"/>
                <a:gd name="connsiteX1" fmla="*/ 83392 w 305880"/>
                <a:gd name="connsiteY1" fmla="*/ 68668 h 372691"/>
                <a:gd name="connsiteX2" fmla="*/ 115051 w 305880"/>
                <a:gd name="connsiteY2" fmla="*/ 148192 h 372691"/>
                <a:gd name="connsiteX3" fmla="*/ 136322 w 305880"/>
                <a:gd name="connsiteY3" fmla="*/ 87066 h 372691"/>
                <a:gd name="connsiteX4" fmla="*/ 209700 w 305880"/>
                <a:gd name="connsiteY4" fmla="*/ 1359 h 372691"/>
                <a:gd name="connsiteX5" fmla="*/ 203860 w 305880"/>
                <a:gd name="connsiteY5" fmla="*/ 36339 h 372691"/>
                <a:gd name="connsiteX6" fmla="*/ 215822 w 305880"/>
                <a:gd name="connsiteY6" fmla="*/ 89016 h 372691"/>
                <a:gd name="connsiteX7" fmla="*/ 248061 w 305880"/>
                <a:gd name="connsiteY7" fmla="*/ 128262 h 372691"/>
                <a:gd name="connsiteX8" fmla="*/ 287245 w 305880"/>
                <a:gd name="connsiteY8" fmla="*/ 180650 h 372691"/>
                <a:gd name="connsiteX9" fmla="*/ 305853 w 305880"/>
                <a:gd name="connsiteY9" fmla="*/ 249072 h 372691"/>
                <a:gd name="connsiteX10" fmla="*/ 213296 w 305880"/>
                <a:gd name="connsiteY10" fmla="*/ 370623 h 372691"/>
                <a:gd name="connsiteX11" fmla="*/ 110799 w 305880"/>
                <a:gd name="connsiteY11" fmla="*/ 287984 h 372691"/>
                <a:gd name="connsiteX12" fmla="*/ 1495 w 305880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80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71" y="104651"/>
                    <a:pt x="115051" y="148192"/>
                  </a:cubicBezTo>
                  <a:cubicBezTo>
                    <a:pt x="115051" y="148192"/>
                    <a:pt x="144437" y="152563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9"/>
                  </a:cubicBezTo>
                  <a:cubicBezTo>
                    <a:pt x="199855" y="53976"/>
                    <a:pt x="206052" y="75832"/>
                    <a:pt x="215822" y="89016"/>
                  </a:cubicBezTo>
                  <a:cubicBezTo>
                    <a:pt x="227052" y="104175"/>
                    <a:pt x="235823" y="115829"/>
                    <a:pt x="248061" y="128262"/>
                  </a:cubicBezTo>
                  <a:cubicBezTo>
                    <a:pt x="263301" y="143744"/>
                    <a:pt x="276871" y="161258"/>
                    <a:pt x="287245" y="180650"/>
                  </a:cubicBezTo>
                  <a:cubicBezTo>
                    <a:pt x="298875" y="202382"/>
                    <a:pt x="306400" y="226407"/>
                    <a:pt x="305853" y="249072"/>
                  </a:cubicBezTo>
                  <a:cubicBezTo>
                    <a:pt x="304426" y="307886"/>
                    <a:pt x="268148" y="386472"/>
                    <a:pt x="213296" y="370623"/>
                  </a:cubicBezTo>
                  <a:cubicBezTo>
                    <a:pt x="181504" y="361443"/>
                    <a:pt x="140808" y="305755"/>
                    <a:pt x="110799" y="287984"/>
                  </a:cubicBezTo>
                  <a:cubicBezTo>
                    <a:pt x="74978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2" name="任意多边形: 形状 2881">
              <a:extLst>
                <a:ext uri="{FF2B5EF4-FFF2-40B4-BE49-F238E27FC236}">
                  <a16:creationId xmlns:a16="http://schemas.microsoft.com/office/drawing/2014/main" id="{915B3FC1-C9A6-505F-FD0E-D87AF9C3AC0E}"/>
                </a:ext>
              </a:extLst>
            </p:cNvPr>
            <p:cNvSpPr/>
            <p:nvPr/>
          </p:nvSpPr>
          <p:spPr>
            <a:xfrm>
              <a:off x="8524228" y="1709575"/>
              <a:ext cx="9470" cy="55993"/>
            </a:xfrm>
            <a:custGeom>
              <a:avLst/>
              <a:gdLst>
                <a:gd name="connsiteX0" fmla="*/ 9470 w 9470"/>
                <a:gd name="connsiteY0" fmla="*/ 5470 h 55993"/>
                <a:gd name="connsiteX1" fmla="*/ 0 w 9470"/>
                <a:gd name="connsiteY1" fmla="*/ 0 h 55993"/>
                <a:gd name="connsiteX2" fmla="*/ 0 w 9470"/>
                <a:gd name="connsiteY2" fmla="*/ 50528 h 55993"/>
                <a:gd name="connsiteX3" fmla="*/ 9470 w 9470"/>
                <a:gd name="connsiteY3" fmla="*/ 55993 h 55993"/>
                <a:gd name="connsiteX4" fmla="*/ 9470 w 9470"/>
                <a:gd name="connsiteY4" fmla="*/ 5470 h 5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0" h="55993">
                  <a:moveTo>
                    <a:pt x="9470" y="5470"/>
                  </a:moveTo>
                  <a:lnTo>
                    <a:pt x="0" y="0"/>
                  </a:lnTo>
                  <a:lnTo>
                    <a:pt x="0" y="50528"/>
                  </a:lnTo>
                  <a:lnTo>
                    <a:pt x="9470" y="55993"/>
                  </a:lnTo>
                  <a:lnTo>
                    <a:pt x="9470" y="5470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3" name="任意多边形: 形状 2882">
              <a:extLst>
                <a:ext uri="{FF2B5EF4-FFF2-40B4-BE49-F238E27FC236}">
                  <a16:creationId xmlns:a16="http://schemas.microsoft.com/office/drawing/2014/main" id="{EB8D781C-8802-E962-5EE4-174F4DF666E9}"/>
                </a:ext>
              </a:extLst>
            </p:cNvPr>
            <p:cNvSpPr/>
            <p:nvPr/>
          </p:nvSpPr>
          <p:spPr>
            <a:xfrm>
              <a:off x="8524228" y="1685493"/>
              <a:ext cx="138693" cy="80075"/>
            </a:xfrm>
            <a:custGeom>
              <a:avLst/>
              <a:gdLst>
                <a:gd name="connsiteX0" fmla="*/ 41710 w 138693"/>
                <a:gd name="connsiteY0" fmla="*/ 0 h 80075"/>
                <a:gd name="connsiteX1" fmla="*/ 0 w 138693"/>
                <a:gd name="connsiteY1" fmla="*/ 24082 h 80075"/>
                <a:gd name="connsiteX2" fmla="*/ 9470 w 138693"/>
                <a:gd name="connsiteY2" fmla="*/ 29552 h 80075"/>
                <a:gd name="connsiteX3" fmla="*/ 51180 w 138693"/>
                <a:gd name="connsiteY3" fmla="*/ 5470 h 80075"/>
                <a:gd name="connsiteX4" fmla="*/ 41710 w 138693"/>
                <a:gd name="connsiteY4" fmla="*/ 0 h 80075"/>
                <a:gd name="connsiteX5" fmla="*/ 129224 w 138693"/>
                <a:gd name="connsiteY5" fmla="*/ 50528 h 80075"/>
                <a:gd name="connsiteX6" fmla="*/ 87514 w 138693"/>
                <a:gd name="connsiteY6" fmla="*/ 74610 h 80075"/>
                <a:gd name="connsiteX7" fmla="*/ 96984 w 138693"/>
                <a:gd name="connsiteY7" fmla="*/ 80075 h 80075"/>
                <a:gd name="connsiteX8" fmla="*/ 138694 w 138693"/>
                <a:gd name="connsiteY8" fmla="*/ 55998 h 80075"/>
                <a:gd name="connsiteX9" fmla="*/ 129224 w 138693"/>
                <a:gd name="connsiteY9" fmla="*/ 50528 h 8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693" h="80075">
                  <a:moveTo>
                    <a:pt x="41710" y="0"/>
                  </a:moveTo>
                  <a:lnTo>
                    <a:pt x="0" y="24082"/>
                  </a:lnTo>
                  <a:lnTo>
                    <a:pt x="9470" y="29552"/>
                  </a:lnTo>
                  <a:lnTo>
                    <a:pt x="51180" y="5470"/>
                  </a:lnTo>
                  <a:lnTo>
                    <a:pt x="41710" y="0"/>
                  </a:lnTo>
                  <a:close/>
                  <a:moveTo>
                    <a:pt x="129224" y="50528"/>
                  </a:moveTo>
                  <a:lnTo>
                    <a:pt x="87514" y="74610"/>
                  </a:lnTo>
                  <a:lnTo>
                    <a:pt x="96984" y="80075"/>
                  </a:lnTo>
                  <a:lnTo>
                    <a:pt x="138694" y="55998"/>
                  </a:lnTo>
                  <a:lnTo>
                    <a:pt x="129224" y="50528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4" name="任意多边形: 形状 2883">
              <a:extLst>
                <a:ext uri="{FF2B5EF4-FFF2-40B4-BE49-F238E27FC236}">
                  <a16:creationId xmlns:a16="http://schemas.microsoft.com/office/drawing/2014/main" id="{D7E46886-3A3F-E87E-198F-F0B947063BC5}"/>
                </a:ext>
              </a:extLst>
            </p:cNvPr>
            <p:cNvSpPr/>
            <p:nvPr/>
          </p:nvSpPr>
          <p:spPr>
            <a:xfrm>
              <a:off x="8427790" y="1555729"/>
              <a:ext cx="439241" cy="385881"/>
            </a:xfrm>
            <a:custGeom>
              <a:avLst/>
              <a:gdLst>
                <a:gd name="connsiteX0" fmla="*/ 311635 w 439241"/>
                <a:gd name="connsiteY0" fmla="*/ 174337 h 385881"/>
                <a:gd name="connsiteX1" fmla="*/ 12210 w 439241"/>
                <a:gd name="connsiteY1" fmla="*/ 1463 h 385881"/>
                <a:gd name="connsiteX2" fmla="*/ 0 w 439241"/>
                <a:gd name="connsiteY2" fmla="*/ 10695 h 385881"/>
                <a:gd name="connsiteX3" fmla="*/ 0 w 439241"/>
                <a:gd name="connsiteY3" fmla="*/ 69742 h 385881"/>
                <a:gd name="connsiteX4" fmla="*/ 311635 w 439241"/>
                <a:gd name="connsiteY4" fmla="*/ 249660 h 385881"/>
                <a:gd name="connsiteX5" fmla="*/ 311635 w 439241"/>
                <a:gd name="connsiteY5" fmla="*/ 174337 h 385881"/>
                <a:gd name="connsiteX6" fmla="*/ 439241 w 439241"/>
                <a:gd name="connsiteY6" fmla="*/ 323338 h 385881"/>
                <a:gd name="connsiteX7" fmla="*/ 0 w 439241"/>
                <a:gd name="connsiteY7" fmla="*/ 69742 h 385881"/>
                <a:gd name="connsiteX8" fmla="*/ 0 w 439241"/>
                <a:gd name="connsiteY8" fmla="*/ 132290 h 385881"/>
                <a:gd name="connsiteX9" fmla="*/ 439241 w 439241"/>
                <a:gd name="connsiteY9" fmla="*/ 385881 h 385881"/>
                <a:gd name="connsiteX10" fmla="*/ 439241 w 439241"/>
                <a:gd name="connsiteY10" fmla="*/ 323338 h 38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9241" h="385881">
                  <a:moveTo>
                    <a:pt x="311635" y="174337"/>
                  </a:moveTo>
                  <a:lnTo>
                    <a:pt x="12210" y="1463"/>
                  </a:lnTo>
                  <a:cubicBezTo>
                    <a:pt x="5470" y="-2428"/>
                    <a:pt x="0" y="1710"/>
                    <a:pt x="0" y="10695"/>
                  </a:cubicBezTo>
                  <a:lnTo>
                    <a:pt x="0" y="69742"/>
                  </a:lnTo>
                  <a:lnTo>
                    <a:pt x="311635" y="249660"/>
                  </a:lnTo>
                  <a:lnTo>
                    <a:pt x="311635" y="174337"/>
                  </a:lnTo>
                  <a:close/>
                  <a:moveTo>
                    <a:pt x="439241" y="323338"/>
                  </a:moveTo>
                  <a:lnTo>
                    <a:pt x="0" y="69742"/>
                  </a:lnTo>
                  <a:lnTo>
                    <a:pt x="0" y="132290"/>
                  </a:lnTo>
                  <a:lnTo>
                    <a:pt x="439241" y="385881"/>
                  </a:lnTo>
                  <a:lnTo>
                    <a:pt x="439241" y="323338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5" name="任意多边形: 形状 2884">
              <a:extLst>
                <a:ext uri="{FF2B5EF4-FFF2-40B4-BE49-F238E27FC236}">
                  <a16:creationId xmlns:a16="http://schemas.microsoft.com/office/drawing/2014/main" id="{FBEE5EC6-7754-7602-4A36-DAFB4E756EF2}"/>
                </a:ext>
              </a:extLst>
            </p:cNvPr>
            <p:cNvSpPr/>
            <p:nvPr/>
          </p:nvSpPr>
          <p:spPr>
            <a:xfrm>
              <a:off x="8427790" y="1688018"/>
              <a:ext cx="439241" cy="316138"/>
            </a:xfrm>
            <a:custGeom>
              <a:avLst/>
              <a:gdLst>
                <a:gd name="connsiteX0" fmla="*/ 439241 w 439241"/>
                <a:gd name="connsiteY0" fmla="*/ 253591 h 316138"/>
                <a:gd name="connsiteX1" fmla="*/ 0 w 439241"/>
                <a:gd name="connsiteY1" fmla="*/ 0 h 316138"/>
                <a:gd name="connsiteX2" fmla="*/ 0 w 439241"/>
                <a:gd name="connsiteY2" fmla="*/ 62543 h 316138"/>
                <a:gd name="connsiteX3" fmla="*/ 439241 w 439241"/>
                <a:gd name="connsiteY3" fmla="*/ 316139 h 316138"/>
                <a:gd name="connsiteX4" fmla="*/ 439241 w 439241"/>
                <a:gd name="connsiteY4" fmla="*/ 253591 h 31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241" h="316138">
                  <a:moveTo>
                    <a:pt x="439241" y="253591"/>
                  </a:moveTo>
                  <a:lnTo>
                    <a:pt x="0" y="0"/>
                  </a:lnTo>
                  <a:lnTo>
                    <a:pt x="0" y="62543"/>
                  </a:lnTo>
                  <a:lnTo>
                    <a:pt x="439241" y="316139"/>
                  </a:lnTo>
                  <a:lnTo>
                    <a:pt x="439241" y="25359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6" name="任意多边形: 形状 2885">
              <a:extLst>
                <a:ext uri="{FF2B5EF4-FFF2-40B4-BE49-F238E27FC236}">
                  <a16:creationId xmlns:a16="http://schemas.microsoft.com/office/drawing/2014/main" id="{6BB86C61-098D-9418-208C-7C90C46D7EFB}"/>
                </a:ext>
              </a:extLst>
            </p:cNvPr>
            <p:cNvSpPr/>
            <p:nvPr/>
          </p:nvSpPr>
          <p:spPr>
            <a:xfrm>
              <a:off x="8427790" y="1742837"/>
              <a:ext cx="439241" cy="323849"/>
            </a:xfrm>
            <a:custGeom>
              <a:avLst/>
              <a:gdLst>
                <a:gd name="connsiteX0" fmla="*/ 439241 w 439241"/>
                <a:gd name="connsiteY0" fmla="*/ 261302 h 323849"/>
                <a:gd name="connsiteX1" fmla="*/ 0 w 439241"/>
                <a:gd name="connsiteY1" fmla="*/ 7710 h 323849"/>
                <a:gd name="connsiteX2" fmla="*/ 0 w 439241"/>
                <a:gd name="connsiteY2" fmla="*/ 70253 h 323849"/>
                <a:gd name="connsiteX3" fmla="*/ 439241 w 439241"/>
                <a:gd name="connsiteY3" fmla="*/ 323849 h 323849"/>
                <a:gd name="connsiteX4" fmla="*/ 439241 w 439241"/>
                <a:gd name="connsiteY4" fmla="*/ 261302 h 323849"/>
                <a:gd name="connsiteX5" fmla="*/ 439241 w 439241"/>
                <a:gd name="connsiteY5" fmla="*/ 73664 h 323849"/>
                <a:gd name="connsiteX6" fmla="*/ 311649 w 439241"/>
                <a:gd name="connsiteY6" fmla="*/ 0 h 323849"/>
                <a:gd name="connsiteX7" fmla="*/ 311649 w 439241"/>
                <a:gd name="connsiteY7" fmla="*/ 62543 h 323849"/>
                <a:gd name="connsiteX8" fmla="*/ 439241 w 439241"/>
                <a:gd name="connsiteY8" fmla="*/ 136211 h 323849"/>
                <a:gd name="connsiteX9" fmla="*/ 439241 w 439241"/>
                <a:gd name="connsiteY9" fmla="*/ 73664 h 32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241" h="323849">
                  <a:moveTo>
                    <a:pt x="439241" y="261302"/>
                  </a:moveTo>
                  <a:lnTo>
                    <a:pt x="0" y="7710"/>
                  </a:lnTo>
                  <a:lnTo>
                    <a:pt x="0" y="70253"/>
                  </a:lnTo>
                  <a:lnTo>
                    <a:pt x="439241" y="323849"/>
                  </a:lnTo>
                  <a:lnTo>
                    <a:pt x="439241" y="261302"/>
                  </a:lnTo>
                  <a:close/>
                  <a:moveTo>
                    <a:pt x="439241" y="73664"/>
                  </a:moveTo>
                  <a:lnTo>
                    <a:pt x="311649" y="0"/>
                  </a:lnTo>
                  <a:lnTo>
                    <a:pt x="311649" y="62543"/>
                  </a:lnTo>
                  <a:lnTo>
                    <a:pt x="439241" y="136211"/>
                  </a:lnTo>
                  <a:lnTo>
                    <a:pt x="439241" y="73664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7" name="任意多边形: 形状 2886">
              <a:extLst>
                <a:ext uri="{FF2B5EF4-FFF2-40B4-BE49-F238E27FC236}">
                  <a16:creationId xmlns:a16="http://schemas.microsoft.com/office/drawing/2014/main" id="{B214E276-5133-C68C-F4A2-B0DF6A66F201}"/>
                </a:ext>
              </a:extLst>
            </p:cNvPr>
            <p:cNvSpPr/>
            <p:nvPr/>
          </p:nvSpPr>
          <p:spPr>
            <a:xfrm>
              <a:off x="8427877" y="1535155"/>
              <a:ext cx="488179" cy="283190"/>
            </a:xfrm>
            <a:custGeom>
              <a:avLst/>
              <a:gdLst>
                <a:gd name="connsiteX0" fmla="*/ 61268 w 488179"/>
                <a:gd name="connsiteY0" fmla="*/ 3501 h 283190"/>
                <a:gd name="connsiteX1" fmla="*/ 36477 w 488179"/>
                <a:gd name="connsiteY1" fmla="*/ 2473 h 283190"/>
                <a:gd name="connsiteX2" fmla="*/ 5664 w 488179"/>
                <a:gd name="connsiteY2" fmla="*/ 20263 h 283190"/>
                <a:gd name="connsiteX3" fmla="*/ 8019 w 488179"/>
                <a:gd name="connsiteY3" fmla="*/ 39184 h 283190"/>
                <a:gd name="connsiteX4" fmla="*/ 430650 w 488179"/>
                <a:gd name="connsiteY4" fmla="*/ 283191 h 283190"/>
                <a:gd name="connsiteX5" fmla="*/ 488180 w 488179"/>
                <a:gd name="connsiteY5" fmla="*/ 249981 h 283190"/>
                <a:gd name="connsiteX6" fmla="*/ 61268 w 488179"/>
                <a:gd name="connsiteY6" fmla="*/ 3501 h 28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179" h="283190">
                  <a:moveTo>
                    <a:pt x="61268" y="3501"/>
                  </a:moveTo>
                  <a:cubicBezTo>
                    <a:pt x="53938" y="-733"/>
                    <a:pt x="42827" y="-1189"/>
                    <a:pt x="36477" y="2473"/>
                  </a:cubicBezTo>
                  <a:lnTo>
                    <a:pt x="5664" y="20263"/>
                  </a:lnTo>
                  <a:cubicBezTo>
                    <a:pt x="-2726" y="25109"/>
                    <a:pt x="-1675" y="33590"/>
                    <a:pt x="8019" y="39184"/>
                  </a:cubicBezTo>
                  <a:lnTo>
                    <a:pt x="430650" y="283191"/>
                  </a:lnTo>
                  <a:lnTo>
                    <a:pt x="488180" y="249981"/>
                  </a:lnTo>
                  <a:lnTo>
                    <a:pt x="61268" y="350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8" name="任意多边形: 形状 2887">
              <a:extLst>
                <a:ext uri="{FF2B5EF4-FFF2-40B4-BE49-F238E27FC236}">
                  <a16:creationId xmlns:a16="http://schemas.microsoft.com/office/drawing/2014/main" id="{012383D6-0CE8-5270-7C0B-01CFDEC6E4B5}"/>
                </a:ext>
              </a:extLst>
            </p:cNvPr>
            <p:cNvSpPr/>
            <p:nvPr/>
          </p:nvSpPr>
          <p:spPr>
            <a:xfrm>
              <a:off x="8469200" y="1624481"/>
              <a:ext cx="401974" cy="444615"/>
            </a:xfrm>
            <a:custGeom>
              <a:avLst/>
              <a:gdLst>
                <a:gd name="connsiteX0" fmla="*/ 76969 w 401974"/>
                <a:gd name="connsiteY0" fmla="*/ 6768 h 444615"/>
                <a:gd name="connsiteX1" fmla="*/ 65249 w 401974"/>
                <a:gd name="connsiteY1" fmla="*/ 0 h 444615"/>
                <a:gd name="connsiteX2" fmla="*/ 65249 w 401974"/>
                <a:gd name="connsiteY2" fmla="*/ 62548 h 444615"/>
                <a:gd name="connsiteX3" fmla="*/ 76969 w 401974"/>
                <a:gd name="connsiteY3" fmla="*/ 69316 h 444615"/>
                <a:gd name="connsiteX4" fmla="*/ 76969 w 401974"/>
                <a:gd name="connsiteY4" fmla="*/ 6768 h 444615"/>
                <a:gd name="connsiteX5" fmla="*/ 11725 w 401974"/>
                <a:gd name="connsiteY5" fmla="*/ 38437 h 444615"/>
                <a:gd name="connsiteX6" fmla="*/ 0 w 401974"/>
                <a:gd name="connsiteY6" fmla="*/ 31669 h 444615"/>
                <a:gd name="connsiteX7" fmla="*/ 0 w 401974"/>
                <a:gd name="connsiteY7" fmla="*/ 94216 h 444615"/>
                <a:gd name="connsiteX8" fmla="*/ 11725 w 401974"/>
                <a:gd name="connsiteY8" fmla="*/ 100985 h 444615"/>
                <a:gd name="connsiteX9" fmla="*/ 11725 w 401974"/>
                <a:gd name="connsiteY9" fmla="*/ 38437 h 444615"/>
                <a:gd name="connsiteX10" fmla="*/ 114407 w 401974"/>
                <a:gd name="connsiteY10" fmla="*/ 97722 h 444615"/>
                <a:gd name="connsiteX11" fmla="*/ 102683 w 401974"/>
                <a:gd name="connsiteY11" fmla="*/ 90953 h 444615"/>
                <a:gd name="connsiteX12" fmla="*/ 102683 w 401974"/>
                <a:gd name="connsiteY12" fmla="*/ 153501 h 444615"/>
                <a:gd name="connsiteX13" fmla="*/ 114407 w 401974"/>
                <a:gd name="connsiteY13" fmla="*/ 160269 h 444615"/>
                <a:gd name="connsiteX14" fmla="*/ 114407 w 401974"/>
                <a:gd name="connsiteY14" fmla="*/ 97722 h 444615"/>
                <a:gd name="connsiteX15" fmla="*/ 43755 w 401974"/>
                <a:gd name="connsiteY15" fmla="*/ 119478 h 444615"/>
                <a:gd name="connsiteX16" fmla="*/ 32030 w 401974"/>
                <a:gd name="connsiteY16" fmla="*/ 112709 h 444615"/>
                <a:gd name="connsiteX17" fmla="*/ 32030 w 401974"/>
                <a:gd name="connsiteY17" fmla="*/ 175257 h 444615"/>
                <a:gd name="connsiteX18" fmla="*/ 43755 w 401974"/>
                <a:gd name="connsiteY18" fmla="*/ 182025 h 444615"/>
                <a:gd name="connsiteX19" fmla="*/ 43755 w 401974"/>
                <a:gd name="connsiteY19" fmla="*/ 119478 h 444615"/>
                <a:gd name="connsiteX20" fmla="*/ 148787 w 401974"/>
                <a:gd name="connsiteY20" fmla="*/ 180118 h 444615"/>
                <a:gd name="connsiteX21" fmla="*/ 137067 w 401974"/>
                <a:gd name="connsiteY21" fmla="*/ 173350 h 444615"/>
                <a:gd name="connsiteX22" fmla="*/ 137067 w 401974"/>
                <a:gd name="connsiteY22" fmla="*/ 235897 h 444615"/>
                <a:gd name="connsiteX23" fmla="*/ 148787 w 401974"/>
                <a:gd name="connsiteY23" fmla="*/ 242666 h 444615"/>
                <a:gd name="connsiteX24" fmla="*/ 148787 w 401974"/>
                <a:gd name="connsiteY24" fmla="*/ 180118 h 444615"/>
                <a:gd name="connsiteX25" fmla="*/ 76969 w 401974"/>
                <a:gd name="connsiteY25" fmla="*/ 194430 h 444615"/>
                <a:gd name="connsiteX26" fmla="*/ 65249 w 401974"/>
                <a:gd name="connsiteY26" fmla="*/ 187662 h 444615"/>
                <a:gd name="connsiteX27" fmla="*/ 65249 w 401974"/>
                <a:gd name="connsiteY27" fmla="*/ 250209 h 444615"/>
                <a:gd name="connsiteX28" fmla="*/ 76969 w 401974"/>
                <a:gd name="connsiteY28" fmla="*/ 256978 h 444615"/>
                <a:gd name="connsiteX29" fmla="*/ 76969 w 401974"/>
                <a:gd name="connsiteY29" fmla="*/ 194430 h 444615"/>
                <a:gd name="connsiteX30" fmla="*/ 179443 w 401974"/>
                <a:gd name="connsiteY30" fmla="*/ 253591 h 444615"/>
                <a:gd name="connsiteX31" fmla="*/ 167723 w 401974"/>
                <a:gd name="connsiteY31" fmla="*/ 246823 h 444615"/>
                <a:gd name="connsiteX32" fmla="*/ 167723 w 401974"/>
                <a:gd name="connsiteY32" fmla="*/ 309371 h 444615"/>
                <a:gd name="connsiteX33" fmla="*/ 179443 w 401974"/>
                <a:gd name="connsiteY33" fmla="*/ 316139 h 444615"/>
                <a:gd name="connsiteX34" fmla="*/ 179443 w 401974"/>
                <a:gd name="connsiteY34" fmla="*/ 253591 h 444615"/>
                <a:gd name="connsiteX35" fmla="*/ 306426 w 401974"/>
                <a:gd name="connsiteY35" fmla="*/ 326903 h 444615"/>
                <a:gd name="connsiteX36" fmla="*/ 294702 w 401974"/>
                <a:gd name="connsiteY36" fmla="*/ 320134 h 444615"/>
                <a:gd name="connsiteX37" fmla="*/ 294702 w 401974"/>
                <a:gd name="connsiteY37" fmla="*/ 382682 h 444615"/>
                <a:gd name="connsiteX38" fmla="*/ 306426 w 401974"/>
                <a:gd name="connsiteY38" fmla="*/ 389450 h 444615"/>
                <a:gd name="connsiteX39" fmla="*/ 306426 w 401974"/>
                <a:gd name="connsiteY39" fmla="*/ 326903 h 444615"/>
                <a:gd name="connsiteX40" fmla="*/ 401974 w 401974"/>
                <a:gd name="connsiteY40" fmla="*/ 382068 h 444615"/>
                <a:gd name="connsiteX41" fmla="*/ 390250 w 401974"/>
                <a:gd name="connsiteY41" fmla="*/ 375300 h 444615"/>
                <a:gd name="connsiteX42" fmla="*/ 390250 w 401974"/>
                <a:gd name="connsiteY42" fmla="*/ 437848 h 444615"/>
                <a:gd name="connsiteX43" fmla="*/ 401974 w 401974"/>
                <a:gd name="connsiteY43" fmla="*/ 444616 h 444615"/>
                <a:gd name="connsiteX44" fmla="*/ 401974 w 401974"/>
                <a:gd name="connsiteY44" fmla="*/ 382068 h 444615"/>
                <a:gd name="connsiteX45" fmla="*/ 263884 w 401974"/>
                <a:gd name="connsiteY45" fmla="*/ 246571 h 444615"/>
                <a:gd name="connsiteX46" fmla="*/ 252160 w 401974"/>
                <a:gd name="connsiteY46" fmla="*/ 239802 h 444615"/>
                <a:gd name="connsiteX47" fmla="*/ 252160 w 401974"/>
                <a:gd name="connsiteY47" fmla="*/ 302345 h 444615"/>
                <a:gd name="connsiteX48" fmla="*/ 263884 w 401974"/>
                <a:gd name="connsiteY48" fmla="*/ 309114 h 444615"/>
                <a:gd name="connsiteX49" fmla="*/ 263884 w 401974"/>
                <a:gd name="connsiteY49" fmla="*/ 246571 h 444615"/>
                <a:gd name="connsiteX50" fmla="*/ 359675 w 401974"/>
                <a:gd name="connsiteY50" fmla="*/ 301874 h 444615"/>
                <a:gd name="connsiteX51" fmla="*/ 347955 w 401974"/>
                <a:gd name="connsiteY51" fmla="*/ 295106 h 444615"/>
                <a:gd name="connsiteX52" fmla="*/ 347955 w 401974"/>
                <a:gd name="connsiteY52" fmla="*/ 357653 h 444615"/>
                <a:gd name="connsiteX53" fmla="*/ 359675 w 401974"/>
                <a:gd name="connsiteY53" fmla="*/ 364422 h 444615"/>
                <a:gd name="connsiteX54" fmla="*/ 359675 w 401974"/>
                <a:gd name="connsiteY54" fmla="*/ 301874 h 444615"/>
                <a:gd name="connsiteX55" fmla="*/ 225557 w 401974"/>
                <a:gd name="connsiteY55" fmla="*/ 161896 h 444615"/>
                <a:gd name="connsiteX56" fmla="*/ 213832 w 401974"/>
                <a:gd name="connsiteY56" fmla="*/ 155128 h 444615"/>
                <a:gd name="connsiteX57" fmla="*/ 213832 w 401974"/>
                <a:gd name="connsiteY57" fmla="*/ 217670 h 444615"/>
                <a:gd name="connsiteX58" fmla="*/ 225557 w 401974"/>
                <a:gd name="connsiteY58" fmla="*/ 224439 h 444615"/>
                <a:gd name="connsiteX59" fmla="*/ 225557 w 401974"/>
                <a:gd name="connsiteY59" fmla="*/ 161896 h 444615"/>
                <a:gd name="connsiteX60" fmla="*/ 328239 w 401974"/>
                <a:gd name="connsiteY60" fmla="*/ 221176 h 444615"/>
                <a:gd name="connsiteX61" fmla="*/ 316515 w 401974"/>
                <a:gd name="connsiteY61" fmla="*/ 214408 h 444615"/>
                <a:gd name="connsiteX62" fmla="*/ 316515 w 401974"/>
                <a:gd name="connsiteY62" fmla="*/ 276955 h 444615"/>
                <a:gd name="connsiteX63" fmla="*/ 328239 w 401974"/>
                <a:gd name="connsiteY63" fmla="*/ 283724 h 444615"/>
                <a:gd name="connsiteX64" fmla="*/ 328239 w 401974"/>
                <a:gd name="connsiteY64" fmla="*/ 221176 h 444615"/>
                <a:gd name="connsiteX65" fmla="*/ 401974 w 401974"/>
                <a:gd name="connsiteY65" fmla="*/ 263751 h 444615"/>
                <a:gd name="connsiteX66" fmla="*/ 390250 w 401974"/>
                <a:gd name="connsiteY66" fmla="*/ 256983 h 444615"/>
                <a:gd name="connsiteX67" fmla="*/ 390250 w 401974"/>
                <a:gd name="connsiteY67" fmla="*/ 319526 h 444615"/>
                <a:gd name="connsiteX68" fmla="*/ 401974 w 401974"/>
                <a:gd name="connsiteY68" fmla="*/ 326294 h 444615"/>
                <a:gd name="connsiteX69" fmla="*/ 401974 w 401974"/>
                <a:gd name="connsiteY69" fmla="*/ 263751 h 444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01974" h="444615">
                  <a:moveTo>
                    <a:pt x="76969" y="6768"/>
                  </a:moveTo>
                  <a:lnTo>
                    <a:pt x="65249" y="0"/>
                  </a:lnTo>
                  <a:lnTo>
                    <a:pt x="65249" y="62548"/>
                  </a:lnTo>
                  <a:lnTo>
                    <a:pt x="76969" y="69316"/>
                  </a:lnTo>
                  <a:lnTo>
                    <a:pt x="76969" y="6768"/>
                  </a:lnTo>
                  <a:close/>
                  <a:moveTo>
                    <a:pt x="11725" y="38437"/>
                  </a:moveTo>
                  <a:lnTo>
                    <a:pt x="0" y="31669"/>
                  </a:lnTo>
                  <a:lnTo>
                    <a:pt x="0" y="94216"/>
                  </a:lnTo>
                  <a:lnTo>
                    <a:pt x="11725" y="100985"/>
                  </a:lnTo>
                  <a:lnTo>
                    <a:pt x="11725" y="38437"/>
                  </a:lnTo>
                  <a:close/>
                  <a:moveTo>
                    <a:pt x="114407" y="97722"/>
                  </a:moveTo>
                  <a:lnTo>
                    <a:pt x="102683" y="90953"/>
                  </a:lnTo>
                  <a:lnTo>
                    <a:pt x="102683" y="153501"/>
                  </a:lnTo>
                  <a:lnTo>
                    <a:pt x="114407" y="160269"/>
                  </a:lnTo>
                  <a:lnTo>
                    <a:pt x="114407" y="97722"/>
                  </a:lnTo>
                  <a:close/>
                  <a:moveTo>
                    <a:pt x="43755" y="119478"/>
                  </a:moveTo>
                  <a:lnTo>
                    <a:pt x="32030" y="112709"/>
                  </a:lnTo>
                  <a:lnTo>
                    <a:pt x="32030" y="175257"/>
                  </a:lnTo>
                  <a:lnTo>
                    <a:pt x="43755" y="182025"/>
                  </a:lnTo>
                  <a:lnTo>
                    <a:pt x="43755" y="119478"/>
                  </a:lnTo>
                  <a:close/>
                  <a:moveTo>
                    <a:pt x="148787" y="180118"/>
                  </a:moveTo>
                  <a:lnTo>
                    <a:pt x="137067" y="173350"/>
                  </a:lnTo>
                  <a:lnTo>
                    <a:pt x="137067" y="235897"/>
                  </a:lnTo>
                  <a:lnTo>
                    <a:pt x="148787" y="242666"/>
                  </a:lnTo>
                  <a:lnTo>
                    <a:pt x="148787" y="180118"/>
                  </a:lnTo>
                  <a:close/>
                  <a:moveTo>
                    <a:pt x="76969" y="194430"/>
                  </a:moveTo>
                  <a:lnTo>
                    <a:pt x="65249" y="187662"/>
                  </a:lnTo>
                  <a:lnTo>
                    <a:pt x="65249" y="250209"/>
                  </a:lnTo>
                  <a:lnTo>
                    <a:pt x="76969" y="256978"/>
                  </a:lnTo>
                  <a:lnTo>
                    <a:pt x="76969" y="194430"/>
                  </a:lnTo>
                  <a:close/>
                  <a:moveTo>
                    <a:pt x="179443" y="253591"/>
                  </a:moveTo>
                  <a:lnTo>
                    <a:pt x="167723" y="246823"/>
                  </a:lnTo>
                  <a:lnTo>
                    <a:pt x="167723" y="309371"/>
                  </a:lnTo>
                  <a:lnTo>
                    <a:pt x="179443" y="316139"/>
                  </a:lnTo>
                  <a:lnTo>
                    <a:pt x="179443" y="253591"/>
                  </a:lnTo>
                  <a:close/>
                  <a:moveTo>
                    <a:pt x="306426" y="326903"/>
                  </a:moveTo>
                  <a:lnTo>
                    <a:pt x="294702" y="320134"/>
                  </a:lnTo>
                  <a:lnTo>
                    <a:pt x="294702" y="382682"/>
                  </a:lnTo>
                  <a:lnTo>
                    <a:pt x="306426" y="389450"/>
                  </a:lnTo>
                  <a:lnTo>
                    <a:pt x="306426" y="326903"/>
                  </a:lnTo>
                  <a:close/>
                  <a:moveTo>
                    <a:pt x="401974" y="382068"/>
                  </a:moveTo>
                  <a:lnTo>
                    <a:pt x="390250" y="375300"/>
                  </a:lnTo>
                  <a:lnTo>
                    <a:pt x="390250" y="437848"/>
                  </a:lnTo>
                  <a:lnTo>
                    <a:pt x="401974" y="444616"/>
                  </a:lnTo>
                  <a:lnTo>
                    <a:pt x="401974" y="382068"/>
                  </a:lnTo>
                  <a:close/>
                  <a:moveTo>
                    <a:pt x="263884" y="246571"/>
                  </a:moveTo>
                  <a:lnTo>
                    <a:pt x="252160" y="239802"/>
                  </a:lnTo>
                  <a:lnTo>
                    <a:pt x="252160" y="302345"/>
                  </a:lnTo>
                  <a:lnTo>
                    <a:pt x="263884" y="309114"/>
                  </a:lnTo>
                  <a:lnTo>
                    <a:pt x="263884" y="246571"/>
                  </a:lnTo>
                  <a:close/>
                  <a:moveTo>
                    <a:pt x="359675" y="301874"/>
                  </a:moveTo>
                  <a:lnTo>
                    <a:pt x="347955" y="295106"/>
                  </a:lnTo>
                  <a:lnTo>
                    <a:pt x="347955" y="357653"/>
                  </a:lnTo>
                  <a:lnTo>
                    <a:pt x="359675" y="364422"/>
                  </a:lnTo>
                  <a:lnTo>
                    <a:pt x="359675" y="301874"/>
                  </a:lnTo>
                  <a:close/>
                  <a:moveTo>
                    <a:pt x="225557" y="161896"/>
                  </a:moveTo>
                  <a:lnTo>
                    <a:pt x="213832" y="155128"/>
                  </a:lnTo>
                  <a:lnTo>
                    <a:pt x="213832" y="217670"/>
                  </a:lnTo>
                  <a:lnTo>
                    <a:pt x="225557" y="224439"/>
                  </a:lnTo>
                  <a:lnTo>
                    <a:pt x="225557" y="161896"/>
                  </a:lnTo>
                  <a:close/>
                  <a:moveTo>
                    <a:pt x="328239" y="221176"/>
                  </a:moveTo>
                  <a:lnTo>
                    <a:pt x="316515" y="214408"/>
                  </a:lnTo>
                  <a:lnTo>
                    <a:pt x="316515" y="276955"/>
                  </a:lnTo>
                  <a:lnTo>
                    <a:pt x="328239" y="283724"/>
                  </a:lnTo>
                  <a:lnTo>
                    <a:pt x="328239" y="221176"/>
                  </a:lnTo>
                  <a:close/>
                  <a:moveTo>
                    <a:pt x="401974" y="263751"/>
                  </a:moveTo>
                  <a:lnTo>
                    <a:pt x="390250" y="256983"/>
                  </a:lnTo>
                  <a:lnTo>
                    <a:pt x="390250" y="319526"/>
                  </a:lnTo>
                  <a:lnTo>
                    <a:pt x="401974" y="326294"/>
                  </a:lnTo>
                  <a:lnTo>
                    <a:pt x="401974" y="263751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9" name="任意多边形: 形状 2888">
              <a:extLst>
                <a:ext uri="{FF2B5EF4-FFF2-40B4-BE49-F238E27FC236}">
                  <a16:creationId xmlns:a16="http://schemas.microsoft.com/office/drawing/2014/main" id="{66F98C4B-0603-9816-C574-088558F2E96B}"/>
                </a:ext>
              </a:extLst>
            </p:cNvPr>
            <p:cNvSpPr/>
            <p:nvPr/>
          </p:nvSpPr>
          <p:spPr>
            <a:xfrm>
              <a:off x="8427790" y="1563180"/>
              <a:ext cx="443384" cy="450142"/>
            </a:xfrm>
            <a:custGeom>
              <a:avLst/>
              <a:gdLst>
                <a:gd name="connsiteX0" fmla="*/ 443384 w 443384"/>
                <a:gd name="connsiteY0" fmla="*/ 387595 h 450142"/>
                <a:gd name="connsiteX1" fmla="*/ 431659 w 443384"/>
                <a:gd name="connsiteY1" fmla="*/ 380827 h 450142"/>
                <a:gd name="connsiteX2" fmla="*/ 431659 w 443384"/>
                <a:gd name="connsiteY2" fmla="*/ 443374 h 450142"/>
                <a:gd name="connsiteX3" fmla="*/ 443384 w 443384"/>
                <a:gd name="connsiteY3" fmla="*/ 450143 h 450142"/>
                <a:gd name="connsiteX4" fmla="*/ 443384 w 443384"/>
                <a:gd name="connsiteY4" fmla="*/ 387595 h 450142"/>
                <a:gd name="connsiteX5" fmla="*/ 443384 w 443384"/>
                <a:gd name="connsiteY5" fmla="*/ 318298 h 450142"/>
                <a:gd name="connsiteX6" fmla="*/ 0 w 443384"/>
                <a:gd name="connsiteY6" fmla="*/ 62310 h 450142"/>
                <a:gd name="connsiteX7" fmla="*/ 0 w 443384"/>
                <a:gd name="connsiteY7" fmla="*/ 75818 h 450142"/>
                <a:gd name="connsiteX8" fmla="*/ 443384 w 443384"/>
                <a:gd name="connsiteY8" fmla="*/ 331807 h 450142"/>
                <a:gd name="connsiteX9" fmla="*/ 443384 w 443384"/>
                <a:gd name="connsiteY9" fmla="*/ 318298 h 450142"/>
                <a:gd name="connsiteX10" fmla="*/ 443384 w 443384"/>
                <a:gd name="connsiteY10" fmla="*/ 255712 h 450142"/>
                <a:gd name="connsiteX11" fmla="*/ 604 w 443384"/>
                <a:gd name="connsiteY11" fmla="*/ 71 h 450142"/>
                <a:gd name="connsiteX12" fmla="*/ 0 w 443384"/>
                <a:gd name="connsiteY12" fmla="*/ 528 h 450142"/>
                <a:gd name="connsiteX13" fmla="*/ 0 w 443384"/>
                <a:gd name="connsiteY13" fmla="*/ 13232 h 450142"/>
                <a:gd name="connsiteX14" fmla="*/ 443384 w 443384"/>
                <a:gd name="connsiteY14" fmla="*/ 269221 h 450142"/>
                <a:gd name="connsiteX15" fmla="*/ 443384 w 443384"/>
                <a:gd name="connsiteY15" fmla="*/ 255712 h 45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3384" h="450142">
                  <a:moveTo>
                    <a:pt x="443384" y="387595"/>
                  </a:moveTo>
                  <a:lnTo>
                    <a:pt x="431659" y="380827"/>
                  </a:lnTo>
                  <a:lnTo>
                    <a:pt x="431659" y="443374"/>
                  </a:lnTo>
                  <a:lnTo>
                    <a:pt x="443384" y="450143"/>
                  </a:lnTo>
                  <a:lnTo>
                    <a:pt x="443384" y="387595"/>
                  </a:lnTo>
                  <a:close/>
                  <a:moveTo>
                    <a:pt x="443384" y="318298"/>
                  </a:moveTo>
                  <a:lnTo>
                    <a:pt x="0" y="62310"/>
                  </a:lnTo>
                  <a:lnTo>
                    <a:pt x="0" y="75818"/>
                  </a:lnTo>
                  <a:lnTo>
                    <a:pt x="443384" y="331807"/>
                  </a:lnTo>
                  <a:lnTo>
                    <a:pt x="443384" y="318298"/>
                  </a:lnTo>
                  <a:close/>
                  <a:moveTo>
                    <a:pt x="443384" y="255712"/>
                  </a:moveTo>
                  <a:lnTo>
                    <a:pt x="604" y="71"/>
                  </a:lnTo>
                  <a:cubicBezTo>
                    <a:pt x="271" y="-119"/>
                    <a:pt x="0" y="85"/>
                    <a:pt x="0" y="528"/>
                  </a:cubicBezTo>
                  <a:lnTo>
                    <a:pt x="0" y="13232"/>
                  </a:lnTo>
                  <a:lnTo>
                    <a:pt x="443384" y="269221"/>
                  </a:lnTo>
                  <a:lnTo>
                    <a:pt x="443384" y="255712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0" name="任意多边形: 形状 2889">
              <a:extLst>
                <a:ext uri="{FF2B5EF4-FFF2-40B4-BE49-F238E27FC236}">
                  <a16:creationId xmlns:a16="http://schemas.microsoft.com/office/drawing/2014/main" id="{405794CE-725B-B51B-1E1F-74956188B5C5}"/>
                </a:ext>
              </a:extLst>
            </p:cNvPr>
            <p:cNvSpPr/>
            <p:nvPr/>
          </p:nvSpPr>
          <p:spPr>
            <a:xfrm>
              <a:off x="8427790" y="1594673"/>
              <a:ext cx="443384" cy="425423"/>
            </a:xfrm>
            <a:custGeom>
              <a:avLst/>
              <a:gdLst>
                <a:gd name="connsiteX0" fmla="*/ 443384 w 443384"/>
                <a:gd name="connsiteY0" fmla="*/ 349349 h 425423"/>
                <a:gd name="connsiteX1" fmla="*/ 0 w 443384"/>
                <a:gd name="connsiteY1" fmla="*/ 93360 h 425423"/>
                <a:gd name="connsiteX2" fmla="*/ 0 w 443384"/>
                <a:gd name="connsiteY2" fmla="*/ 106873 h 425423"/>
                <a:gd name="connsiteX3" fmla="*/ 443384 w 443384"/>
                <a:gd name="connsiteY3" fmla="*/ 362857 h 425423"/>
                <a:gd name="connsiteX4" fmla="*/ 443384 w 443384"/>
                <a:gd name="connsiteY4" fmla="*/ 349349 h 425423"/>
                <a:gd name="connsiteX5" fmla="*/ 443384 w 443384"/>
                <a:gd name="connsiteY5" fmla="*/ 411915 h 425423"/>
                <a:gd name="connsiteX6" fmla="*/ 0 w 443384"/>
                <a:gd name="connsiteY6" fmla="*/ 155927 h 425423"/>
                <a:gd name="connsiteX7" fmla="*/ 0 w 443384"/>
                <a:gd name="connsiteY7" fmla="*/ 169435 h 425423"/>
                <a:gd name="connsiteX8" fmla="*/ 443384 w 443384"/>
                <a:gd name="connsiteY8" fmla="*/ 425424 h 425423"/>
                <a:gd name="connsiteX9" fmla="*/ 443384 w 443384"/>
                <a:gd name="connsiteY9" fmla="*/ 411915 h 425423"/>
                <a:gd name="connsiteX10" fmla="*/ 335051 w 443384"/>
                <a:gd name="connsiteY10" fmla="*/ 161673 h 425423"/>
                <a:gd name="connsiteX11" fmla="*/ 323326 w 443384"/>
                <a:gd name="connsiteY11" fmla="*/ 154904 h 425423"/>
                <a:gd name="connsiteX12" fmla="*/ 323326 w 443384"/>
                <a:gd name="connsiteY12" fmla="*/ 217452 h 425423"/>
                <a:gd name="connsiteX13" fmla="*/ 335051 w 443384"/>
                <a:gd name="connsiteY13" fmla="*/ 224220 h 425423"/>
                <a:gd name="connsiteX14" fmla="*/ 335051 w 443384"/>
                <a:gd name="connsiteY14" fmla="*/ 161673 h 425423"/>
                <a:gd name="connsiteX15" fmla="*/ 443384 w 443384"/>
                <a:gd name="connsiteY15" fmla="*/ 228063 h 425423"/>
                <a:gd name="connsiteX16" fmla="*/ 431659 w 443384"/>
                <a:gd name="connsiteY16" fmla="*/ 221295 h 425423"/>
                <a:gd name="connsiteX17" fmla="*/ 431659 w 443384"/>
                <a:gd name="connsiteY17" fmla="*/ 279999 h 425423"/>
                <a:gd name="connsiteX18" fmla="*/ 443384 w 443384"/>
                <a:gd name="connsiteY18" fmla="*/ 286768 h 425423"/>
                <a:gd name="connsiteX19" fmla="*/ 443384 w 443384"/>
                <a:gd name="connsiteY19" fmla="*/ 228063 h 425423"/>
                <a:gd name="connsiteX20" fmla="*/ 158291 w 443384"/>
                <a:gd name="connsiteY20" fmla="*/ 0 h 425423"/>
                <a:gd name="connsiteX21" fmla="*/ 106659 w 443384"/>
                <a:gd name="connsiteY21" fmla="*/ 29809 h 425423"/>
                <a:gd name="connsiteX22" fmla="*/ 118379 w 443384"/>
                <a:gd name="connsiteY22" fmla="*/ 36577 h 425423"/>
                <a:gd name="connsiteX23" fmla="*/ 170011 w 443384"/>
                <a:gd name="connsiteY23" fmla="*/ 6768 h 425423"/>
                <a:gd name="connsiteX24" fmla="*/ 158291 w 443384"/>
                <a:gd name="connsiteY24" fmla="*/ 0 h 42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43384" h="425423">
                  <a:moveTo>
                    <a:pt x="443384" y="349349"/>
                  </a:moveTo>
                  <a:lnTo>
                    <a:pt x="0" y="93360"/>
                  </a:lnTo>
                  <a:lnTo>
                    <a:pt x="0" y="106873"/>
                  </a:lnTo>
                  <a:lnTo>
                    <a:pt x="443384" y="362857"/>
                  </a:lnTo>
                  <a:lnTo>
                    <a:pt x="443384" y="349349"/>
                  </a:lnTo>
                  <a:close/>
                  <a:moveTo>
                    <a:pt x="443384" y="411915"/>
                  </a:moveTo>
                  <a:lnTo>
                    <a:pt x="0" y="155927"/>
                  </a:lnTo>
                  <a:lnTo>
                    <a:pt x="0" y="169435"/>
                  </a:lnTo>
                  <a:lnTo>
                    <a:pt x="443384" y="425424"/>
                  </a:lnTo>
                  <a:lnTo>
                    <a:pt x="443384" y="411915"/>
                  </a:lnTo>
                  <a:close/>
                  <a:moveTo>
                    <a:pt x="335051" y="161673"/>
                  </a:moveTo>
                  <a:lnTo>
                    <a:pt x="323326" y="154904"/>
                  </a:lnTo>
                  <a:lnTo>
                    <a:pt x="323326" y="217452"/>
                  </a:lnTo>
                  <a:lnTo>
                    <a:pt x="335051" y="224220"/>
                  </a:lnTo>
                  <a:lnTo>
                    <a:pt x="335051" y="161673"/>
                  </a:lnTo>
                  <a:close/>
                  <a:moveTo>
                    <a:pt x="443384" y="228063"/>
                  </a:moveTo>
                  <a:lnTo>
                    <a:pt x="431659" y="221295"/>
                  </a:lnTo>
                  <a:lnTo>
                    <a:pt x="431659" y="279999"/>
                  </a:lnTo>
                  <a:lnTo>
                    <a:pt x="443384" y="286768"/>
                  </a:lnTo>
                  <a:lnTo>
                    <a:pt x="443384" y="228063"/>
                  </a:lnTo>
                  <a:close/>
                  <a:moveTo>
                    <a:pt x="158291" y="0"/>
                  </a:moveTo>
                  <a:lnTo>
                    <a:pt x="106659" y="29809"/>
                  </a:lnTo>
                  <a:lnTo>
                    <a:pt x="118379" y="36577"/>
                  </a:lnTo>
                  <a:lnTo>
                    <a:pt x="170011" y="6768"/>
                  </a:lnTo>
                  <a:lnTo>
                    <a:pt x="158291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1" name="任意多边形: 形状 2890">
              <a:extLst>
                <a:ext uri="{FF2B5EF4-FFF2-40B4-BE49-F238E27FC236}">
                  <a16:creationId xmlns:a16="http://schemas.microsoft.com/office/drawing/2014/main" id="{57990E77-2558-BCA6-9E3A-66E4D6F8E4C0}"/>
                </a:ext>
              </a:extLst>
            </p:cNvPr>
            <p:cNvSpPr/>
            <p:nvPr/>
          </p:nvSpPr>
          <p:spPr>
            <a:xfrm>
              <a:off x="8871175" y="1788180"/>
              <a:ext cx="47488" cy="280208"/>
            </a:xfrm>
            <a:custGeom>
              <a:avLst/>
              <a:gdLst>
                <a:gd name="connsiteX0" fmla="*/ 47489 w 47488"/>
                <a:gd name="connsiteY0" fmla="*/ 0 h 280208"/>
                <a:gd name="connsiteX1" fmla="*/ 0 w 47488"/>
                <a:gd name="connsiteY1" fmla="*/ 27416 h 280208"/>
                <a:gd name="connsiteX2" fmla="*/ 0 w 47488"/>
                <a:gd name="connsiteY2" fmla="*/ 280209 h 280208"/>
                <a:gd name="connsiteX3" fmla="*/ 47489 w 47488"/>
                <a:gd name="connsiteY3" fmla="*/ 252792 h 280208"/>
                <a:gd name="connsiteX4" fmla="*/ 47489 w 47488"/>
                <a:gd name="connsiteY4" fmla="*/ 0 h 28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88" h="280208">
                  <a:moveTo>
                    <a:pt x="47489" y="0"/>
                  </a:moveTo>
                  <a:lnTo>
                    <a:pt x="0" y="27416"/>
                  </a:lnTo>
                  <a:lnTo>
                    <a:pt x="0" y="280209"/>
                  </a:lnTo>
                  <a:lnTo>
                    <a:pt x="47489" y="252792"/>
                  </a:lnTo>
                  <a:lnTo>
                    <a:pt x="47489" y="0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2" name="任意多边形: 形状 2891">
              <a:extLst>
                <a:ext uri="{FF2B5EF4-FFF2-40B4-BE49-F238E27FC236}">
                  <a16:creationId xmlns:a16="http://schemas.microsoft.com/office/drawing/2014/main" id="{64EE5188-31C9-BCAF-2B5B-B3745B2EEB9D}"/>
                </a:ext>
              </a:extLst>
            </p:cNvPr>
            <p:cNvSpPr/>
            <p:nvPr/>
          </p:nvSpPr>
          <p:spPr>
            <a:xfrm>
              <a:off x="8859450" y="1782287"/>
              <a:ext cx="59235" cy="237809"/>
            </a:xfrm>
            <a:custGeom>
              <a:avLst/>
              <a:gdLst>
                <a:gd name="connsiteX0" fmla="*/ 59213 w 59235"/>
                <a:gd name="connsiteY0" fmla="*/ 196885 h 237809"/>
                <a:gd name="connsiteX1" fmla="*/ 11725 w 59235"/>
                <a:gd name="connsiteY1" fmla="*/ 224301 h 237809"/>
                <a:gd name="connsiteX2" fmla="*/ 11725 w 59235"/>
                <a:gd name="connsiteY2" fmla="*/ 237809 h 237809"/>
                <a:gd name="connsiteX3" fmla="*/ 59213 w 59235"/>
                <a:gd name="connsiteY3" fmla="*/ 210393 h 237809"/>
                <a:gd name="connsiteX4" fmla="*/ 59213 w 59235"/>
                <a:gd name="connsiteY4" fmla="*/ 196885 h 237809"/>
                <a:gd name="connsiteX5" fmla="*/ 59213 w 59235"/>
                <a:gd name="connsiteY5" fmla="*/ 134304 h 237809"/>
                <a:gd name="connsiteX6" fmla="*/ 11725 w 59235"/>
                <a:gd name="connsiteY6" fmla="*/ 161720 h 237809"/>
                <a:gd name="connsiteX7" fmla="*/ 11725 w 59235"/>
                <a:gd name="connsiteY7" fmla="*/ 175228 h 237809"/>
                <a:gd name="connsiteX8" fmla="*/ 59213 w 59235"/>
                <a:gd name="connsiteY8" fmla="*/ 147812 h 237809"/>
                <a:gd name="connsiteX9" fmla="*/ 59213 w 59235"/>
                <a:gd name="connsiteY9" fmla="*/ 134304 h 237809"/>
                <a:gd name="connsiteX10" fmla="*/ 59213 w 59235"/>
                <a:gd name="connsiteY10" fmla="*/ 71737 h 237809"/>
                <a:gd name="connsiteX11" fmla="*/ 11725 w 59235"/>
                <a:gd name="connsiteY11" fmla="*/ 99153 h 237809"/>
                <a:gd name="connsiteX12" fmla="*/ 11725 w 59235"/>
                <a:gd name="connsiteY12" fmla="*/ 112662 h 237809"/>
                <a:gd name="connsiteX13" fmla="*/ 59213 w 59235"/>
                <a:gd name="connsiteY13" fmla="*/ 85245 h 237809"/>
                <a:gd name="connsiteX14" fmla="*/ 59213 w 59235"/>
                <a:gd name="connsiteY14" fmla="*/ 71737 h 237809"/>
                <a:gd name="connsiteX15" fmla="*/ 51674 w 59235"/>
                <a:gd name="connsiteY15" fmla="*/ 0 h 237809"/>
                <a:gd name="connsiteX16" fmla="*/ 0 w 59235"/>
                <a:gd name="connsiteY16" fmla="*/ 29837 h 237809"/>
                <a:gd name="connsiteX17" fmla="*/ 11725 w 59235"/>
                <a:gd name="connsiteY17" fmla="*/ 36606 h 237809"/>
                <a:gd name="connsiteX18" fmla="*/ 56764 w 59235"/>
                <a:gd name="connsiteY18" fmla="*/ 10602 h 237809"/>
                <a:gd name="connsiteX19" fmla="*/ 55736 w 59235"/>
                <a:gd name="connsiteY19" fmla="*/ 2345 h 237809"/>
                <a:gd name="connsiteX20" fmla="*/ 51674 w 59235"/>
                <a:gd name="connsiteY20" fmla="*/ 0 h 237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235" h="237809">
                  <a:moveTo>
                    <a:pt x="59213" y="196885"/>
                  </a:moveTo>
                  <a:lnTo>
                    <a:pt x="11725" y="224301"/>
                  </a:lnTo>
                  <a:lnTo>
                    <a:pt x="11725" y="237809"/>
                  </a:lnTo>
                  <a:lnTo>
                    <a:pt x="59213" y="210393"/>
                  </a:lnTo>
                  <a:lnTo>
                    <a:pt x="59213" y="196885"/>
                  </a:lnTo>
                  <a:close/>
                  <a:moveTo>
                    <a:pt x="59213" y="134304"/>
                  </a:moveTo>
                  <a:lnTo>
                    <a:pt x="11725" y="161720"/>
                  </a:lnTo>
                  <a:lnTo>
                    <a:pt x="11725" y="175228"/>
                  </a:lnTo>
                  <a:lnTo>
                    <a:pt x="59213" y="147812"/>
                  </a:lnTo>
                  <a:lnTo>
                    <a:pt x="59213" y="134304"/>
                  </a:lnTo>
                  <a:close/>
                  <a:moveTo>
                    <a:pt x="59213" y="71737"/>
                  </a:moveTo>
                  <a:lnTo>
                    <a:pt x="11725" y="99153"/>
                  </a:lnTo>
                  <a:lnTo>
                    <a:pt x="11725" y="112662"/>
                  </a:lnTo>
                  <a:lnTo>
                    <a:pt x="59213" y="85245"/>
                  </a:lnTo>
                  <a:lnTo>
                    <a:pt x="59213" y="71737"/>
                  </a:lnTo>
                  <a:close/>
                  <a:moveTo>
                    <a:pt x="51674" y="0"/>
                  </a:moveTo>
                  <a:lnTo>
                    <a:pt x="0" y="29837"/>
                  </a:lnTo>
                  <a:lnTo>
                    <a:pt x="11725" y="36606"/>
                  </a:lnTo>
                  <a:lnTo>
                    <a:pt x="56764" y="10602"/>
                  </a:lnTo>
                  <a:cubicBezTo>
                    <a:pt x="60426" y="8486"/>
                    <a:pt x="59965" y="4790"/>
                    <a:pt x="55736" y="2345"/>
                  </a:cubicBezTo>
                  <a:lnTo>
                    <a:pt x="51674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893" name="文本框 2892">
            <a:extLst>
              <a:ext uri="{FF2B5EF4-FFF2-40B4-BE49-F238E27FC236}">
                <a16:creationId xmlns:a16="http://schemas.microsoft.com/office/drawing/2014/main" id="{44504446-7ECB-01DA-0056-F183DCDE4F46}"/>
              </a:ext>
            </a:extLst>
          </p:cNvPr>
          <p:cNvSpPr txBox="1"/>
          <p:nvPr/>
        </p:nvSpPr>
        <p:spPr>
          <a:xfrm>
            <a:off x="7546441" y="3066027"/>
            <a:ext cx="12618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外网数据中心核心</a:t>
            </a:r>
          </a:p>
        </p:txBody>
      </p:sp>
      <p:sp>
        <p:nvSpPr>
          <p:cNvPr id="2894" name="文本框 2893">
            <a:extLst>
              <a:ext uri="{FF2B5EF4-FFF2-40B4-BE49-F238E27FC236}">
                <a16:creationId xmlns:a16="http://schemas.microsoft.com/office/drawing/2014/main" id="{3DB70FE7-B817-0192-9A2E-C8C8B5BD9E86}"/>
              </a:ext>
            </a:extLst>
          </p:cNvPr>
          <p:cNvSpPr txBox="1"/>
          <p:nvPr/>
        </p:nvSpPr>
        <p:spPr>
          <a:xfrm>
            <a:off x="7370540" y="3239933"/>
            <a:ext cx="10406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DMZ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区防火墙</a:t>
            </a:r>
          </a:p>
        </p:txBody>
      </p:sp>
      <p:sp>
        <p:nvSpPr>
          <p:cNvPr id="2895" name="文本框 2894">
            <a:extLst>
              <a:ext uri="{FF2B5EF4-FFF2-40B4-BE49-F238E27FC236}">
                <a16:creationId xmlns:a16="http://schemas.microsoft.com/office/drawing/2014/main" id="{8C2EE81F-CE4D-0109-E911-38695AD10B3D}"/>
              </a:ext>
            </a:extLst>
          </p:cNvPr>
          <p:cNvSpPr txBox="1"/>
          <p:nvPr/>
        </p:nvSpPr>
        <p:spPr>
          <a:xfrm>
            <a:off x="3405296" y="4161503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dirty="0">
                <a:solidFill>
                  <a:srgbClr val="FF0000"/>
                </a:solidFill>
              </a:rPr>
              <a:t>172.16.31.254</a:t>
            </a:r>
          </a:p>
        </p:txBody>
      </p:sp>
      <p:sp>
        <p:nvSpPr>
          <p:cNvPr id="2896" name="文本框 2895">
            <a:extLst>
              <a:ext uri="{FF2B5EF4-FFF2-40B4-BE49-F238E27FC236}">
                <a16:creationId xmlns:a16="http://schemas.microsoft.com/office/drawing/2014/main" id="{067B8DC7-5AC0-4F0D-5C5F-77F65BC34D2A}"/>
              </a:ext>
            </a:extLst>
          </p:cNvPr>
          <p:cNvSpPr txBox="1"/>
          <p:nvPr/>
        </p:nvSpPr>
        <p:spPr>
          <a:xfrm>
            <a:off x="4699733" y="4088289"/>
            <a:ext cx="98777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dirty="0">
                <a:solidFill>
                  <a:srgbClr val="FF0000"/>
                </a:solidFill>
              </a:rPr>
              <a:t>1.1.1.101</a:t>
            </a: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端口 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10101</a:t>
            </a:r>
          </a:p>
        </p:txBody>
      </p:sp>
      <p:cxnSp>
        <p:nvCxnSpPr>
          <p:cNvPr id="2897" name="直接箭头连接符 2896">
            <a:extLst>
              <a:ext uri="{FF2B5EF4-FFF2-40B4-BE49-F238E27FC236}">
                <a16:creationId xmlns:a16="http://schemas.microsoft.com/office/drawing/2014/main" id="{05E578EA-E98E-4C26-94D6-3B1D15A0F8A5}"/>
              </a:ext>
            </a:extLst>
          </p:cNvPr>
          <p:cNvCxnSpPr/>
          <p:nvPr/>
        </p:nvCxnSpPr>
        <p:spPr>
          <a:xfrm>
            <a:off x="4413949" y="4277248"/>
            <a:ext cx="344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98" name="组合 2897">
            <a:extLst>
              <a:ext uri="{FF2B5EF4-FFF2-40B4-BE49-F238E27FC236}">
                <a16:creationId xmlns:a16="http://schemas.microsoft.com/office/drawing/2014/main" id="{58541955-5874-B534-19BA-69B91A45D6A7}"/>
              </a:ext>
            </a:extLst>
          </p:cNvPr>
          <p:cNvGrpSpPr/>
          <p:nvPr/>
        </p:nvGrpSpPr>
        <p:grpSpPr>
          <a:xfrm>
            <a:off x="4379475" y="4389645"/>
            <a:ext cx="296739" cy="412084"/>
            <a:chOff x="8427790" y="1387386"/>
            <a:chExt cx="490895" cy="681710"/>
          </a:xfrm>
        </p:grpSpPr>
        <p:sp>
          <p:nvSpPr>
            <p:cNvPr id="2899" name="任意多边形: 形状 2898">
              <a:extLst>
                <a:ext uri="{FF2B5EF4-FFF2-40B4-BE49-F238E27FC236}">
                  <a16:creationId xmlns:a16="http://schemas.microsoft.com/office/drawing/2014/main" id="{85434492-91C6-DB12-382F-7B3A583A513E}"/>
                </a:ext>
              </a:extLst>
            </p:cNvPr>
            <p:cNvSpPr/>
            <p:nvPr/>
          </p:nvSpPr>
          <p:spPr>
            <a:xfrm>
              <a:off x="8607699" y="1456097"/>
              <a:ext cx="72089" cy="26317"/>
            </a:xfrm>
            <a:custGeom>
              <a:avLst/>
              <a:gdLst>
                <a:gd name="connsiteX0" fmla="*/ 0 w 72089"/>
                <a:gd name="connsiteY0" fmla="*/ 17095 h 26317"/>
                <a:gd name="connsiteX1" fmla="*/ 71228 w 72089"/>
                <a:gd name="connsiteY1" fmla="*/ 0 h 26317"/>
                <a:gd name="connsiteX2" fmla="*/ 72089 w 72089"/>
                <a:gd name="connsiteY2" fmla="*/ 12514 h 26317"/>
                <a:gd name="connsiteX3" fmla="*/ 31773 w 72089"/>
                <a:gd name="connsiteY3" fmla="*/ 26318 h 26317"/>
                <a:gd name="connsiteX4" fmla="*/ 0 w 72089"/>
                <a:gd name="connsiteY4" fmla="*/ 17095 h 2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89" h="26317">
                  <a:moveTo>
                    <a:pt x="0" y="17095"/>
                  </a:moveTo>
                  <a:cubicBezTo>
                    <a:pt x="0" y="17095"/>
                    <a:pt x="35964" y="1513"/>
                    <a:pt x="71228" y="0"/>
                  </a:cubicBezTo>
                  <a:lnTo>
                    <a:pt x="72089" y="12514"/>
                  </a:lnTo>
                  <a:lnTo>
                    <a:pt x="31773" y="26318"/>
                  </a:lnTo>
                  <a:lnTo>
                    <a:pt x="0" y="17095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0" name="任意多边形: 形状 2899">
              <a:extLst>
                <a:ext uri="{FF2B5EF4-FFF2-40B4-BE49-F238E27FC236}">
                  <a16:creationId xmlns:a16="http://schemas.microsoft.com/office/drawing/2014/main" id="{3FC8ACD7-101A-05F2-F707-C35A4D47059E}"/>
                </a:ext>
              </a:extLst>
            </p:cNvPr>
            <p:cNvSpPr/>
            <p:nvPr/>
          </p:nvSpPr>
          <p:spPr>
            <a:xfrm>
              <a:off x="8594541" y="1387386"/>
              <a:ext cx="305876" cy="372691"/>
            </a:xfrm>
            <a:custGeom>
              <a:avLst/>
              <a:gdLst>
                <a:gd name="connsiteX0" fmla="*/ 1495 w 305876"/>
                <a:gd name="connsiteY0" fmla="*/ 234826 h 372691"/>
                <a:gd name="connsiteX1" fmla="*/ 83392 w 305876"/>
                <a:gd name="connsiteY1" fmla="*/ 68668 h 372691"/>
                <a:gd name="connsiteX2" fmla="*/ 115051 w 305876"/>
                <a:gd name="connsiteY2" fmla="*/ 148192 h 372691"/>
                <a:gd name="connsiteX3" fmla="*/ 136322 w 305876"/>
                <a:gd name="connsiteY3" fmla="*/ 87066 h 372691"/>
                <a:gd name="connsiteX4" fmla="*/ 209700 w 305876"/>
                <a:gd name="connsiteY4" fmla="*/ 1359 h 372691"/>
                <a:gd name="connsiteX5" fmla="*/ 203860 w 305876"/>
                <a:gd name="connsiteY5" fmla="*/ 36334 h 372691"/>
                <a:gd name="connsiteX6" fmla="*/ 215817 w 305876"/>
                <a:gd name="connsiteY6" fmla="*/ 89017 h 372691"/>
                <a:gd name="connsiteX7" fmla="*/ 248061 w 305876"/>
                <a:gd name="connsiteY7" fmla="*/ 128257 h 372691"/>
                <a:gd name="connsiteX8" fmla="*/ 287245 w 305876"/>
                <a:gd name="connsiteY8" fmla="*/ 180650 h 372691"/>
                <a:gd name="connsiteX9" fmla="*/ 305848 w 305876"/>
                <a:gd name="connsiteY9" fmla="*/ 249067 h 372691"/>
                <a:gd name="connsiteX10" fmla="*/ 213292 w 305876"/>
                <a:gd name="connsiteY10" fmla="*/ 370623 h 372691"/>
                <a:gd name="connsiteX11" fmla="*/ 110799 w 305876"/>
                <a:gd name="connsiteY11" fmla="*/ 287985 h 372691"/>
                <a:gd name="connsiteX12" fmla="*/ 1495 w 305876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76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66" y="104651"/>
                    <a:pt x="115051" y="148192"/>
                  </a:cubicBezTo>
                  <a:cubicBezTo>
                    <a:pt x="115051" y="148192"/>
                    <a:pt x="144432" y="152558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4"/>
                  </a:cubicBezTo>
                  <a:cubicBezTo>
                    <a:pt x="199850" y="53976"/>
                    <a:pt x="206052" y="75832"/>
                    <a:pt x="215817" y="89017"/>
                  </a:cubicBezTo>
                  <a:cubicBezTo>
                    <a:pt x="227052" y="104175"/>
                    <a:pt x="235818" y="115829"/>
                    <a:pt x="248061" y="128257"/>
                  </a:cubicBezTo>
                  <a:cubicBezTo>
                    <a:pt x="263301" y="143740"/>
                    <a:pt x="276871" y="161258"/>
                    <a:pt x="287245" y="180650"/>
                  </a:cubicBezTo>
                  <a:cubicBezTo>
                    <a:pt x="298870" y="202382"/>
                    <a:pt x="306400" y="226407"/>
                    <a:pt x="305848" y="249067"/>
                  </a:cubicBezTo>
                  <a:cubicBezTo>
                    <a:pt x="304426" y="307886"/>
                    <a:pt x="268148" y="386472"/>
                    <a:pt x="213292" y="370623"/>
                  </a:cubicBezTo>
                  <a:cubicBezTo>
                    <a:pt x="181504" y="361439"/>
                    <a:pt x="140808" y="305750"/>
                    <a:pt x="110799" y="287985"/>
                  </a:cubicBezTo>
                  <a:cubicBezTo>
                    <a:pt x="74973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1" name="任意多边形: 形状 2900">
              <a:extLst>
                <a:ext uri="{FF2B5EF4-FFF2-40B4-BE49-F238E27FC236}">
                  <a16:creationId xmlns:a16="http://schemas.microsoft.com/office/drawing/2014/main" id="{C09F54AE-8E69-018D-ED86-4FF6351B113E}"/>
                </a:ext>
              </a:extLst>
            </p:cNvPr>
            <p:cNvSpPr/>
            <p:nvPr/>
          </p:nvSpPr>
          <p:spPr>
            <a:xfrm>
              <a:off x="8713166" y="1387433"/>
              <a:ext cx="72344" cy="20472"/>
            </a:xfrm>
            <a:custGeom>
              <a:avLst/>
              <a:gdLst>
                <a:gd name="connsiteX0" fmla="*/ 72345 w 72344"/>
                <a:gd name="connsiteY0" fmla="*/ 57 h 20472"/>
                <a:gd name="connsiteX1" fmla="*/ 34312 w 72344"/>
                <a:gd name="connsiteY1" fmla="*/ 2731 h 20472"/>
                <a:gd name="connsiteX2" fmla="*/ 1811 w 72344"/>
                <a:gd name="connsiteY2" fmla="*/ 16268 h 20472"/>
                <a:gd name="connsiteX3" fmla="*/ 6905 w 72344"/>
                <a:gd name="connsiteY3" fmla="*/ 20472 h 20472"/>
                <a:gd name="connsiteX4" fmla="*/ 57723 w 72344"/>
                <a:gd name="connsiteY4" fmla="*/ 10579 h 20472"/>
                <a:gd name="connsiteX5" fmla="*/ 72345 w 72344"/>
                <a:gd name="connsiteY5" fmla="*/ 57 h 20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44" h="20472">
                  <a:moveTo>
                    <a:pt x="72345" y="57"/>
                  </a:moveTo>
                  <a:cubicBezTo>
                    <a:pt x="72345" y="57"/>
                    <a:pt x="51107" y="-627"/>
                    <a:pt x="34312" y="2731"/>
                  </a:cubicBezTo>
                  <a:cubicBezTo>
                    <a:pt x="18811" y="5832"/>
                    <a:pt x="5017" y="14208"/>
                    <a:pt x="1811" y="16268"/>
                  </a:cubicBezTo>
                  <a:cubicBezTo>
                    <a:pt x="-4268" y="20182"/>
                    <a:pt x="6905" y="20472"/>
                    <a:pt x="6905" y="20472"/>
                  </a:cubicBezTo>
                  <a:lnTo>
                    <a:pt x="57723" y="10579"/>
                  </a:lnTo>
                  <a:lnTo>
                    <a:pt x="72345" y="57"/>
                  </a:lnTo>
                  <a:close/>
                </a:path>
              </a:pathLst>
            </a:custGeom>
            <a:solidFill>
              <a:srgbClr val="6D8ACA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2" name="任意多边形: 形状 2901">
              <a:extLst>
                <a:ext uri="{FF2B5EF4-FFF2-40B4-BE49-F238E27FC236}">
                  <a16:creationId xmlns:a16="http://schemas.microsoft.com/office/drawing/2014/main" id="{EC64AE8F-6FF5-1470-6E7E-33CCB5B046D0}"/>
                </a:ext>
              </a:extLst>
            </p:cNvPr>
            <p:cNvSpPr/>
            <p:nvPr/>
          </p:nvSpPr>
          <p:spPr>
            <a:xfrm>
              <a:off x="8547804" y="1396895"/>
              <a:ext cx="305880" cy="372691"/>
            </a:xfrm>
            <a:custGeom>
              <a:avLst/>
              <a:gdLst>
                <a:gd name="connsiteX0" fmla="*/ 1495 w 305880"/>
                <a:gd name="connsiteY0" fmla="*/ 234826 h 372691"/>
                <a:gd name="connsiteX1" fmla="*/ 83392 w 305880"/>
                <a:gd name="connsiteY1" fmla="*/ 68668 h 372691"/>
                <a:gd name="connsiteX2" fmla="*/ 115051 w 305880"/>
                <a:gd name="connsiteY2" fmla="*/ 148192 h 372691"/>
                <a:gd name="connsiteX3" fmla="*/ 136322 w 305880"/>
                <a:gd name="connsiteY3" fmla="*/ 87066 h 372691"/>
                <a:gd name="connsiteX4" fmla="*/ 209700 w 305880"/>
                <a:gd name="connsiteY4" fmla="*/ 1359 h 372691"/>
                <a:gd name="connsiteX5" fmla="*/ 203860 w 305880"/>
                <a:gd name="connsiteY5" fmla="*/ 36339 h 372691"/>
                <a:gd name="connsiteX6" fmla="*/ 215822 w 305880"/>
                <a:gd name="connsiteY6" fmla="*/ 89016 h 372691"/>
                <a:gd name="connsiteX7" fmla="*/ 248061 w 305880"/>
                <a:gd name="connsiteY7" fmla="*/ 128262 h 372691"/>
                <a:gd name="connsiteX8" fmla="*/ 287245 w 305880"/>
                <a:gd name="connsiteY8" fmla="*/ 180650 h 372691"/>
                <a:gd name="connsiteX9" fmla="*/ 305853 w 305880"/>
                <a:gd name="connsiteY9" fmla="*/ 249072 h 372691"/>
                <a:gd name="connsiteX10" fmla="*/ 213296 w 305880"/>
                <a:gd name="connsiteY10" fmla="*/ 370623 h 372691"/>
                <a:gd name="connsiteX11" fmla="*/ 110799 w 305880"/>
                <a:gd name="connsiteY11" fmla="*/ 287984 h 372691"/>
                <a:gd name="connsiteX12" fmla="*/ 1495 w 305880"/>
                <a:gd name="connsiteY12" fmla="*/ 234826 h 37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5880" h="372691">
                  <a:moveTo>
                    <a:pt x="1495" y="234826"/>
                  </a:moveTo>
                  <a:cubicBezTo>
                    <a:pt x="1495" y="234826"/>
                    <a:pt x="-17949" y="88075"/>
                    <a:pt x="83392" y="68668"/>
                  </a:cubicBezTo>
                  <a:cubicBezTo>
                    <a:pt x="90242" y="67356"/>
                    <a:pt x="114871" y="104651"/>
                    <a:pt x="115051" y="148192"/>
                  </a:cubicBezTo>
                  <a:cubicBezTo>
                    <a:pt x="115051" y="148192"/>
                    <a:pt x="144437" y="152563"/>
                    <a:pt x="136322" y="87066"/>
                  </a:cubicBezTo>
                  <a:cubicBezTo>
                    <a:pt x="136322" y="87066"/>
                    <a:pt x="128546" y="-12710"/>
                    <a:pt x="209700" y="1359"/>
                  </a:cubicBezTo>
                  <a:cubicBezTo>
                    <a:pt x="215665" y="2392"/>
                    <a:pt x="208045" y="17922"/>
                    <a:pt x="203860" y="36339"/>
                  </a:cubicBezTo>
                  <a:cubicBezTo>
                    <a:pt x="199855" y="53976"/>
                    <a:pt x="206052" y="75832"/>
                    <a:pt x="215822" y="89016"/>
                  </a:cubicBezTo>
                  <a:cubicBezTo>
                    <a:pt x="227052" y="104175"/>
                    <a:pt x="235823" y="115829"/>
                    <a:pt x="248061" y="128262"/>
                  </a:cubicBezTo>
                  <a:cubicBezTo>
                    <a:pt x="263301" y="143744"/>
                    <a:pt x="276871" y="161258"/>
                    <a:pt x="287245" y="180650"/>
                  </a:cubicBezTo>
                  <a:cubicBezTo>
                    <a:pt x="298875" y="202382"/>
                    <a:pt x="306400" y="226407"/>
                    <a:pt x="305853" y="249072"/>
                  </a:cubicBezTo>
                  <a:cubicBezTo>
                    <a:pt x="304426" y="307886"/>
                    <a:pt x="268148" y="386472"/>
                    <a:pt x="213296" y="370623"/>
                  </a:cubicBezTo>
                  <a:cubicBezTo>
                    <a:pt x="181504" y="361443"/>
                    <a:pt x="140808" y="305755"/>
                    <a:pt x="110799" y="287984"/>
                  </a:cubicBezTo>
                  <a:cubicBezTo>
                    <a:pt x="74978" y="266771"/>
                    <a:pt x="38077" y="252810"/>
                    <a:pt x="1495" y="234826"/>
                  </a:cubicBez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3" name="任意多边形: 形状 2902">
              <a:extLst>
                <a:ext uri="{FF2B5EF4-FFF2-40B4-BE49-F238E27FC236}">
                  <a16:creationId xmlns:a16="http://schemas.microsoft.com/office/drawing/2014/main" id="{04FFA336-77B0-B08A-04BF-E224CDA0D066}"/>
                </a:ext>
              </a:extLst>
            </p:cNvPr>
            <p:cNvSpPr/>
            <p:nvPr/>
          </p:nvSpPr>
          <p:spPr>
            <a:xfrm>
              <a:off x="8524228" y="1709575"/>
              <a:ext cx="9470" cy="55993"/>
            </a:xfrm>
            <a:custGeom>
              <a:avLst/>
              <a:gdLst>
                <a:gd name="connsiteX0" fmla="*/ 9470 w 9470"/>
                <a:gd name="connsiteY0" fmla="*/ 5470 h 55993"/>
                <a:gd name="connsiteX1" fmla="*/ 0 w 9470"/>
                <a:gd name="connsiteY1" fmla="*/ 0 h 55993"/>
                <a:gd name="connsiteX2" fmla="*/ 0 w 9470"/>
                <a:gd name="connsiteY2" fmla="*/ 50528 h 55993"/>
                <a:gd name="connsiteX3" fmla="*/ 9470 w 9470"/>
                <a:gd name="connsiteY3" fmla="*/ 55993 h 55993"/>
                <a:gd name="connsiteX4" fmla="*/ 9470 w 9470"/>
                <a:gd name="connsiteY4" fmla="*/ 5470 h 55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0" h="55993">
                  <a:moveTo>
                    <a:pt x="9470" y="5470"/>
                  </a:moveTo>
                  <a:lnTo>
                    <a:pt x="0" y="0"/>
                  </a:lnTo>
                  <a:lnTo>
                    <a:pt x="0" y="50528"/>
                  </a:lnTo>
                  <a:lnTo>
                    <a:pt x="9470" y="55993"/>
                  </a:lnTo>
                  <a:lnTo>
                    <a:pt x="9470" y="5470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4" name="任意多边形: 形状 2903">
              <a:extLst>
                <a:ext uri="{FF2B5EF4-FFF2-40B4-BE49-F238E27FC236}">
                  <a16:creationId xmlns:a16="http://schemas.microsoft.com/office/drawing/2014/main" id="{60CEA6FF-7597-2273-0E01-2E50BB8E0888}"/>
                </a:ext>
              </a:extLst>
            </p:cNvPr>
            <p:cNvSpPr/>
            <p:nvPr/>
          </p:nvSpPr>
          <p:spPr>
            <a:xfrm>
              <a:off x="8524228" y="1685493"/>
              <a:ext cx="138693" cy="80075"/>
            </a:xfrm>
            <a:custGeom>
              <a:avLst/>
              <a:gdLst>
                <a:gd name="connsiteX0" fmla="*/ 41710 w 138693"/>
                <a:gd name="connsiteY0" fmla="*/ 0 h 80075"/>
                <a:gd name="connsiteX1" fmla="*/ 0 w 138693"/>
                <a:gd name="connsiteY1" fmla="*/ 24082 h 80075"/>
                <a:gd name="connsiteX2" fmla="*/ 9470 w 138693"/>
                <a:gd name="connsiteY2" fmla="*/ 29552 h 80075"/>
                <a:gd name="connsiteX3" fmla="*/ 51180 w 138693"/>
                <a:gd name="connsiteY3" fmla="*/ 5470 h 80075"/>
                <a:gd name="connsiteX4" fmla="*/ 41710 w 138693"/>
                <a:gd name="connsiteY4" fmla="*/ 0 h 80075"/>
                <a:gd name="connsiteX5" fmla="*/ 129224 w 138693"/>
                <a:gd name="connsiteY5" fmla="*/ 50528 h 80075"/>
                <a:gd name="connsiteX6" fmla="*/ 87514 w 138693"/>
                <a:gd name="connsiteY6" fmla="*/ 74610 h 80075"/>
                <a:gd name="connsiteX7" fmla="*/ 96984 w 138693"/>
                <a:gd name="connsiteY7" fmla="*/ 80075 h 80075"/>
                <a:gd name="connsiteX8" fmla="*/ 138694 w 138693"/>
                <a:gd name="connsiteY8" fmla="*/ 55998 h 80075"/>
                <a:gd name="connsiteX9" fmla="*/ 129224 w 138693"/>
                <a:gd name="connsiteY9" fmla="*/ 50528 h 8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693" h="80075">
                  <a:moveTo>
                    <a:pt x="41710" y="0"/>
                  </a:moveTo>
                  <a:lnTo>
                    <a:pt x="0" y="24082"/>
                  </a:lnTo>
                  <a:lnTo>
                    <a:pt x="9470" y="29552"/>
                  </a:lnTo>
                  <a:lnTo>
                    <a:pt x="51180" y="5470"/>
                  </a:lnTo>
                  <a:lnTo>
                    <a:pt x="41710" y="0"/>
                  </a:lnTo>
                  <a:close/>
                  <a:moveTo>
                    <a:pt x="129224" y="50528"/>
                  </a:moveTo>
                  <a:lnTo>
                    <a:pt x="87514" y="74610"/>
                  </a:lnTo>
                  <a:lnTo>
                    <a:pt x="96984" y="80075"/>
                  </a:lnTo>
                  <a:lnTo>
                    <a:pt x="138694" y="55998"/>
                  </a:lnTo>
                  <a:lnTo>
                    <a:pt x="129224" y="50528"/>
                  </a:lnTo>
                  <a:close/>
                </a:path>
              </a:pathLst>
            </a:custGeom>
            <a:solidFill>
              <a:srgbClr val="D0DBF7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5" name="任意多边形: 形状 2904">
              <a:extLst>
                <a:ext uri="{FF2B5EF4-FFF2-40B4-BE49-F238E27FC236}">
                  <a16:creationId xmlns:a16="http://schemas.microsoft.com/office/drawing/2014/main" id="{78F70379-F159-2D80-E4EE-9B63AFA0D956}"/>
                </a:ext>
              </a:extLst>
            </p:cNvPr>
            <p:cNvSpPr/>
            <p:nvPr/>
          </p:nvSpPr>
          <p:spPr>
            <a:xfrm>
              <a:off x="8427790" y="1555729"/>
              <a:ext cx="439241" cy="385881"/>
            </a:xfrm>
            <a:custGeom>
              <a:avLst/>
              <a:gdLst>
                <a:gd name="connsiteX0" fmla="*/ 311635 w 439241"/>
                <a:gd name="connsiteY0" fmla="*/ 174337 h 385881"/>
                <a:gd name="connsiteX1" fmla="*/ 12210 w 439241"/>
                <a:gd name="connsiteY1" fmla="*/ 1463 h 385881"/>
                <a:gd name="connsiteX2" fmla="*/ 0 w 439241"/>
                <a:gd name="connsiteY2" fmla="*/ 10695 h 385881"/>
                <a:gd name="connsiteX3" fmla="*/ 0 w 439241"/>
                <a:gd name="connsiteY3" fmla="*/ 69742 h 385881"/>
                <a:gd name="connsiteX4" fmla="*/ 311635 w 439241"/>
                <a:gd name="connsiteY4" fmla="*/ 249660 h 385881"/>
                <a:gd name="connsiteX5" fmla="*/ 311635 w 439241"/>
                <a:gd name="connsiteY5" fmla="*/ 174337 h 385881"/>
                <a:gd name="connsiteX6" fmla="*/ 439241 w 439241"/>
                <a:gd name="connsiteY6" fmla="*/ 323338 h 385881"/>
                <a:gd name="connsiteX7" fmla="*/ 0 w 439241"/>
                <a:gd name="connsiteY7" fmla="*/ 69742 h 385881"/>
                <a:gd name="connsiteX8" fmla="*/ 0 w 439241"/>
                <a:gd name="connsiteY8" fmla="*/ 132290 h 385881"/>
                <a:gd name="connsiteX9" fmla="*/ 439241 w 439241"/>
                <a:gd name="connsiteY9" fmla="*/ 385881 h 385881"/>
                <a:gd name="connsiteX10" fmla="*/ 439241 w 439241"/>
                <a:gd name="connsiteY10" fmla="*/ 323338 h 38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9241" h="385881">
                  <a:moveTo>
                    <a:pt x="311635" y="174337"/>
                  </a:moveTo>
                  <a:lnTo>
                    <a:pt x="12210" y="1463"/>
                  </a:lnTo>
                  <a:cubicBezTo>
                    <a:pt x="5470" y="-2428"/>
                    <a:pt x="0" y="1710"/>
                    <a:pt x="0" y="10695"/>
                  </a:cubicBezTo>
                  <a:lnTo>
                    <a:pt x="0" y="69742"/>
                  </a:lnTo>
                  <a:lnTo>
                    <a:pt x="311635" y="249660"/>
                  </a:lnTo>
                  <a:lnTo>
                    <a:pt x="311635" y="174337"/>
                  </a:lnTo>
                  <a:close/>
                  <a:moveTo>
                    <a:pt x="439241" y="323338"/>
                  </a:moveTo>
                  <a:lnTo>
                    <a:pt x="0" y="69742"/>
                  </a:lnTo>
                  <a:lnTo>
                    <a:pt x="0" y="132290"/>
                  </a:lnTo>
                  <a:lnTo>
                    <a:pt x="439241" y="385881"/>
                  </a:lnTo>
                  <a:lnTo>
                    <a:pt x="439241" y="323338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6" name="任意多边形: 形状 2905">
              <a:extLst>
                <a:ext uri="{FF2B5EF4-FFF2-40B4-BE49-F238E27FC236}">
                  <a16:creationId xmlns:a16="http://schemas.microsoft.com/office/drawing/2014/main" id="{CB54942F-80FB-E4FC-D4AE-1E6C4484EF64}"/>
                </a:ext>
              </a:extLst>
            </p:cNvPr>
            <p:cNvSpPr/>
            <p:nvPr/>
          </p:nvSpPr>
          <p:spPr>
            <a:xfrm>
              <a:off x="8427790" y="1688018"/>
              <a:ext cx="439241" cy="316138"/>
            </a:xfrm>
            <a:custGeom>
              <a:avLst/>
              <a:gdLst>
                <a:gd name="connsiteX0" fmla="*/ 439241 w 439241"/>
                <a:gd name="connsiteY0" fmla="*/ 253591 h 316138"/>
                <a:gd name="connsiteX1" fmla="*/ 0 w 439241"/>
                <a:gd name="connsiteY1" fmla="*/ 0 h 316138"/>
                <a:gd name="connsiteX2" fmla="*/ 0 w 439241"/>
                <a:gd name="connsiteY2" fmla="*/ 62543 h 316138"/>
                <a:gd name="connsiteX3" fmla="*/ 439241 w 439241"/>
                <a:gd name="connsiteY3" fmla="*/ 316139 h 316138"/>
                <a:gd name="connsiteX4" fmla="*/ 439241 w 439241"/>
                <a:gd name="connsiteY4" fmla="*/ 253591 h 31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241" h="316138">
                  <a:moveTo>
                    <a:pt x="439241" y="253591"/>
                  </a:moveTo>
                  <a:lnTo>
                    <a:pt x="0" y="0"/>
                  </a:lnTo>
                  <a:lnTo>
                    <a:pt x="0" y="62543"/>
                  </a:lnTo>
                  <a:lnTo>
                    <a:pt x="439241" y="316139"/>
                  </a:lnTo>
                  <a:lnTo>
                    <a:pt x="439241" y="25359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7" name="任意多边形: 形状 2906">
              <a:extLst>
                <a:ext uri="{FF2B5EF4-FFF2-40B4-BE49-F238E27FC236}">
                  <a16:creationId xmlns:a16="http://schemas.microsoft.com/office/drawing/2014/main" id="{93B9049D-C70D-7691-1C3E-E1F76AFCC4E3}"/>
                </a:ext>
              </a:extLst>
            </p:cNvPr>
            <p:cNvSpPr/>
            <p:nvPr/>
          </p:nvSpPr>
          <p:spPr>
            <a:xfrm>
              <a:off x="8427790" y="1742837"/>
              <a:ext cx="439241" cy="323849"/>
            </a:xfrm>
            <a:custGeom>
              <a:avLst/>
              <a:gdLst>
                <a:gd name="connsiteX0" fmla="*/ 439241 w 439241"/>
                <a:gd name="connsiteY0" fmla="*/ 261302 h 323849"/>
                <a:gd name="connsiteX1" fmla="*/ 0 w 439241"/>
                <a:gd name="connsiteY1" fmla="*/ 7710 h 323849"/>
                <a:gd name="connsiteX2" fmla="*/ 0 w 439241"/>
                <a:gd name="connsiteY2" fmla="*/ 70253 h 323849"/>
                <a:gd name="connsiteX3" fmla="*/ 439241 w 439241"/>
                <a:gd name="connsiteY3" fmla="*/ 323849 h 323849"/>
                <a:gd name="connsiteX4" fmla="*/ 439241 w 439241"/>
                <a:gd name="connsiteY4" fmla="*/ 261302 h 323849"/>
                <a:gd name="connsiteX5" fmla="*/ 439241 w 439241"/>
                <a:gd name="connsiteY5" fmla="*/ 73664 h 323849"/>
                <a:gd name="connsiteX6" fmla="*/ 311649 w 439241"/>
                <a:gd name="connsiteY6" fmla="*/ 0 h 323849"/>
                <a:gd name="connsiteX7" fmla="*/ 311649 w 439241"/>
                <a:gd name="connsiteY7" fmla="*/ 62543 h 323849"/>
                <a:gd name="connsiteX8" fmla="*/ 439241 w 439241"/>
                <a:gd name="connsiteY8" fmla="*/ 136211 h 323849"/>
                <a:gd name="connsiteX9" fmla="*/ 439241 w 439241"/>
                <a:gd name="connsiteY9" fmla="*/ 73664 h 32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241" h="323849">
                  <a:moveTo>
                    <a:pt x="439241" y="261302"/>
                  </a:moveTo>
                  <a:lnTo>
                    <a:pt x="0" y="7710"/>
                  </a:lnTo>
                  <a:lnTo>
                    <a:pt x="0" y="70253"/>
                  </a:lnTo>
                  <a:lnTo>
                    <a:pt x="439241" y="323849"/>
                  </a:lnTo>
                  <a:lnTo>
                    <a:pt x="439241" y="261302"/>
                  </a:lnTo>
                  <a:close/>
                  <a:moveTo>
                    <a:pt x="439241" y="73664"/>
                  </a:moveTo>
                  <a:lnTo>
                    <a:pt x="311649" y="0"/>
                  </a:lnTo>
                  <a:lnTo>
                    <a:pt x="311649" y="62543"/>
                  </a:lnTo>
                  <a:lnTo>
                    <a:pt x="439241" y="136211"/>
                  </a:lnTo>
                  <a:lnTo>
                    <a:pt x="439241" y="73664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8" name="任意多边形: 形状 2907">
              <a:extLst>
                <a:ext uri="{FF2B5EF4-FFF2-40B4-BE49-F238E27FC236}">
                  <a16:creationId xmlns:a16="http://schemas.microsoft.com/office/drawing/2014/main" id="{E9B3D76D-4CE2-ABAD-ABAE-4B22D76E8320}"/>
                </a:ext>
              </a:extLst>
            </p:cNvPr>
            <p:cNvSpPr/>
            <p:nvPr/>
          </p:nvSpPr>
          <p:spPr>
            <a:xfrm>
              <a:off x="8427877" y="1535155"/>
              <a:ext cx="488179" cy="283190"/>
            </a:xfrm>
            <a:custGeom>
              <a:avLst/>
              <a:gdLst>
                <a:gd name="connsiteX0" fmla="*/ 61268 w 488179"/>
                <a:gd name="connsiteY0" fmla="*/ 3501 h 283190"/>
                <a:gd name="connsiteX1" fmla="*/ 36477 w 488179"/>
                <a:gd name="connsiteY1" fmla="*/ 2473 h 283190"/>
                <a:gd name="connsiteX2" fmla="*/ 5664 w 488179"/>
                <a:gd name="connsiteY2" fmla="*/ 20263 h 283190"/>
                <a:gd name="connsiteX3" fmla="*/ 8019 w 488179"/>
                <a:gd name="connsiteY3" fmla="*/ 39184 h 283190"/>
                <a:gd name="connsiteX4" fmla="*/ 430650 w 488179"/>
                <a:gd name="connsiteY4" fmla="*/ 283191 h 283190"/>
                <a:gd name="connsiteX5" fmla="*/ 488180 w 488179"/>
                <a:gd name="connsiteY5" fmla="*/ 249981 h 283190"/>
                <a:gd name="connsiteX6" fmla="*/ 61268 w 488179"/>
                <a:gd name="connsiteY6" fmla="*/ 3501 h 28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179" h="283190">
                  <a:moveTo>
                    <a:pt x="61268" y="3501"/>
                  </a:moveTo>
                  <a:cubicBezTo>
                    <a:pt x="53938" y="-733"/>
                    <a:pt x="42827" y="-1189"/>
                    <a:pt x="36477" y="2473"/>
                  </a:cubicBezTo>
                  <a:lnTo>
                    <a:pt x="5664" y="20263"/>
                  </a:lnTo>
                  <a:cubicBezTo>
                    <a:pt x="-2726" y="25109"/>
                    <a:pt x="-1675" y="33590"/>
                    <a:pt x="8019" y="39184"/>
                  </a:cubicBezTo>
                  <a:lnTo>
                    <a:pt x="430650" y="283191"/>
                  </a:lnTo>
                  <a:lnTo>
                    <a:pt x="488180" y="249981"/>
                  </a:lnTo>
                  <a:lnTo>
                    <a:pt x="61268" y="3501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9" name="任意多边形: 形状 2908">
              <a:extLst>
                <a:ext uri="{FF2B5EF4-FFF2-40B4-BE49-F238E27FC236}">
                  <a16:creationId xmlns:a16="http://schemas.microsoft.com/office/drawing/2014/main" id="{9426F3F2-6DAE-072B-ECB9-3FE6EC21D493}"/>
                </a:ext>
              </a:extLst>
            </p:cNvPr>
            <p:cNvSpPr/>
            <p:nvPr/>
          </p:nvSpPr>
          <p:spPr>
            <a:xfrm>
              <a:off x="8469200" y="1624481"/>
              <a:ext cx="401974" cy="444615"/>
            </a:xfrm>
            <a:custGeom>
              <a:avLst/>
              <a:gdLst>
                <a:gd name="connsiteX0" fmla="*/ 76969 w 401974"/>
                <a:gd name="connsiteY0" fmla="*/ 6768 h 444615"/>
                <a:gd name="connsiteX1" fmla="*/ 65249 w 401974"/>
                <a:gd name="connsiteY1" fmla="*/ 0 h 444615"/>
                <a:gd name="connsiteX2" fmla="*/ 65249 w 401974"/>
                <a:gd name="connsiteY2" fmla="*/ 62548 h 444615"/>
                <a:gd name="connsiteX3" fmla="*/ 76969 w 401974"/>
                <a:gd name="connsiteY3" fmla="*/ 69316 h 444615"/>
                <a:gd name="connsiteX4" fmla="*/ 76969 w 401974"/>
                <a:gd name="connsiteY4" fmla="*/ 6768 h 444615"/>
                <a:gd name="connsiteX5" fmla="*/ 11725 w 401974"/>
                <a:gd name="connsiteY5" fmla="*/ 38437 h 444615"/>
                <a:gd name="connsiteX6" fmla="*/ 0 w 401974"/>
                <a:gd name="connsiteY6" fmla="*/ 31669 h 444615"/>
                <a:gd name="connsiteX7" fmla="*/ 0 w 401974"/>
                <a:gd name="connsiteY7" fmla="*/ 94216 h 444615"/>
                <a:gd name="connsiteX8" fmla="*/ 11725 w 401974"/>
                <a:gd name="connsiteY8" fmla="*/ 100985 h 444615"/>
                <a:gd name="connsiteX9" fmla="*/ 11725 w 401974"/>
                <a:gd name="connsiteY9" fmla="*/ 38437 h 444615"/>
                <a:gd name="connsiteX10" fmla="*/ 114407 w 401974"/>
                <a:gd name="connsiteY10" fmla="*/ 97722 h 444615"/>
                <a:gd name="connsiteX11" fmla="*/ 102683 w 401974"/>
                <a:gd name="connsiteY11" fmla="*/ 90953 h 444615"/>
                <a:gd name="connsiteX12" fmla="*/ 102683 w 401974"/>
                <a:gd name="connsiteY12" fmla="*/ 153501 h 444615"/>
                <a:gd name="connsiteX13" fmla="*/ 114407 w 401974"/>
                <a:gd name="connsiteY13" fmla="*/ 160269 h 444615"/>
                <a:gd name="connsiteX14" fmla="*/ 114407 w 401974"/>
                <a:gd name="connsiteY14" fmla="*/ 97722 h 444615"/>
                <a:gd name="connsiteX15" fmla="*/ 43755 w 401974"/>
                <a:gd name="connsiteY15" fmla="*/ 119478 h 444615"/>
                <a:gd name="connsiteX16" fmla="*/ 32030 w 401974"/>
                <a:gd name="connsiteY16" fmla="*/ 112709 h 444615"/>
                <a:gd name="connsiteX17" fmla="*/ 32030 w 401974"/>
                <a:gd name="connsiteY17" fmla="*/ 175257 h 444615"/>
                <a:gd name="connsiteX18" fmla="*/ 43755 w 401974"/>
                <a:gd name="connsiteY18" fmla="*/ 182025 h 444615"/>
                <a:gd name="connsiteX19" fmla="*/ 43755 w 401974"/>
                <a:gd name="connsiteY19" fmla="*/ 119478 h 444615"/>
                <a:gd name="connsiteX20" fmla="*/ 148787 w 401974"/>
                <a:gd name="connsiteY20" fmla="*/ 180118 h 444615"/>
                <a:gd name="connsiteX21" fmla="*/ 137067 w 401974"/>
                <a:gd name="connsiteY21" fmla="*/ 173350 h 444615"/>
                <a:gd name="connsiteX22" fmla="*/ 137067 w 401974"/>
                <a:gd name="connsiteY22" fmla="*/ 235897 h 444615"/>
                <a:gd name="connsiteX23" fmla="*/ 148787 w 401974"/>
                <a:gd name="connsiteY23" fmla="*/ 242666 h 444615"/>
                <a:gd name="connsiteX24" fmla="*/ 148787 w 401974"/>
                <a:gd name="connsiteY24" fmla="*/ 180118 h 444615"/>
                <a:gd name="connsiteX25" fmla="*/ 76969 w 401974"/>
                <a:gd name="connsiteY25" fmla="*/ 194430 h 444615"/>
                <a:gd name="connsiteX26" fmla="*/ 65249 w 401974"/>
                <a:gd name="connsiteY26" fmla="*/ 187662 h 444615"/>
                <a:gd name="connsiteX27" fmla="*/ 65249 w 401974"/>
                <a:gd name="connsiteY27" fmla="*/ 250209 h 444615"/>
                <a:gd name="connsiteX28" fmla="*/ 76969 w 401974"/>
                <a:gd name="connsiteY28" fmla="*/ 256978 h 444615"/>
                <a:gd name="connsiteX29" fmla="*/ 76969 w 401974"/>
                <a:gd name="connsiteY29" fmla="*/ 194430 h 444615"/>
                <a:gd name="connsiteX30" fmla="*/ 179443 w 401974"/>
                <a:gd name="connsiteY30" fmla="*/ 253591 h 444615"/>
                <a:gd name="connsiteX31" fmla="*/ 167723 w 401974"/>
                <a:gd name="connsiteY31" fmla="*/ 246823 h 444615"/>
                <a:gd name="connsiteX32" fmla="*/ 167723 w 401974"/>
                <a:gd name="connsiteY32" fmla="*/ 309371 h 444615"/>
                <a:gd name="connsiteX33" fmla="*/ 179443 w 401974"/>
                <a:gd name="connsiteY33" fmla="*/ 316139 h 444615"/>
                <a:gd name="connsiteX34" fmla="*/ 179443 w 401974"/>
                <a:gd name="connsiteY34" fmla="*/ 253591 h 444615"/>
                <a:gd name="connsiteX35" fmla="*/ 306426 w 401974"/>
                <a:gd name="connsiteY35" fmla="*/ 326903 h 444615"/>
                <a:gd name="connsiteX36" fmla="*/ 294702 w 401974"/>
                <a:gd name="connsiteY36" fmla="*/ 320134 h 444615"/>
                <a:gd name="connsiteX37" fmla="*/ 294702 w 401974"/>
                <a:gd name="connsiteY37" fmla="*/ 382682 h 444615"/>
                <a:gd name="connsiteX38" fmla="*/ 306426 w 401974"/>
                <a:gd name="connsiteY38" fmla="*/ 389450 h 444615"/>
                <a:gd name="connsiteX39" fmla="*/ 306426 w 401974"/>
                <a:gd name="connsiteY39" fmla="*/ 326903 h 444615"/>
                <a:gd name="connsiteX40" fmla="*/ 401974 w 401974"/>
                <a:gd name="connsiteY40" fmla="*/ 382068 h 444615"/>
                <a:gd name="connsiteX41" fmla="*/ 390250 w 401974"/>
                <a:gd name="connsiteY41" fmla="*/ 375300 h 444615"/>
                <a:gd name="connsiteX42" fmla="*/ 390250 w 401974"/>
                <a:gd name="connsiteY42" fmla="*/ 437848 h 444615"/>
                <a:gd name="connsiteX43" fmla="*/ 401974 w 401974"/>
                <a:gd name="connsiteY43" fmla="*/ 444616 h 444615"/>
                <a:gd name="connsiteX44" fmla="*/ 401974 w 401974"/>
                <a:gd name="connsiteY44" fmla="*/ 382068 h 444615"/>
                <a:gd name="connsiteX45" fmla="*/ 263884 w 401974"/>
                <a:gd name="connsiteY45" fmla="*/ 246571 h 444615"/>
                <a:gd name="connsiteX46" fmla="*/ 252160 w 401974"/>
                <a:gd name="connsiteY46" fmla="*/ 239802 h 444615"/>
                <a:gd name="connsiteX47" fmla="*/ 252160 w 401974"/>
                <a:gd name="connsiteY47" fmla="*/ 302345 h 444615"/>
                <a:gd name="connsiteX48" fmla="*/ 263884 w 401974"/>
                <a:gd name="connsiteY48" fmla="*/ 309114 h 444615"/>
                <a:gd name="connsiteX49" fmla="*/ 263884 w 401974"/>
                <a:gd name="connsiteY49" fmla="*/ 246571 h 444615"/>
                <a:gd name="connsiteX50" fmla="*/ 359675 w 401974"/>
                <a:gd name="connsiteY50" fmla="*/ 301874 h 444615"/>
                <a:gd name="connsiteX51" fmla="*/ 347955 w 401974"/>
                <a:gd name="connsiteY51" fmla="*/ 295106 h 444615"/>
                <a:gd name="connsiteX52" fmla="*/ 347955 w 401974"/>
                <a:gd name="connsiteY52" fmla="*/ 357653 h 444615"/>
                <a:gd name="connsiteX53" fmla="*/ 359675 w 401974"/>
                <a:gd name="connsiteY53" fmla="*/ 364422 h 444615"/>
                <a:gd name="connsiteX54" fmla="*/ 359675 w 401974"/>
                <a:gd name="connsiteY54" fmla="*/ 301874 h 444615"/>
                <a:gd name="connsiteX55" fmla="*/ 225557 w 401974"/>
                <a:gd name="connsiteY55" fmla="*/ 161896 h 444615"/>
                <a:gd name="connsiteX56" fmla="*/ 213832 w 401974"/>
                <a:gd name="connsiteY56" fmla="*/ 155128 h 444615"/>
                <a:gd name="connsiteX57" fmla="*/ 213832 w 401974"/>
                <a:gd name="connsiteY57" fmla="*/ 217670 h 444615"/>
                <a:gd name="connsiteX58" fmla="*/ 225557 w 401974"/>
                <a:gd name="connsiteY58" fmla="*/ 224439 h 444615"/>
                <a:gd name="connsiteX59" fmla="*/ 225557 w 401974"/>
                <a:gd name="connsiteY59" fmla="*/ 161896 h 444615"/>
                <a:gd name="connsiteX60" fmla="*/ 328239 w 401974"/>
                <a:gd name="connsiteY60" fmla="*/ 221176 h 444615"/>
                <a:gd name="connsiteX61" fmla="*/ 316515 w 401974"/>
                <a:gd name="connsiteY61" fmla="*/ 214408 h 444615"/>
                <a:gd name="connsiteX62" fmla="*/ 316515 w 401974"/>
                <a:gd name="connsiteY62" fmla="*/ 276955 h 444615"/>
                <a:gd name="connsiteX63" fmla="*/ 328239 w 401974"/>
                <a:gd name="connsiteY63" fmla="*/ 283724 h 444615"/>
                <a:gd name="connsiteX64" fmla="*/ 328239 w 401974"/>
                <a:gd name="connsiteY64" fmla="*/ 221176 h 444615"/>
                <a:gd name="connsiteX65" fmla="*/ 401974 w 401974"/>
                <a:gd name="connsiteY65" fmla="*/ 263751 h 444615"/>
                <a:gd name="connsiteX66" fmla="*/ 390250 w 401974"/>
                <a:gd name="connsiteY66" fmla="*/ 256983 h 444615"/>
                <a:gd name="connsiteX67" fmla="*/ 390250 w 401974"/>
                <a:gd name="connsiteY67" fmla="*/ 319526 h 444615"/>
                <a:gd name="connsiteX68" fmla="*/ 401974 w 401974"/>
                <a:gd name="connsiteY68" fmla="*/ 326294 h 444615"/>
                <a:gd name="connsiteX69" fmla="*/ 401974 w 401974"/>
                <a:gd name="connsiteY69" fmla="*/ 263751 h 444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01974" h="444615">
                  <a:moveTo>
                    <a:pt x="76969" y="6768"/>
                  </a:moveTo>
                  <a:lnTo>
                    <a:pt x="65249" y="0"/>
                  </a:lnTo>
                  <a:lnTo>
                    <a:pt x="65249" y="62548"/>
                  </a:lnTo>
                  <a:lnTo>
                    <a:pt x="76969" y="69316"/>
                  </a:lnTo>
                  <a:lnTo>
                    <a:pt x="76969" y="6768"/>
                  </a:lnTo>
                  <a:close/>
                  <a:moveTo>
                    <a:pt x="11725" y="38437"/>
                  </a:moveTo>
                  <a:lnTo>
                    <a:pt x="0" y="31669"/>
                  </a:lnTo>
                  <a:lnTo>
                    <a:pt x="0" y="94216"/>
                  </a:lnTo>
                  <a:lnTo>
                    <a:pt x="11725" y="100985"/>
                  </a:lnTo>
                  <a:lnTo>
                    <a:pt x="11725" y="38437"/>
                  </a:lnTo>
                  <a:close/>
                  <a:moveTo>
                    <a:pt x="114407" y="97722"/>
                  </a:moveTo>
                  <a:lnTo>
                    <a:pt x="102683" y="90953"/>
                  </a:lnTo>
                  <a:lnTo>
                    <a:pt x="102683" y="153501"/>
                  </a:lnTo>
                  <a:lnTo>
                    <a:pt x="114407" y="160269"/>
                  </a:lnTo>
                  <a:lnTo>
                    <a:pt x="114407" y="97722"/>
                  </a:lnTo>
                  <a:close/>
                  <a:moveTo>
                    <a:pt x="43755" y="119478"/>
                  </a:moveTo>
                  <a:lnTo>
                    <a:pt x="32030" y="112709"/>
                  </a:lnTo>
                  <a:lnTo>
                    <a:pt x="32030" y="175257"/>
                  </a:lnTo>
                  <a:lnTo>
                    <a:pt x="43755" y="182025"/>
                  </a:lnTo>
                  <a:lnTo>
                    <a:pt x="43755" y="119478"/>
                  </a:lnTo>
                  <a:close/>
                  <a:moveTo>
                    <a:pt x="148787" y="180118"/>
                  </a:moveTo>
                  <a:lnTo>
                    <a:pt x="137067" y="173350"/>
                  </a:lnTo>
                  <a:lnTo>
                    <a:pt x="137067" y="235897"/>
                  </a:lnTo>
                  <a:lnTo>
                    <a:pt x="148787" y="242666"/>
                  </a:lnTo>
                  <a:lnTo>
                    <a:pt x="148787" y="180118"/>
                  </a:lnTo>
                  <a:close/>
                  <a:moveTo>
                    <a:pt x="76969" y="194430"/>
                  </a:moveTo>
                  <a:lnTo>
                    <a:pt x="65249" y="187662"/>
                  </a:lnTo>
                  <a:lnTo>
                    <a:pt x="65249" y="250209"/>
                  </a:lnTo>
                  <a:lnTo>
                    <a:pt x="76969" y="256978"/>
                  </a:lnTo>
                  <a:lnTo>
                    <a:pt x="76969" y="194430"/>
                  </a:lnTo>
                  <a:close/>
                  <a:moveTo>
                    <a:pt x="179443" y="253591"/>
                  </a:moveTo>
                  <a:lnTo>
                    <a:pt x="167723" y="246823"/>
                  </a:lnTo>
                  <a:lnTo>
                    <a:pt x="167723" y="309371"/>
                  </a:lnTo>
                  <a:lnTo>
                    <a:pt x="179443" y="316139"/>
                  </a:lnTo>
                  <a:lnTo>
                    <a:pt x="179443" y="253591"/>
                  </a:lnTo>
                  <a:close/>
                  <a:moveTo>
                    <a:pt x="306426" y="326903"/>
                  </a:moveTo>
                  <a:lnTo>
                    <a:pt x="294702" y="320134"/>
                  </a:lnTo>
                  <a:lnTo>
                    <a:pt x="294702" y="382682"/>
                  </a:lnTo>
                  <a:lnTo>
                    <a:pt x="306426" y="389450"/>
                  </a:lnTo>
                  <a:lnTo>
                    <a:pt x="306426" y="326903"/>
                  </a:lnTo>
                  <a:close/>
                  <a:moveTo>
                    <a:pt x="401974" y="382068"/>
                  </a:moveTo>
                  <a:lnTo>
                    <a:pt x="390250" y="375300"/>
                  </a:lnTo>
                  <a:lnTo>
                    <a:pt x="390250" y="437848"/>
                  </a:lnTo>
                  <a:lnTo>
                    <a:pt x="401974" y="444616"/>
                  </a:lnTo>
                  <a:lnTo>
                    <a:pt x="401974" y="382068"/>
                  </a:lnTo>
                  <a:close/>
                  <a:moveTo>
                    <a:pt x="263884" y="246571"/>
                  </a:moveTo>
                  <a:lnTo>
                    <a:pt x="252160" y="239802"/>
                  </a:lnTo>
                  <a:lnTo>
                    <a:pt x="252160" y="302345"/>
                  </a:lnTo>
                  <a:lnTo>
                    <a:pt x="263884" y="309114"/>
                  </a:lnTo>
                  <a:lnTo>
                    <a:pt x="263884" y="246571"/>
                  </a:lnTo>
                  <a:close/>
                  <a:moveTo>
                    <a:pt x="359675" y="301874"/>
                  </a:moveTo>
                  <a:lnTo>
                    <a:pt x="347955" y="295106"/>
                  </a:lnTo>
                  <a:lnTo>
                    <a:pt x="347955" y="357653"/>
                  </a:lnTo>
                  <a:lnTo>
                    <a:pt x="359675" y="364422"/>
                  </a:lnTo>
                  <a:lnTo>
                    <a:pt x="359675" y="301874"/>
                  </a:lnTo>
                  <a:close/>
                  <a:moveTo>
                    <a:pt x="225557" y="161896"/>
                  </a:moveTo>
                  <a:lnTo>
                    <a:pt x="213832" y="155128"/>
                  </a:lnTo>
                  <a:lnTo>
                    <a:pt x="213832" y="217670"/>
                  </a:lnTo>
                  <a:lnTo>
                    <a:pt x="225557" y="224439"/>
                  </a:lnTo>
                  <a:lnTo>
                    <a:pt x="225557" y="161896"/>
                  </a:lnTo>
                  <a:close/>
                  <a:moveTo>
                    <a:pt x="328239" y="221176"/>
                  </a:moveTo>
                  <a:lnTo>
                    <a:pt x="316515" y="214408"/>
                  </a:lnTo>
                  <a:lnTo>
                    <a:pt x="316515" y="276955"/>
                  </a:lnTo>
                  <a:lnTo>
                    <a:pt x="328239" y="283724"/>
                  </a:lnTo>
                  <a:lnTo>
                    <a:pt x="328239" y="221176"/>
                  </a:lnTo>
                  <a:close/>
                  <a:moveTo>
                    <a:pt x="401974" y="263751"/>
                  </a:moveTo>
                  <a:lnTo>
                    <a:pt x="390250" y="256983"/>
                  </a:lnTo>
                  <a:lnTo>
                    <a:pt x="390250" y="319526"/>
                  </a:lnTo>
                  <a:lnTo>
                    <a:pt x="401974" y="326294"/>
                  </a:lnTo>
                  <a:lnTo>
                    <a:pt x="401974" y="263751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0" name="任意多边形: 形状 2909">
              <a:extLst>
                <a:ext uri="{FF2B5EF4-FFF2-40B4-BE49-F238E27FC236}">
                  <a16:creationId xmlns:a16="http://schemas.microsoft.com/office/drawing/2014/main" id="{3026FEA0-B62E-702E-B61E-036BD66E0AA7}"/>
                </a:ext>
              </a:extLst>
            </p:cNvPr>
            <p:cNvSpPr/>
            <p:nvPr/>
          </p:nvSpPr>
          <p:spPr>
            <a:xfrm>
              <a:off x="8427790" y="1563180"/>
              <a:ext cx="443384" cy="450142"/>
            </a:xfrm>
            <a:custGeom>
              <a:avLst/>
              <a:gdLst>
                <a:gd name="connsiteX0" fmla="*/ 443384 w 443384"/>
                <a:gd name="connsiteY0" fmla="*/ 387595 h 450142"/>
                <a:gd name="connsiteX1" fmla="*/ 431659 w 443384"/>
                <a:gd name="connsiteY1" fmla="*/ 380827 h 450142"/>
                <a:gd name="connsiteX2" fmla="*/ 431659 w 443384"/>
                <a:gd name="connsiteY2" fmla="*/ 443374 h 450142"/>
                <a:gd name="connsiteX3" fmla="*/ 443384 w 443384"/>
                <a:gd name="connsiteY3" fmla="*/ 450143 h 450142"/>
                <a:gd name="connsiteX4" fmla="*/ 443384 w 443384"/>
                <a:gd name="connsiteY4" fmla="*/ 387595 h 450142"/>
                <a:gd name="connsiteX5" fmla="*/ 443384 w 443384"/>
                <a:gd name="connsiteY5" fmla="*/ 318298 h 450142"/>
                <a:gd name="connsiteX6" fmla="*/ 0 w 443384"/>
                <a:gd name="connsiteY6" fmla="*/ 62310 h 450142"/>
                <a:gd name="connsiteX7" fmla="*/ 0 w 443384"/>
                <a:gd name="connsiteY7" fmla="*/ 75818 h 450142"/>
                <a:gd name="connsiteX8" fmla="*/ 443384 w 443384"/>
                <a:gd name="connsiteY8" fmla="*/ 331807 h 450142"/>
                <a:gd name="connsiteX9" fmla="*/ 443384 w 443384"/>
                <a:gd name="connsiteY9" fmla="*/ 318298 h 450142"/>
                <a:gd name="connsiteX10" fmla="*/ 443384 w 443384"/>
                <a:gd name="connsiteY10" fmla="*/ 255712 h 450142"/>
                <a:gd name="connsiteX11" fmla="*/ 604 w 443384"/>
                <a:gd name="connsiteY11" fmla="*/ 71 h 450142"/>
                <a:gd name="connsiteX12" fmla="*/ 0 w 443384"/>
                <a:gd name="connsiteY12" fmla="*/ 528 h 450142"/>
                <a:gd name="connsiteX13" fmla="*/ 0 w 443384"/>
                <a:gd name="connsiteY13" fmla="*/ 13232 h 450142"/>
                <a:gd name="connsiteX14" fmla="*/ 443384 w 443384"/>
                <a:gd name="connsiteY14" fmla="*/ 269221 h 450142"/>
                <a:gd name="connsiteX15" fmla="*/ 443384 w 443384"/>
                <a:gd name="connsiteY15" fmla="*/ 255712 h 45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3384" h="450142">
                  <a:moveTo>
                    <a:pt x="443384" y="387595"/>
                  </a:moveTo>
                  <a:lnTo>
                    <a:pt x="431659" y="380827"/>
                  </a:lnTo>
                  <a:lnTo>
                    <a:pt x="431659" y="443374"/>
                  </a:lnTo>
                  <a:lnTo>
                    <a:pt x="443384" y="450143"/>
                  </a:lnTo>
                  <a:lnTo>
                    <a:pt x="443384" y="387595"/>
                  </a:lnTo>
                  <a:close/>
                  <a:moveTo>
                    <a:pt x="443384" y="318298"/>
                  </a:moveTo>
                  <a:lnTo>
                    <a:pt x="0" y="62310"/>
                  </a:lnTo>
                  <a:lnTo>
                    <a:pt x="0" y="75818"/>
                  </a:lnTo>
                  <a:lnTo>
                    <a:pt x="443384" y="331807"/>
                  </a:lnTo>
                  <a:lnTo>
                    <a:pt x="443384" y="318298"/>
                  </a:lnTo>
                  <a:close/>
                  <a:moveTo>
                    <a:pt x="443384" y="255712"/>
                  </a:moveTo>
                  <a:lnTo>
                    <a:pt x="604" y="71"/>
                  </a:lnTo>
                  <a:cubicBezTo>
                    <a:pt x="271" y="-119"/>
                    <a:pt x="0" y="85"/>
                    <a:pt x="0" y="528"/>
                  </a:cubicBezTo>
                  <a:lnTo>
                    <a:pt x="0" y="13232"/>
                  </a:lnTo>
                  <a:lnTo>
                    <a:pt x="443384" y="269221"/>
                  </a:lnTo>
                  <a:lnTo>
                    <a:pt x="443384" y="255712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1" name="任意多边形: 形状 2910">
              <a:extLst>
                <a:ext uri="{FF2B5EF4-FFF2-40B4-BE49-F238E27FC236}">
                  <a16:creationId xmlns:a16="http://schemas.microsoft.com/office/drawing/2014/main" id="{B6874EAF-D8F6-F678-177C-6BE6B895B92C}"/>
                </a:ext>
              </a:extLst>
            </p:cNvPr>
            <p:cNvSpPr/>
            <p:nvPr/>
          </p:nvSpPr>
          <p:spPr>
            <a:xfrm>
              <a:off x="8427790" y="1594673"/>
              <a:ext cx="443384" cy="425423"/>
            </a:xfrm>
            <a:custGeom>
              <a:avLst/>
              <a:gdLst>
                <a:gd name="connsiteX0" fmla="*/ 443384 w 443384"/>
                <a:gd name="connsiteY0" fmla="*/ 349349 h 425423"/>
                <a:gd name="connsiteX1" fmla="*/ 0 w 443384"/>
                <a:gd name="connsiteY1" fmla="*/ 93360 h 425423"/>
                <a:gd name="connsiteX2" fmla="*/ 0 w 443384"/>
                <a:gd name="connsiteY2" fmla="*/ 106873 h 425423"/>
                <a:gd name="connsiteX3" fmla="*/ 443384 w 443384"/>
                <a:gd name="connsiteY3" fmla="*/ 362857 h 425423"/>
                <a:gd name="connsiteX4" fmla="*/ 443384 w 443384"/>
                <a:gd name="connsiteY4" fmla="*/ 349349 h 425423"/>
                <a:gd name="connsiteX5" fmla="*/ 443384 w 443384"/>
                <a:gd name="connsiteY5" fmla="*/ 411915 h 425423"/>
                <a:gd name="connsiteX6" fmla="*/ 0 w 443384"/>
                <a:gd name="connsiteY6" fmla="*/ 155927 h 425423"/>
                <a:gd name="connsiteX7" fmla="*/ 0 w 443384"/>
                <a:gd name="connsiteY7" fmla="*/ 169435 h 425423"/>
                <a:gd name="connsiteX8" fmla="*/ 443384 w 443384"/>
                <a:gd name="connsiteY8" fmla="*/ 425424 h 425423"/>
                <a:gd name="connsiteX9" fmla="*/ 443384 w 443384"/>
                <a:gd name="connsiteY9" fmla="*/ 411915 h 425423"/>
                <a:gd name="connsiteX10" fmla="*/ 335051 w 443384"/>
                <a:gd name="connsiteY10" fmla="*/ 161673 h 425423"/>
                <a:gd name="connsiteX11" fmla="*/ 323326 w 443384"/>
                <a:gd name="connsiteY11" fmla="*/ 154904 h 425423"/>
                <a:gd name="connsiteX12" fmla="*/ 323326 w 443384"/>
                <a:gd name="connsiteY12" fmla="*/ 217452 h 425423"/>
                <a:gd name="connsiteX13" fmla="*/ 335051 w 443384"/>
                <a:gd name="connsiteY13" fmla="*/ 224220 h 425423"/>
                <a:gd name="connsiteX14" fmla="*/ 335051 w 443384"/>
                <a:gd name="connsiteY14" fmla="*/ 161673 h 425423"/>
                <a:gd name="connsiteX15" fmla="*/ 443384 w 443384"/>
                <a:gd name="connsiteY15" fmla="*/ 228063 h 425423"/>
                <a:gd name="connsiteX16" fmla="*/ 431659 w 443384"/>
                <a:gd name="connsiteY16" fmla="*/ 221295 h 425423"/>
                <a:gd name="connsiteX17" fmla="*/ 431659 w 443384"/>
                <a:gd name="connsiteY17" fmla="*/ 279999 h 425423"/>
                <a:gd name="connsiteX18" fmla="*/ 443384 w 443384"/>
                <a:gd name="connsiteY18" fmla="*/ 286768 h 425423"/>
                <a:gd name="connsiteX19" fmla="*/ 443384 w 443384"/>
                <a:gd name="connsiteY19" fmla="*/ 228063 h 425423"/>
                <a:gd name="connsiteX20" fmla="*/ 158291 w 443384"/>
                <a:gd name="connsiteY20" fmla="*/ 0 h 425423"/>
                <a:gd name="connsiteX21" fmla="*/ 106659 w 443384"/>
                <a:gd name="connsiteY21" fmla="*/ 29809 h 425423"/>
                <a:gd name="connsiteX22" fmla="*/ 118379 w 443384"/>
                <a:gd name="connsiteY22" fmla="*/ 36577 h 425423"/>
                <a:gd name="connsiteX23" fmla="*/ 170011 w 443384"/>
                <a:gd name="connsiteY23" fmla="*/ 6768 h 425423"/>
                <a:gd name="connsiteX24" fmla="*/ 158291 w 443384"/>
                <a:gd name="connsiteY24" fmla="*/ 0 h 42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43384" h="425423">
                  <a:moveTo>
                    <a:pt x="443384" y="349349"/>
                  </a:moveTo>
                  <a:lnTo>
                    <a:pt x="0" y="93360"/>
                  </a:lnTo>
                  <a:lnTo>
                    <a:pt x="0" y="106873"/>
                  </a:lnTo>
                  <a:lnTo>
                    <a:pt x="443384" y="362857"/>
                  </a:lnTo>
                  <a:lnTo>
                    <a:pt x="443384" y="349349"/>
                  </a:lnTo>
                  <a:close/>
                  <a:moveTo>
                    <a:pt x="443384" y="411915"/>
                  </a:moveTo>
                  <a:lnTo>
                    <a:pt x="0" y="155927"/>
                  </a:lnTo>
                  <a:lnTo>
                    <a:pt x="0" y="169435"/>
                  </a:lnTo>
                  <a:lnTo>
                    <a:pt x="443384" y="425424"/>
                  </a:lnTo>
                  <a:lnTo>
                    <a:pt x="443384" y="411915"/>
                  </a:lnTo>
                  <a:close/>
                  <a:moveTo>
                    <a:pt x="335051" y="161673"/>
                  </a:moveTo>
                  <a:lnTo>
                    <a:pt x="323326" y="154904"/>
                  </a:lnTo>
                  <a:lnTo>
                    <a:pt x="323326" y="217452"/>
                  </a:lnTo>
                  <a:lnTo>
                    <a:pt x="335051" y="224220"/>
                  </a:lnTo>
                  <a:lnTo>
                    <a:pt x="335051" y="161673"/>
                  </a:lnTo>
                  <a:close/>
                  <a:moveTo>
                    <a:pt x="443384" y="228063"/>
                  </a:moveTo>
                  <a:lnTo>
                    <a:pt x="431659" y="221295"/>
                  </a:lnTo>
                  <a:lnTo>
                    <a:pt x="431659" y="279999"/>
                  </a:lnTo>
                  <a:lnTo>
                    <a:pt x="443384" y="286768"/>
                  </a:lnTo>
                  <a:lnTo>
                    <a:pt x="443384" y="228063"/>
                  </a:lnTo>
                  <a:close/>
                  <a:moveTo>
                    <a:pt x="158291" y="0"/>
                  </a:moveTo>
                  <a:lnTo>
                    <a:pt x="106659" y="29809"/>
                  </a:lnTo>
                  <a:lnTo>
                    <a:pt x="118379" y="36577"/>
                  </a:lnTo>
                  <a:lnTo>
                    <a:pt x="170011" y="6768"/>
                  </a:lnTo>
                  <a:lnTo>
                    <a:pt x="158291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2" name="任意多边形: 形状 2911">
              <a:extLst>
                <a:ext uri="{FF2B5EF4-FFF2-40B4-BE49-F238E27FC236}">
                  <a16:creationId xmlns:a16="http://schemas.microsoft.com/office/drawing/2014/main" id="{B19002A3-3C49-C136-0090-1AA1B082C941}"/>
                </a:ext>
              </a:extLst>
            </p:cNvPr>
            <p:cNvSpPr/>
            <p:nvPr/>
          </p:nvSpPr>
          <p:spPr>
            <a:xfrm>
              <a:off x="8871175" y="1788180"/>
              <a:ext cx="47488" cy="280208"/>
            </a:xfrm>
            <a:custGeom>
              <a:avLst/>
              <a:gdLst>
                <a:gd name="connsiteX0" fmla="*/ 47489 w 47488"/>
                <a:gd name="connsiteY0" fmla="*/ 0 h 280208"/>
                <a:gd name="connsiteX1" fmla="*/ 0 w 47488"/>
                <a:gd name="connsiteY1" fmla="*/ 27416 h 280208"/>
                <a:gd name="connsiteX2" fmla="*/ 0 w 47488"/>
                <a:gd name="connsiteY2" fmla="*/ 280209 h 280208"/>
                <a:gd name="connsiteX3" fmla="*/ 47489 w 47488"/>
                <a:gd name="connsiteY3" fmla="*/ 252792 h 280208"/>
                <a:gd name="connsiteX4" fmla="*/ 47489 w 47488"/>
                <a:gd name="connsiteY4" fmla="*/ 0 h 28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88" h="280208">
                  <a:moveTo>
                    <a:pt x="47489" y="0"/>
                  </a:moveTo>
                  <a:lnTo>
                    <a:pt x="0" y="27416"/>
                  </a:lnTo>
                  <a:lnTo>
                    <a:pt x="0" y="280209"/>
                  </a:lnTo>
                  <a:lnTo>
                    <a:pt x="47489" y="252792"/>
                  </a:lnTo>
                  <a:lnTo>
                    <a:pt x="47489" y="0"/>
                  </a:lnTo>
                  <a:close/>
                </a:path>
              </a:pathLst>
            </a:custGeom>
            <a:solidFill>
              <a:srgbClr val="EB6005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3" name="任意多边形: 形状 2912">
              <a:extLst>
                <a:ext uri="{FF2B5EF4-FFF2-40B4-BE49-F238E27FC236}">
                  <a16:creationId xmlns:a16="http://schemas.microsoft.com/office/drawing/2014/main" id="{74054AC6-B12C-891A-647F-D88AB3574BFF}"/>
                </a:ext>
              </a:extLst>
            </p:cNvPr>
            <p:cNvSpPr/>
            <p:nvPr/>
          </p:nvSpPr>
          <p:spPr>
            <a:xfrm>
              <a:off x="8859450" y="1782287"/>
              <a:ext cx="59235" cy="237809"/>
            </a:xfrm>
            <a:custGeom>
              <a:avLst/>
              <a:gdLst>
                <a:gd name="connsiteX0" fmla="*/ 59213 w 59235"/>
                <a:gd name="connsiteY0" fmla="*/ 196885 h 237809"/>
                <a:gd name="connsiteX1" fmla="*/ 11725 w 59235"/>
                <a:gd name="connsiteY1" fmla="*/ 224301 h 237809"/>
                <a:gd name="connsiteX2" fmla="*/ 11725 w 59235"/>
                <a:gd name="connsiteY2" fmla="*/ 237809 h 237809"/>
                <a:gd name="connsiteX3" fmla="*/ 59213 w 59235"/>
                <a:gd name="connsiteY3" fmla="*/ 210393 h 237809"/>
                <a:gd name="connsiteX4" fmla="*/ 59213 w 59235"/>
                <a:gd name="connsiteY4" fmla="*/ 196885 h 237809"/>
                <a:gd name="connsiteX5" fmla="*/ 59213 w 59235"/>
                <a:gd name="connsiteY5" fmla="*/ 134304 h 237809"/>
                <a:gd name="connsiteX6" fmla="*/ 11725 w 59235"/>
                <a:gd name="connsiteY6" fmla="*/ 161720 h 237809"/>
                <a:gd name="connsiteX7" fmla="*/ 11725 w 59235"/>
                <a:gd name="connsiteY7" fmla="*/ 175228 h 237809"/>
                <a:gd name="connsiteX8" fmla="*/ 59213 w 59235"/>
                <a:gd name="connsiteY8" fmla="*/ 147812 h 237809"/>
                <a:gd name="connsiteX9" fmla="*/ 59213 w 59235"/>
                <a:gd name="connsiteY9" fmla="*/ 134304 h 237809"/>
                <a:gd name="connsiteX10" fmla="*/ 59213 w 59235"/>
                <a:gd name="connsiteY10" fmla="*/ 71737 h 237809"/>
                <a:gd name="connsiteX11" fmla="*/ 11725 w 59235"/>
                <a:gd name="connsiteY11" fmla="*/ 99153 h 237809"/>
                <a:gd name="connsiteX12" fmla="*/ 11725 w 59235"/>
                <a:gd name="connsiteY12" fmla="*/ 112662 h 237809"/>
                <a:gd name="connsiteX13" fmla="*/ 59213 w 59235"/>
                <a:gd name="connsiteY13" fmla="*/ 85245 h 237809"/>
                <a:gd name="connsiteX14" fmla="*/ 59213 w 59235"/>
                <a:gd name="connsiteY14" fmla="*/ 71737 h 237809"/>
                <a:gd name="connsiteX15" fmla="*/ 51674 w 59235"/>
                <a:gd name="connsiteY15" fmla="*/ 0 h 237809"/>
                <a:gd name="connsiteX16" fmla="*/ 0 w 59235"/>
                <a:gd name="connsiteY16" fmla="*/ 29837 h 237809"/>
                <a:gd name="connsiteX17" fmla="*/ 11725 w 59235"/>
                <a:gd name="connsiteY17" fmla="*/ 36606 h 237809"/>
                <a:gd name="connsiteX18" fmla="*/ 56764 w 59235"/>
                <a:gd name="connsiteY18" fmla="*/ 10602 h 237809"/>
                <a:gd name="connsiteX19" fmla="*/ 55736 w 59235"/>
                <a:gd name="connsiteY19" fmla="*/ 2345 h 237809"/>
                <a:gd name="connsiteX20" fmla="*/ 51674 w 59235"/>
                <a:gd name="connsiteY20" fmla="*/ 0 h 237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235" h="237809">
                  <a:moveTo>
                    <a:pt x="59213" y="196885"/>
                  </a:moveTo>
                  <a:lnTo>
                    <a:pt x="11725" y="224301"/>
                  </a:lnTo>
                  <a:lnTo>
                    <a:pt x="11725" y="237809"/>
                  </a:lnTo>
                  <a:lnTo>
                    <a:pt x="59213" y="210393"/>
                  </a:lnTo>
                  <a:lnTo>
                    <a:pt x="59213" y="196885"/>
                  </a:lnTo>
                  <a:close/>
                  <a:moveTo>
                    <a:pt x="59213" y="134304"/>
                  </a:moveTo>
                  <a:lnTo>
                    <a:pt x="11725" y="161720"/>
                  </a:lnTo>
                  <a:lnTo>
                    <a:pt x="11725" y="175228"/>
                  </a:lnTo>
                  <a:lnTo>
                    <a:pt x="59213" y="147812"/>
                  </a:lnTo>
                  <a:lnTo>
                    <a:pt x="59213" y="134304"/>
                  </a:lnTo>
                  <a:close/>
                  <a:moveTo>
                    <a:pt x="59213" y="71737"/>
                  </a:moveTo>
                  <a:lnTo>
                    <a:pt x="11725" y="99153"/>
                  </a:lnTo>
                  <a:lnTo>
                    <a:pt x="11725" y="112662"/>
                  </a:lnTo>
                  <a:lnTo>
                    <a:pt x="59213" y="85245"/>
                  </a:lnTo>
                  <a:lnTo>
                    <a:pt x="59213" y="71737"/>
                  </a:lnTo>
                  <a:close/>
                  <a:moveTo>
                    <a:pt x="51674" y="0"/>
                  </a:moveTo>
                  <a:lnTo>
                    <a:pt x="0" y="29837"/>
                  </a:lnTo>
                  <a:lnTo>
                    <a:pt x="11725" y="36606"/>
                  </a:lnTo>
                  <a:lnTo>
                    <a:pt x="56764" y="10602"/>
                  </a:lnTo>
                  <a:cubicBezTo>
                    <a:pt x="60426" y="8486"/>
                    <a:pt x="59965" y="4790"/>
                    <a:pt x="55736" y="2345"/>
                  </a:cubicBezTo>
                  <a:lnTo>
                    <a:pt x="51674" y="0"/>
                  </a:lnTo>
                  <a:close/>
                </a:path>
              </a:pathLst>
            </a:custGeom>
            <a:solidFill>
              <a:schemeClr val="bg1"/>
            </a:solidFill>
            <a:ln w="6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914" name="文本框 2913">
            <a:extLst>
              <a:ext uri="{FF2B5EF4-FFF2-40B4-BE49-F238E27FC236}">
                <a16:creationId xmlns:a16="http://schemas.microsoft.com/office/drawing/2014/main" id="{3FA2D832-C070-BA34-45E4-B24B977CE59D}"/>
              </a:ext>
            </a:extLst>
          </p:cNvPr>
          <p:cNvSpPr txBox="1"/>
          <p:nvPr/>
        </p:nvSpPr>
        <p:spPr>
          <a:xfrm>
            <a:off x="3047666" y="60606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内网区</a:t>
            </a:r>
          </a:p>
        </p:txBody>
      </p:sp>
      <p:sp>
        <p:nvSpPr>
          <p:cNvPr id="2915" name="文本框 2914">
            <a:extLst>
              <a:ext uri="{FF2B5EF4-FFF2-40B4-BE49-F238E27FC236}">
                <a16:creationId xmlns:a16="http://schemas.microsoft.com/office/drawing/2014/main" id="{4DDC6CCF-CF6A-6627-6381-3C05F42ADCA6}"/>
              </a:ext>
            </a:extLst>
          </p:cNvPr>
          <p:cNvSpPr txBox="1"/>
          <p:nvPr/>
        </p:nvSpPr>
        <p:spPr>
          <a:xfrm>
            <a:off x="7506872" y="2895124"/>
            <a:ext cx="7521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1.1.1.254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16" name="组合 2915">
            <a:extLst>
              <a:ext uri="{FF2B5EF4-FFF2-40B4-BE49-F238E27FC236}">
                <a16:creationId xmlns:a16="http://schemas.microsoft.com/office/drawing/2014/main" id="{9CF40495-764E-DD2C-BA99-DE8652CF44BA}"/>
              </a:ext>
            </a:extLst>
          </p:cNvPr>
          <p:cNvGrpSpPr/>
          <p:nvPr/>
        </p:nvGrpSpPr>
        <p:grpSpPr>
          <a:xfrm>
            <a:off x="5751677" y="1314142"/>
            <a:ext cx="3354599" cy="1214534"/>
            <a:chOff x="2111404" y="578367"/>
            <a:chExt cx="3354599" cy="1214534"/>
          </a:xfrm>
        </p:grpSpPr>
        <p:sp>
          <p:nvSpPr>
            <p:cNvPr id="2917" name="Rectangle: Rounded Corners 14">
              <a:extLst>
                <a:ext uri="{FF2B5EF4-FFF2-40B4-BE49-F238E27FC236}">
                  <a16:creationId xmlns:a16="http://schemas.microsoft.com/office/drawing/2014/main" id="{7DD1BEA4-D9B2-6119-1A4B-9C9674F19967}"/>
                </a:ext>
              </a:extLst>
            </p:cNvPr>
            <p:cNvSpPr/>
            <p:nvPr/>
          </p:nvSpPr>
          <p:spPr>
            <a:xfrm>
              <a:off x="2147671" y="1337767"/>
              <a:ext cx="3318332" cy="226765"/>
            </a:xfrm>
            <a:prstGeom prst="roundRect">
              <a:avLst>
                <a:gd name="adj" fmla="val 6350"/>
              </a:avLst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48000">
                  <a:schemeClr val="tx1">
                    <a:lumMod val="50000"/>
                    <a:lumOff val="5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虚拟化平台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18" name="文本框 2917">
              <a:extLst>
                <a:ext uri="{FF2B5EF4-FFF2-40B4-BE49-F238E27FC236}">
                  <a16:creationId xmlns:a16="http://schemas.microsoft.com/office/drawing/2014/main" id="{1FF76063-F496-9DFB-6693-70A98D18B352}"/>
                </a:ext>
              </a:extLst>
            </p:cNvPr>
            <p:cNvSpPr txBox="1"/>
            <p:nvPr/>
          </p:nvSpPr>
          <p:spPr>
            <a:xfrm>
              <a:off x="3313444" y="1346663"/>
              <a:ext cx="983948" cy="187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050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2919" name="组合 2918">
              <a:extLst>
                <a:ext uri="{FF2B5EF4-FFF2-40B4-BE49-F238E27FC236}">
                  <a16:creationId xmlns:a16="http://schemas.microsoft.com/office/drawing/2014/main" id="{82F8B4D7-856B-C5DC-CD71-5A93EBE050E1}"/>
                </a:ext>
              </a:extLst>
            </p:cNvPr>
            <p:cNvGrpSpPr/>
            <p:nvPr/>
          </p:nvGrpSpPr>
          <p:grpSpPr>
            <a:xfrm>
              <a:off x="2415805" y="1610321"/>
              <a:ext cx="2770040" cy="182580"/>
              <a:chOff x="3414860" y="3040687"/>
              <a:chExt cx="3785815" cy="249532"/>
            </a:xfrm>
          </p:grpSpPr>
          <p:grpSp>
            <p:nvGrpSpPr>
              <p:cNvPr id="3117" name="图形 38">
                <a:extLst>
                  <a:ext uri="{FF2B5EF4-FFF2-40B4-BE49-F238E27FC236}">
                    <a16:creationId xmlns:a16="http://schemas.microsoft.com/office/drawing/2014/main" id="{07DEBB6F-C075-B63B-B388-B70C2D950FD2}"/>
                  </a:ext>
                </a:extLst>
              </p:cNvPr>
              <p:cNvGrpSpPr/>
              <p:nvPr/>
            </p:nvGrpSpPr>
            <p:grpSpPr>
              <a:xfrm flipV="1">
                <a:off x="3414860" y="3040687"/>
                <a:ext cx="1205184" cy="249532"/>
                <a:chOff x="3450580" y="2062757"/>
                <a:chExt cx="5320977" cy="1101700"/>
              </a:xfrm>
            </p:grpSpPr>
            <p:grpSp>
              <p:nvGrpSpPr>
                <p:cNvPr id="3566" name="图形 38">
                  <a:extLst>
                    <a:ext uri="{FF2B5EF4-FFF2-40B4-BE49-F238E27FC236}">
                      <a16:creationId xmlns:a16="http://schemas.microsoft.com/office/drawing/2014/main" id="{DFD363B1-883B-D2FB-8A48-4372512C910C}"/>
                    </a:ext>
                  </a:extLst>
                </p:cNvPr>
                <p:cNvGrpSpPr/>
                <p:nvPr/>
              </p:nvGrpSpPr>
              <p:grpSpPr>
                <a:xfrm>
                  <a:off x="7611591" y="2062757"/>
                  <a:ext cx="1159966" cy="1101700"/>
                  <a:chOff x="7611591" y="2062757"/>
                  <a:chExt cx="1159966" cy="1101700"/>
                </a:xfrm>
              </p:grpSpPr>
              <p:sp>
                <p:nvSpPr>
                  <p:cNvPr id="3785" name="任意多边形: 形状 3784">
                    <a:extLst>
                      <a:ext uri="{FF2B5EF4-FFF2-40B4-BE49-F238E27FC236}">
                        <a16:creationId xmlns:a16="http://schemas.microsoft.com/office/drawing/2014/main" id="{70DC1E11-F6E8-B924-E390-AD93C14D33DC}"/>
                      </a:ext>
                    </a:extLst>
                  </p:cNvPr>
                  <p:cNvSpPr/>
                  <p:nvPr/>
                </p:nvSpPr>
                <p:spPr>
                  <a:xfrm>
                    <a:off x="7611591" y="2062757"/>
                    <a:ext cx="1136526" cy="1101700"/>
                  </a:xfrm>
                  <a:custGeom>
                    <a:avLst/>
                    <a:gdLst>
                      <a:gd name="connsiteX0" fmla="*/ 1340 w 1136526"/>
                      <a:gd name="connsiteY0" fmla="*/ 957709 h 1101700"/>
                      <a:gd name="connsiteX1" fmla="*/ 1136526 w 1136526"/>
                      <a:gd name="connsiteY1" fmla="*/ 1101700 h 1101700"/>
                      <a:gd name="connsiteX2" fmla="*/ 1136526 w 1136526"/>
                      <a:gd name="connsiteY2" fmla="*/ 612800 h 1101700"/>
                      <a:gd name="connsiteX3" fmla="*/ 1126480 w 1136526"/>
                      <a:gd name="connsiteY3" fmla="*/ 606103 h 1101700"/>
                      <a:gd name="connsiteX4" fmla="*/ 1126480 w 1136526"/>
                      <a:gd name="connsiteY4" fmla="*/ 311423 h 1101700"/>
                      <a:gd name="connsiteX5" fmla="*/ 480194 w 1136526"/>
                      <a:gd name="connsiteY5" fmla="*/ 137294 h 1101700"/>
                      <a:gd name="connsiteX6" fmla="*/ 480194 w 1136526"/>
                      <a:gd name="connsiteY6" fmla="*/ 120551 h 1101700"/>
                      <a:gd name="connsiteX7" fmla="*/ 0 w 1136526"/>
                      <a:gd name="connsiteY7" fmla="*/ 0 h 11017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36526" h="1101700">
                        <a:moveTo>
                          <a:pt x="1340" y="957709"/>
                        </a:moveTo>
                        <a:lnTo>
                          <a:pt x="1136526" y="1101700"/>
                        </a:lnTo>
                        <a:lnTo>
                          <a:pt x="1136526" y="612800"/>
                        </a:lnTo>
                        <a:lnTo>
                          <a:pt x="1126480" y="606103"/>
                        </a:lnTo>
                        <a:lnTo>
                          <a:pt x="1126480" y="311423"/>
                        </a:lnTo>
                        <a:lnTo>
                          <a:pt x="480194" y="137294"/>
                        </a:lnTo>
                        <a:lnTo>
                          <a:pt x="480194" y="1205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A8E8F"/>
                      </a:gs>
                      <a:gs pos="50000">
                        <a:srgbClr val="9DA0A1"/>
                      </a:gs>
                      <a:gs pos="100000">
                        <a:srgbClr val="B1B2B4"/>
                      </a:gs>
                    </a:gsLst>
                    <a:lin ang="11192567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86" name="任意多边形: 形状 3785">
                    <a:extLst>
                      <a:ext uri="{FF2B5EF4-FFF2-40B4-BE49-F238E27FC236}">
                        <a16:creationId xmlns:a16="http://schemas.microsoft.com/office/drawing/2014/main" id="{C6D6BC6E-92F9-69C5-FB82-35643231D98E}"/>
                      </a:ext>
                    </a:extLst>
                  </p:cNvPr>
                  <p:cNvSpPr/>
                  <p:nvPr/>
                </p:nvSpPr>
                <p:spPr>
                  <a:xfrm>
                    <a:off x="8091785" y="2123033"/>
                    <a:ext cx="6697" cy="468808"/>
                  </a:xfrm>
                  <a:custGeom>
                    <a:avLst/>
                    <a:gdLst>
                      <a:gd name="connsiteX0" fmla="*/ 0 w 6697"/>
                      <a:gd name="connsiteY0" fmla="*/ 0 h 468808"/>
                      <a:gd name="connsiteX1" fmla="*/ 6697 w 6697"/>
                      <a:gd name="connsiteY1" fmla="*/ 3349 h 468808"/>
                      <a:gd name="connsiteX2" fmla="*/ 6697 w 6697"/>
                      <a:gd name="connsiteY2" fmla="*/ 468809 h 468808"/>
                      <a:gd name="connsiteX3" fmla="*/ 0 w 6697"/>
                      <a:gd name="connsiteY3" fmla="*/ 465460 h 4688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97" h="468808">
                        <a:moveTo>
                          <a:pt x="0" y="0"/>
                        </a:moveTo>
                        <a:lnTo>
                          <a:pt x="6697" y="3349"/>
                        </a:lnTo>
                        <a:lnTo>
                          <a:pt x="6697" y="468809"/>
                        </a:lnTo>
                        <a:lnTo>
                          <a:pt x="0" y="465460"/>
                        </a:lnTo>
                        <a:close/>
                      </a:path>
                    </a:pathLst>
                  </a:custGeom>
                  <a:solidFill>
                    <a:srgbClr val="767D7F"/>
                  </a:soli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87" name="任意多边形: 形状 3786">
                    <a:extLst>
                      <a:ext uri="{FF2B5EF4-FFF2-40B4-BE49-F238E27FC236}">
                        <a16:creationId xmlns:a16="http://schemas.microsoft.com/office/drawing/2014/main" id="{00C11F07-8EF1-4AF1-DBFE-39A7920692F9}"/>
                      </a:ext>
                    </a:extLst>
                  </p:cNvPr>
                  <p:cNvSpPr/>
                  <p:nvPr/>
                </p:nvSpPr>
                <p:spPr>
                  <a:xfrm>
                    <a:off x="7817197" y="2228849"/>
                    <a:ext cx="542478" cy="605432"/>
                  </a:xfrm>
                  <a:custGeom>
                    <a:avLst/>
                    <a:gdLst>
                      <a:gd name="connsiteX0" fmla="*/ 175468 w 542478"/>
                      <a:gd name="connsiteY0" fmla="*/ 0 h 605432"/>
                      <a:gd name="connsiteX1" fmla="*/ 369689 w 542478"/>
                      <a:gd name="connsiteY1" fmla="*/ 1340 h 605432"/>
                      <a:gd name="connsiteX2" fmla="*/ 393799 w 542478"/>
                      <a:gd name="connsiteY2" fmla="*/ 3349 h 605432"/>
                      <a:gd name="connsiteX3" fmla="*/ 415900 w 542478"/>
                      <a:gd name="connsiteY3" fmla="*/ 8037 h 605432"/>
                      <a:gd name="connsiteX4" fmla="*/ 437331 w 542478"/>
                      <a:gd name="connsiteY4" fmla="*/ 15404 h 605432"/>
                      <a:gd name="connsiteX5" fmla="*/ 457423 w 542478"/>
                      <a:gd name="connsiteY5" fmla="*/ 26120 h 605432"/>
                      <a:gd name="connsiteX6" fmla="*/ 475506 w 542478"/>
                      <a:gd name="connsiteY6" fmla="*/ 38174 h 605432"/>
                      <a:gd name="connsiteX7" fmla="*/ 492249 w 542478"/>
                      <a:gd name="connsiteY7" fmla="*/ 52909 h 605432"/>
                      <a:gd name="connsiteX8" fmla="*/ 506313 w 542478"/>
                      <a:gd name="connsiteY8" fmla="*/ 69652 h 605432"/>
                      <a:gd name="connsiteX9" fmla="*/ 519038 w 542478"/>
                      <a:gd name="connsiteY9" fmla="*/ 88404 h 605432"/>
                      <a:gd name="connsiteX10" fmla="*/ 529084 w 542478"/>
                      <a:gd name="connsiteY10" fmla="*/ 108496 h 605432"/>
                      <a:gd name="connsiteX11" fmla="*/ 536451 w 542478"/>
                      <a:gd name="connsiteY11" fmla="*/ 129257 h 605432"/>
                      <a:gd name="connsiteX12" fmla="*/ 541139 w 542478"/>
                      <a:gd name="connsiteY12" fmla="*/ 152028 h 605432"/>
                      <a:gd name="connsiteX13" fmla="*/ 542479 w 542478"/>
                      <a:gd name="connsiteY13" fmla="*/ 175468 h 605432"/>
                      <a:gd name="connsiteX14" fmla="*/ 542479 w 542478"/>
                      <a:gd name="connsiteY14" fmla="*/ 431304 h 605432"/>
                      <a:gd name="connsiteX15" fmla="*/ 541139 w 542478"/>
                      <a:gd name="connsiteY15" fmla="*/ 455414 h 605432"/>
                      <a:gd name="connsiteX16" fmla="*/ 536451 w 542478"/>
                      <a:gd name="connsiteY16" fmla="*/ 478185 h 605432"/>
                      <a:gd name="connsiteX17" fmla="*/ 529084 w 542478"/>
                      <a:gd name="connsiteY17" fmla="*/ 499616 h 605432"/>
                      <a:gd name="connsiteX18" fmla="*/ 518369 w 542478"/>
                      <a:gd name="connsiteY18" fmla="*/ 519708 h 605432"/>
                      <a:gd name="connsiteX19" fmla="*/ 506313 w 542478"/>
                      <a:gd name="connsiteY19" fmla="*/ 537791 h 605432"/>
                      <a:gd name="connsiteX20" fmla="*/ 491579 w 542478"/>
                      <a:gd name="connsiteY20" fmla="*/ 554534 h 605432"/>
                      <a:gd name="connsiteX21" fmla="*/ 474836 w 542478"/>
                      <a:gd name="connsiteY21" fmla="*/ 569268 h 605432"/>
                      <a:gd name="connsiteX22" fmla="*/ 456084 w 542478"/>
                      <a:gd name="connsiteY22" fmla="*/ 581993 h 605432"/>
                      <a:gd name="connsiteX23" fmla="*/ 435992 w 542478"/>
                      <a:gd name="connsiteY23" fmla="*/ 592038 h 605432"/>
                      <a:gd name="connsiteX24" fmla="*/ 414561 w 542478"/>
                      <a:gd name="connsiteY24" fmla="*/ 599405 h 605432"/>
                      <a:gd name="connsiteX25" fmla="*/ 392460 w 542478"/>
                      <a:gd name="connsiteY25" fmla="*/ 604093 h 605432"/>
                      <a:gd name="connsiteX26" fmla="*/ 368350 w 542478"/>
                      <a:gd name="connsiteY26" fmla="*/ 605433 h 605432"/>
                      <a:gd name="connsiteX27" fmla="*/ 172789 w 542478"/>
                      <a:gd name="connsiteY27" fmla="*/ 604093 h 605432"/>
                      <a:gd name="connsiteX28" fmla="*/ 148679 w 542478"/>
                      <a:gd name="connsiteY28" fmla="*/ 602084 h 605432"/>
                      <a:gd name="connsiteX29" fmla="*/ 126578 w 542478"/>
                      <a:gd name="connsiteY29" fmla="*/ 597396 h 605432"/>
                      <a:gd name="connsiteX30" fmla="*/ 105147 w 542478"/>
                      <a:gd name="connsiteY30" fmla="*/ 590029 h 605432"/>
                      <a:gd name="connsiteX31" fmla="*/ 85055 w 542478"/>
                      <a:gd name="connsiteY31" fmla="*/ 579314 h 605432"/>
                      <a:gd name="connsiteX32" fmla="*/ 66973 w 542478"/>
                      <a:gd name="connsiteY32" fmla="*/ 567259 h 605432"/>
                      <a:gd name="connsiteX33" fmla="*/ 50229 w 542478"/>
                      <a:gd name="connsiteY33" fmla="*/ 552524 h 605432"/>
                      <a:gd name="connsiteX34" fmla="*/ 36165 w 542478"/>
                      <a:gd name="connsiteY34" fmla="*/ 535781 h 605432"/>
                      <a:gd name="connsiteX35" fmla="*/ 23440 w 542478"/>
                      <a:gd name="connsiteY35" fmla="*/ 517029 h 605432"/>
                      <a:gd name="connsiteX36" fmla="*/ 13395 w 542478"/>
                      <a:gd name="connsiteY36" fmla="*/ 496937 h 605432"/>
                      <a:gd name="connsiteX37" fmla="*/ 6028 w 542478"/>
                      <a:gd name="connsiteY37" fmla="*/ 476176 h 605432"/>
                      <a:gd name="connsiteX38" fmla="*/ 1340 w 542478"/>
                      <a:gd name="connsiteY38" fmla="*/ 453405 h 605432"/>
                      <a:gd name="connsiteX39" fmla="*/ 0 w 542478"/>
                      <a:gd name="connsiteY39" fmla="*/ 429965 h 605432"/>
                      <a:gd name="connsiteX40" fmla="*/ 0 w 542478"/>
                      <a:gd name="connsiteY40" fmla="*/ 174129 h 605432"/>
                      <a:gd name="connsiteX41" fmla="*/ 1340 w 542478"/>
                      <a:gd name="connsiteY41" fmla="*/ 150019 h 605432"/>
                      <a:gd name="connsiteX42" fmla="*/ 6028 w 542478"/>
                      <a:gd name="connsiteY42" fmla="*/ 127248 h 605432"/>
                      <a:gd name="connsiteX43" fmla="*/ 13395 w 542478"/>
                      <a:gd name="connsiteY43" fmla="*/ 105817 h 605432"/>
                      <a:gd name="connsiteX44" fmla="*/ 24110 w 542478"/>
                      <a:gd name="connsiteY44" fmla="*/ 85725 h 605432"/>
                      <a:gd name="connsiteX45" fmla="*/ 36165 w 542478"/>
                      <a:gd name="connsiteY45" fmla="*/ 67642 h 605432"/>
                      <a:gd name="connsiteX46" fmla="*/ 50899 w 542478"/>
                      <a:gd name="connsiteY46" fmla="*/ 50899 h 605432"/>
                      <a:gd name="connsiteX47" fmla="*/ 67642 w 542478"/>
                      <a:gd name="connsiteY47" fmla="*/ 36165 h 605432"/>
                      <a:gd name="connsiteX48" fmla="*/ 86395 w 542478"/>
                      <a:gd name="connsiteY48" fmla="*/ 23440 h 605432"/>
                      <a:gd name="connsiteX49" fmla="*/ 106487 w 542478"/>
                      <a:gd name="connsiteY49" fmla="*/ 13395 h 605432"/>
                      <a:gd name="connsiteX50" fmla="*/ 127918 w 542478"/>
                      <a:gd name="connsiteY50" fmla="*/ 6028 h 605432"/>
                      <a:gd name="connsiteX51" fmla="*/ 150019 w 542478"/>
                      <a:gd name="connsiteY51" fmla="*/ 1340 h 605432"/>
                      <a:gd name="connsiteX52" fmla="*/ 175468 w 542478"/>
                      <a:gd name="connsiteY52" fmla="*/ 0 h 605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</a:cxnLst>
                    <a:rect l="l" t="t" r="r" b="b"/>
                    <a:pathLst>
                      <a:path w="542478" h="605432">
                        <a:moveTo>
                          <a:pt x="175468" y="0"/>
                        </a:moveTo>
                        <a:lnTo>
                          <a:pt x="369689" y="1340"/>
                        </a:lnTo>
                        <a:lnTo>
                          <a:pt x="393799" y="3349"/>
                        </a:lnTo>
                        <a:lnTo>
                          <a:pt x="415900" y="8037"/>
                        </a:lnTo>
                        <a:lnTo>
                          <a:pt x="437331" y="15404"/>
                        </a:lnTo>
                        <a:lnTo>
                          <a:pt x="457423" y="26120"/>
                        </a:lnTo>
                        <a:lnTo>
                          <a:pt x="475506" y="38174"/>
                        </a:lnTo>
                        <a:lnTo>
                          <a:pt x="492249" y="52909"/>
                        </a:lnTo>
                        <a:lnTo>
                          <a:pt x="506313" y="69652"/>
                        </a:lnTo>
                        <a:lnTo>
                          <a:pt x="519038" y="88404"/>
                        </a:lnTo>
                        <a:lnTo>
                          <a:pt x="529084" y="108496"/>
                        </a:lnTo>
                        <a:lnTo>
                          <a:pt x="536451" y="129257"/>
                        </a:lnTo>
                        <a:lnTo>
                          <a:pt x="541139" y="152028"/>
                        </a:lnTo>
                        <a:lnTo>
                          <a:pt x="542479" y="175468"/>
                        </a:lnTo>
                        <a:lnTo>
                          <a:pt x="542479" y="431304"/>
                        </a:lnTo>
                        <a:lnTo>
                          <a:pt x="541139" y="455414"/>
                        </a:lnTo>
                        <a:lnTo>
                          <a:pt x="536451" y="478185"/>
                        </a:lnTo>
                        <a:lnTo>
                          <a:pt x="529084" y="499616"/>
                        </a:lnTo>
                        <a:lnTo>
                          <a:pt x="518369" y="519708"/>
                        </a:lnTo>
                        <a:lnTo>
                          <a:pt x="506313" y="537791"/>
                        </a:lnTo>
                        <a:lnTo>
                          <a:pt x="491579" y="554534"/>
                        </a:lnTo>
                        <a:lnTo>
                          <a:pt x="474836" y="569268"/>
                        </a:lnTo>
                        <a:lnTo>
                          <a:pt x="456084" y="581993"/>
                        </a:lnTo>
                        <a:lnTo>
                          <a:pt x="435992" y="592038"/>
                        </a:lnTo>
                        <a:lnTo>
                          <a:pt x="414561" y="599405"/>
                        </a:lnTo>
                        <a:lnTo>
                          <a:pt x="392460" y="604093"/>
                        </a:lnTo>
                        <a:lnTo>
                          <a:pt x="368350" y="605433"/>
                        </a:lnTo>
                        <a:lnTo>
                          <a:pt x="172789" y="604093"/>
                        </a:lnTo>
                        <a:lnTo>
                          <a:pt x="148679" y="602084"/>
                        </a:lnTo>
                        <a:lnTo>
                          <a:pt x="126578" y="597396"/>
                        </a:lnTo>
                        <a:lnTo>
                          <a:pt x="105147" y="590029"/>
                        </a:lnTo>
                        <a:lnTo>
                          <a:pt x="85055" y="579314"/>
                        </a:lnTo>
                        <a:lnTo>
                          <a:pt x="66973" y="567259"/>
                        </a:lnTo>
                        <a:lnTo>
                          <a:pt x="50229" y="552524"/>
                        </a:lnTo>
                        <a:lnTo>
                          <a:pt x="36165" y="535781"/>
                        </a:lnTo>
                        <a:lnTo>
                          <a:pt x="23440" y="517029"/>
                        </a:lnTo>
                        <a:lnTo>
                          <a:pt x="13395" y="496937"/>
                        </a:lnTo>
                        <a:lnTo>
                          <a:pt x="6028" y="476176"/>
                        </a:lnTo>
                        <a:lnTo>
                          <a:pt x="1340" y="453405"/>
                        </a:lnTo>
                        <a:lnTo>
                          <a:pt x="0" y="429965"/>
                        </a:lnTo>
                        <a:lnTo>
                          <a:pt x="0" y="174129"/>
                        </a:lnTo>
                        <a:lnTo>
                          <a:pt x="1340" y="150019"/>
                        </a:lnTo>
                        <a:lnTo>
                          <a:pt x="6028" y="127248"/>
                        </a:lnTo>
                        <a:lnTo>
                          <a:pt x="13395" y="105817"/>
                        </a:lnTo>
                        <a:lnTo>
                          <a:pt x="24110" y="85725"/>
                        </a:lnTo>
                        <a:lnTo>
                          <a:pt x="36165" y="67642"/>
                        </a:lnTo>
                        <a:lnTo>
                          <a:pt x="50899" y="50899"/>
                        </a:lnTo>
                        <a:lnTo>
                          <a:pt x="67642" y="36165"/>
                        </a:lnTo>
                        <a:lnTo>
                          <a:pt x="86395" y="23440"/>
                        </a:lnTo>
                        <a:lnTo>
                          <a:pt x="106487" y="13395"/>
                        </a:lnTo>
                        <a:lnTo>
                          <a:pt x="127918" y="6028"/>
                        </a:lnTo>
                        <a:lnTo>
                          <a:pt x="150019" y="1340"/>
                        </a:lnTo>
                        <a:lnTo>
                          <a:pt x="175468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21000"/>
                    </a:srgbClr>
                  </a:soli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88" name="任意多边形: 形状 3787">
                    <a:extLst>
                      <a:ext uri="{FF2B5EF4-FFF2-40B4-BE49-F238E27FC236}">
                        <a16:creationId xmlns:a16="http://schemas.microsoft.com/office/drawing/2014/main" id="{E0E71257-BE55-FB8E-AFBC-A7D9DF5594FE}"/>
                      </a:ext>
                    </a:extLst>
                  </p:cNvPr>
                  <p:cNvSpPr/>
                  <p:nvPr/>
                </p:nvSpPr>
                <p:spPr>
                  <a:xfrm>
                    <a:off x="8098482" y="2581795"/>
                    <a:ext cx="673075" cy="137293"/>
                  </a:xfrm>
                  <a:custGeom>
                    <a:avLst/>
                    <a:gdLst>
                      <a:gd name="connsiteX0" fmla="*/ 0 w 673075"/>
                      <a:gd name="connsiteY0" fmla="*/ 0 h 137293"/>
                      <a:gd name="connsiteX1" fmla="*/ 673075 w 673075"/>
                      <a:gd name="connsiteY1" fmla="*/ 130597 h 137293"/>
                      <a:gd name="connsiteX2" fmla="*/ 673075 w 673075"/>
                      <a:gd name="connsiteY2" fmla="*/ 137294 h 137293"/>
                      <a:gd name="connsiteX3" fmla="*/ 0 w 673075"/>
                      <a:gd name="connsiteY3" fmla="*/ 10046 h 1372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73075" h="137293">
                        <a:moveTo>
                          <a:pt x="0" y="0"/>
                        </a:moveTo>
                        <a:lnTo>
                          <a:pt x="673075" y="130597"/>
                        </a:lnTo>
                        <a:lnTo>
                          <a:pt x="673075" y="137294"/>
                        </a:lnTo>
                        <a:lnTo>
                          <a:pt x="0" y="10046"/>
                        </a:lnTo>
                        <a:close/>
                      </a:path>
                    </a:pathLst>
                  </a:custGeom>
                  <a:solidFill>
                    <a:srgbClr val="767D7F"/>
                  </a:soli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567" name="任意多边形: 形状 3566">
                  <a:extLst>
                    <a:ext uri="{FF2B5EF4-FFF2-40B4-BE49-F238E27FC236}">
                      <a16:creationId xmlns:a16="http://schemas.microsoft.com/office/drawing/2014/main" id="{09FF71F7-472B-1974-CA9B-951E42E2B792}"/>
                    </a:ext>
                  </a:extLst>
                </p:cNvPr>
                <p:cNvSpPr/>
                <p:nvPr/>
              </p:nvSpPr>
              <p:spPr>
                <a:xfrm>
                  <a:off x="3678287" y="2062757"/>
                  <a:ext cx="3934643" cy="1088305"/>
                </a:xfrm>
                <a:custGeom>
                  <a:avLst/>
                  <a:gdLst>
                    <a:gd name="connsiteX0" fmla="*/ 0 w 3934643"/>
                    <a:gd name="connsiteY0" fmla="*/ 301377 h 1088305"/>
                    <a:gd name="connsiteX1" fmla="*/ 3934644 w 3934643"/>
                    <a:gd name="connsiteY1" fmla="*/ 0 h 1088305"/>
                    <a:gd name="connsiteX2" fmla="*/ 3934644 w 3934643"/>
                    <a:gd name="connsiteY2" fmla="*/ 957709 h 1088305"/>
                    <a:gd name="connsiteX3" fmla="*/ 0 w 3934643"/>
                    <a:gd name="connsiteY3" fmla="*/ 1088306 h 1088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4643" h="1088305">
                      <a:moveTo>
                        <a:pt x="0" y="301377"/>
                      </a:moveTo>
                      <a:lnTo>
                        <a:pt x="3934644" y="0"/>
                      </a:lnTo>
                      <a:lnTo>
                        <a:pt x="3934644" y="957709"/>
                      </a:lnTo>
                      <a:lnTo>
                        <a:pt x="0" y="1088306"/>
                      </a:lnTo>
                      <a:close/>
                    </a:path>
                  </a:pathLst>
                </a:custGeom>
                <a:solidFill>
                  <a:srgbClr val="AEAFB1"/>
                </a:soli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68" name="任意多边形: 形状 3567">
                  <a:extLst>
                    <a:ext uri="{FF2B5EF4-FFF2-40B4-BE49-F238E27FC236}">
                      <a16:creationId xmlns:a16="http://schemas.microsoft.com/office/drawing/2014/main" id="{8527E0EB-0456-4752-2218-0FBC79EAC1D6}"/>
                    </a:ext>
                  </a:extLst>
                </p:cNvPr>
                <p:cNvSpPr/>
                <p:nvPr/>
              </p:nvSpPr>
              <p:spPr>
                <a:xfrm>
                  <a:off x="3751957" y="2106290"/>
                  <a:ext cx="3807395" cy="977800"/>
                </a:xfrm>
                <a:custGeom>
                  <a:avLst/>
                  <a:gdLst>
                    <a:gd name="connsiteX0" fmla="*/ 0 w 3807395"/>
                    <a:gd name="connsiteY0" fmla="*/ 298028 h 977800"/>
                    <a:gd name="connsiteX1" fmla="*/ 3807396 w 3807395"/>
                    <a:gd name="connsiteY1" fmla="*/ 0 h 977800"/>
                    <a:gd name="connsiteX2" fmla="*/ 3807396 w 3807395"/>
                    <a:gd name="connsiteY2" fmla="*/ 850553 h 977800"/>
                    <a:gd name="connsiteX3" fmla="*/ 0 w 3807395"/>
                    <a:gd name="connsiteY3" fmla="*/ 977801 h 977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7395" h="977800">
                      <a:moveTo>
                        <a:pt x="0" y="298028"/>
                      </a:moveTo>
                      <a:lnTo>
                        <a:pt x="3807396" y="0"/>
                      </a:lnTo>
                      <a:lnTo>
                        <a:pt x="3807396" y="850553"/>
                      </a:lnTo>
                      <a:lnTo>
                        <a:pt x="0" y="977801"/>
                      </a:lnTo>
                      <a:close/>
                    </a:path>
                  </a:pathLst>
                </a:custGeom>
                <a:solidFill>
                  <a:srgbClr val="1B1C1E"/>
                </a:soli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69" name="任意多边形: 形状 3568">
                  <a:extLst>
                    <a:ext uri="{FF2B5EF4-FFF2-40B4-BE49-F238E27FC236}">
                      <a16:creationId xmlns:a16="http://schemas.microsoft.com/office/drawing/2014/main" id="{0433B18B-397F-7A07-3197-23AACE062ACE}"/>
                    </a:ext>
                  </a:extLst>
                </p:cNvPr>
                <p:cNvSpPr/>
                <p:nvPr/>
              </p:nvSpPr>
              <p:spPr>
                <a:xfrm>
                  <a:off x="3718470" y="2390923"/>
                  <a:ext cx="33486" cy="709910"/>
                </a:xfrm>
                <a:custGeom>
                  <a:avLst/>
                  <a:gdLst>
                    <a:gd name="connsiteX0" fmla="*/ 0 w 33486"/>
                    <a:gd name="connsiteY0" fmla="*/ 0 h 709910"/>
                    <a:gd name="connsiteX1" fmla="*/ 33486 w 33486"/>
                    <a:gd name="connsiteY1" fmla="*/ 13395 h 709910"/>
                    <a:gd name="connsiteX2" fmla="*/ 33486 w 33486"/>
                    <a:gd name="connsiteY2" fmla="*/ 709910 h 709910"/>
                    <a:gd name="connsiteX3" fmla="*/ 0 w 33486"/>
                    <a:gd name="connsiteY3" fmla="*/ 709910 h 709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486" h="709910">
                      <a:moveTo>
                        <a:pt x="0" y="0"/>
                      </a:moveTo>
                      <a:lnTo>
                        <a:pt x="33486" y="13395"/>
                      </a:lnTo>
                      <a:lnTo>
                        <a:pt x="33486" y="709910"/>
                      </a:lnTo>
                      <a:lnTo>
                        <a:pt x="0" y="70991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EAFB1"/>
                    </a:gs>
                    <a:gs pos="50000">
                      <a:srgbClr val="C2C3C5"/>
                    </a:gs>
                    <a:gs pos="100000">
                      <a:srgbClr val="D7D8D9"/>
                    </a:gs>
                  </a:gsLst>
                  <a:lin ang="10800000" scaled="1"/>
                </a:gra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570" name="图形 38">
                  <a:extLst>
                    <a:ext uri="{FF2B5EF4-FFF2-40B4-BE49-F238E27FC236}">
                      <a16:creationId xmlns:a16="http://schemas.microsoft.com/office/drawing/2014/main" id="{299ED520-D879-04E9-CDCB-D23C8213A470}"/>
                    </a:ext>
                  </a:extLst>
                </p:cNvPr>
                <p:cNvGrpSpPr/>
                <p:nvPr/>
              </p:nvGrpSpPr>
              <p:grpSpPr>
                <a:xfrm>
                  <a:off x="3745259" y="2347391"/>
                  <a:ext cx="930919" cy="271239"/>
                  <a:chOff x="3745259" y="2347391"/>
                  <a:chExt cx="930919" cy="271239"/>
                </a:xfrm>
              </p:grpSpPr>
              <p:grpSp>
                <p:nvGrpSpPr>
                  <p:cNvPr id="3774" name="图形 38">
                    <a:extLst>
                      <a:ext uri="{FF2B5EF4-FFF2-40B4-BE49-F238E27FC236}">
                        <a16:creationId xmlns:a16="http://schemas.microsoft.com/office/drawing/2014/main" id="{D39C8456-EC09-6B71-D1C8-A2A52EAEBA2E}"/>
                      </a:ext>
                    </a:extLst>
                  </p:cNvPr>
                  <p:cNvGrpSpPr/>
                  <p:nvPr/>
                </p:nvGrpSpPr>
                <p:grpSpPr>
                  <a:xfrm>
                    <a:off x="3751957" y="2347391"/>
                    <a:ext cx="924222" cy="271239"/>
                    <a:chOff x="3751957" y="2347391"/>
                    <a:chExt cx="924222" cy="271239"/>
                  </a:xfrm>
                </p:grpSpPr>
                <p:sp>
                  <p:nvSpPr>
                    <p:cNvPr id="3782" name="任意多边形: 形状 3781">
                      <a:extLst>
                        <a:ext uri="{FF2B5EF4-FFF2-40B4-BE49-F238E27FC236}">
                          <a16:creationId xmlns:a16="http://schemas.microsoft.com/office/drawing/2014/main" id="{4645E1C6-A0A2-08DB-6243-5D788C9B11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347391"/>
                      <a:ext cx="924222" cy="271239"/>
                    </a:xfrm>
                    <a:custGeom>
                      <a:avLst/>
                      <a:gdLst>
                        <a:gd name="connsiteX0" fmla="*/ 0 w 924222"/>
                        <a:gd name="connsiteY0" fmla="*/ 73670 h 271239"/>
                        <a:gd name="connsiteX1" fmla="*/ 924223 w 924222"/>
                        <a:gd name="connsiteY1" fmla="*/ 0 h 271239"/>
                        <a:gd name="connsiteX2" fmla="*/ 924223 w 924222"/>
                        <a:gd name="connsiteY2" fmla="*/ 214313 h 271239"/>
                        <a:gd name="connsiteX3" fmla="*/ 0 w 924222"/>
                        <a:gd name="connsiteY3" fmla="*/ 271239 h 2712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71239">
                          <a:moveTo>
                            <a:pt x="0" y="73670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71239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83" name="任意多边形: 形状 3782">
                      <a:extLst>
                        <a:ext uri="{FF2B5EF4-FFF2-40B4-BE49-F238E27FC236}">
                          <a16:creationId xmlns:a16="http://schemas.microsoft.com/office/drawing/2014/main" id="{BA099501-6789-206A-608E-EBAC375F4E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347391"/>
                      <a:ext cx="924222" cy="271239"/>
                    </a:xfrm>
                    <a:custGeom>
                      <a:avLst/>
                      <a:gdLst>
                        <a:gd name="connsiteX0" fmla="*/ 0 w 924222"/>
                        <a:gd name="connsiteY0" fmla="*/ 73670 h 271239"/>
                        <a:gd name="connsiteX1" fmla="*/ 924223 w 924222"/>
                        <a:gd name="connsiteY1" fmla="*/ 0 h 271239"/>
                        <a:gd name="connsiteX2" fmla="*/ 924223 w 924222"/>
                        <a:gd name="connsiteY2" fmla="*/ 214313 h 271239"/>
                        <a:gd name="connsiteX3" fmla="*/ 0 w 924222"/>
                        <a:gd name="connsiteY3" fmla="*/ 271239 h 2712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71239">
                          <a:moveTo>
                            <a:pt x="0" y="73670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7123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84" name="任意多边形: 形状 3783">
                      <a:extLst>
                        <a:ext uri="{FF2B5EF4-FFF2-40B4-BE49-F238E27FC236}">
                          <a16:creationId xmlns:a16="http://schemas.microsoft.com/office/drawing/2014/main" id="{E445F4D0-108B-7780-8254-95DD7D2DED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8654" y="2354758"/>
                      <a:ext cx="910828" cy="256505"/>
                    </a:xfrm>
                    <a:custGeom>
                      <a:avLst/>
                      <a:gdLst>
                        <a:gd name="connsiteX0" fmla="*/ 910828 w 910828"/>
                        <a:gd name="connsiteY0" fmla="*/ 0 h 256505"/>
                        <a:gd name="connsiteX1" fmla="*/ 910828 w 910828"/>
                        <a:gd name="connsiteY1" fmla="*/ 200918 h 256505"/>
                        <a:gd name="connsiteX2" fmla="*/ 0 w 910828"/>
                        <a:gd name="connsiteY2" fmla="*/ 256505 h 256505"/>
                        <a:gd name="connsiteX3" fmla="*/ 0 w 910828"/>
                        <a:gd name="connsiteY3" fmla="*/ 72330 h 256505"/>
                        <a:gd name="connsiteX4" fmla="*/ 910828 w 910828"/>
                        <a:gd name="connsiteY4" fmla="*/ 0 h 2565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0828" h="256505">
                          <a:moveTo>
                            <a:pt x="910828" y="0"/>
                          </a:moveTo>
                          <a:lnTo>
                            <a:pt x="910828" y="200918"/>
                          </a:lnTo>
                          <a:lnTo>
                            <a:pt x="0" y="256505"/>
                          </a:lnTo>
                          <a:lnTo>
                            <a:pt x="0" y="72330"/>
                          </a:lnTo>
                          <a:lnTo>
                            <a:pt x="910828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363636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775" name="任意多边形: 形状 3774">
                    <a:extLst>
                      <a:ext uri="{FF2B5EF4-FFF2-40B4-BE49-F238E27FC236}">
                        <a16:creationId xmlns:a16="http://schemas.microsoft.com/office/drawing/2014/main" id="{87C4A90A-702B-7749-16A8-35BA39B6C918}"/>
                      </a:ext>
                    </a:extLst>
                  </p:cNvPr>
                  <p:cNvSpPr/>
                  <p:nvPr/>
                </p:nvSpPr>
                <p:spPr>
                  <a:xfrm>
                    <a:off x="4076774" y="2431107"/>
                    <a:ext cx="512340" cy="107156"/>
                  </a:xfrm>
                  <a:custGeom>
                    <a:avLst/>
                    <a:gdLst>
                      <a:gd name="connsiteX0" fmla="*/ 0 w 512340"/>
                      <a:gd name="connsiteY0" fmla="*/ 33486 h 107156"/>
                      <a:gd name="connsiteX1" fmla="*/ 512341 w 512340"/>
                      <a:gd name="connsiteY1" fmla="*/ 0 h 107156"/>
                      <a:gd name="connsiteX2" fmla="*/ 512341 w 512340"/>
                      <a:gd name="connsiteY2" fmla="*/ 73670 h 107156"/>
                      <a:gd name="connsiteX3" fmla="*/ 0 w 512340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2340" h="107156">
                        <a:moveTo>
                          <a:pt x="0" y="33486"/>
                        </a:moveTo>
                        <a:lnTo>
                          <a:pt x="512341" y="0"/>
                        </a:lnTo>
                        <a:lnTo>
                          <a:pt x="512341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76" name="任意多边形: 形状 3775">
                    <a:extLst>
                      <a:ext uri="{FF2B5EF4-FFF2-40B4-BE49-F238E27FC236}">
                        <a16:creationId xmlns:a16="http://schemas.microsoft.com/office/drawing/2014/main" id="{FA88B713-9250-BBAC-9126-CFE8C9A49AF0}"/>
                      </a:ext>
                    </a:extLst>
                  </p:cNvPr>
                  <p:cNvSpPr/>
                  <p:nvPr/>
                </p:nvSpPr>
                <p:spPr>
                  <a:xfrm>
                    <a:off x="3828975" y="2474639"/>
                    <a:ext cx="130596" cy="83715"/>
                  </a:xfrm>
                  <a:custGeom>
                    <a:avLst/>
                    <a:gdLst>
                      <a:gd name="connsiteX0" fmla="*/ 0 w 130596"/>
                      <a:gd name="connsiteY0" fmla="*/ 10046 h 83715"/>
                      <a:gd name="connsiteX1" fmla="*/ 130597 w 130596"/>
                      <a:gd name="connsiteY1" fmla="*/ 0 h 83715"/>
                      <a:gd name="connsiteX2" fmla="*/ 130597 w 130596"/>
                      <a:gd name="connsiteY2" fmla="*/ 73670 h 83715"/>
                      <a:gd name="connsiteX3" fmla="*/ 0 w 130596"/>
                      <a:gd name="connsiteY3" fmla="*/ 83716 h 83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0596" h="83715">
                        <a:moveTo>
                          <a:pt x="0" y="10046"/>
                        </a:moveTo>
                        <a:lnTo>
                          <a:pt x="130597" y="0"/>
                        </a:lnTo>
                        <a:moveTo>
                          <a:pt x="130597" y="73670"/>
                        </a:moveTo>
                        <a:lnTo>
                          <a:pt x="0" y="8371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77" name="图形 38">
                    <a:extLst>
                      <a:ext uri="{FF2B5EF4-FFF2-40B4-BE49-F238E27FC236}">
                        <a16:creationId xmlns:a16="http://schemas.microsoft.com/office/drawing/2014/main" id="{C89205F3-4B4A-7C0F-5368-7792061F22F4}"/>
                      </a:ext>
                    </a:extLst>
                  </p:cNvPr>
                  <p:cNvGrpSpPr/>
                  <p:nvPr/>
                </p:nvGrpSpPr>
                <p:grpSpPr>
                  <a:xfrm>
                    <a:off x="3745259" y="2471291"/>
                    <a:ext cx="26789" cy="100458"/>
                    <a:chOff x="3745259" y="2471291"/>
                    <a:chExt cx="26789" cy="100458"/>
                  </a:xfrm>
                </p:grpSpPr>
                <p:sp>
                  <p:nvSpPr>
                    <p:cNvPr id="3778" name="任意多边形: 形状 3777">
                      <a:extLst>
                        <a:ext uri="{FF2B5EF4-FFF2-40B4-BE49-F238E27FC236}">
                          <a16:creationId xmlns:a16="http://schemas.microsoft.com/office/drawing/2014/main" id="{DB5D34F1-3D11-2A71-6C44-C63D317FF9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47129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79" name="任意多边形: 形状 3778">
                      <a:extLst>
                        <a:ext uri="{FF2B5EF4-FFF2-40B4-BE49-F238E27FC236}">
                          <a16:creationId xmlns:a16="http://schemas.microsoft.com/office/drawing/2014/main" id="{00D49689-8CFD-13FC-EA94-F1D1DCE4CD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47129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80" name="任意多边形: 形状 3779">
                      <a:extLst>
                        <a:ext uri="{FF2B5EF4-FFF2-40B4-BE49-F238E27FC236}">
                          <a16:creationId xmlns:a16="http://schemas.microsoft.com/office/drawing/2014/main" id="{E44310F1-2EA5-06DC-7AFA-5D7410E8BD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544960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81" name="任意多边形: 形状 3780">
                      <a:extLst>
                        <a:ext uri="{FF2B5EF4-FFF2-40B4-BE49-F238E27FC236}">
                          <a16:creationId xmlns:a16="http://schemas.microsoft.com/office/drawing/2014/main" id="{BB25C57E-4B78-5895-6C86-3C9C4466BD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544960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571" name="图形 38">
                  <a:extLst>
                    <a:ext uri="{FF2B5EF4-FFF2-40B4-BE49-F238E27FC236}">
                      <a16:creationId xmlns:a16="http://schemas.microsoft.com/office/drawing/2014/main" id="{B71BFE97-29A3-0821-DEE4-019665C3723D}"/>
                    </a:ext>
                  </a:extLst>
                </p:cNvPr>
                <p:cNvGrpSpPr/>
                <p:nvPr/>
              </p:nvGrpSpPr>
              <p:grpSpPr>
                <a:xfrm>
                  <a:off x="3745259" y="2585144"/>
                  <a:ext cx="930919" cy="254496"/>
                  <a:chOff x="3745259" y="2585144"/>
                  <a:chExt cx="930919" cy="254496"/>
                </a:xfrm>
              </p:grpSpPr>
              <p:grpSp>
                <p:nvGrpSpPr>
                  <p:cNvPr id="3763" name="图形 38">
                    <a:extLst>
                      <a:ext uri="{FF2B5EF4-FFF2-40B4-BE49-F238E27FC236}">
                        <a16:creationId xmlns:a16="http://schemas.microsoft.com/office/drawing/2014/main" id="{C08CFABE-BAC9-2BB8-B293-A2D78DED6D03}"/>
                      </a:ext>
                    </a:extLst>
                  </p:cNvPr>
                  <p:cNvGrpSpPr/>
                  <p:nvPr/>
                </p:nvGrpSpPr>
                <p:grpSpPr>
                  <a:xfrm>
                    <a:off x="3751957" y="2585144"/>
                    <a:ext cx="924222" cy="254496"/>
                    <a:chOff x="3751957" y="2585144"/>
                    <a:chExt cx="924222" cy="254496"/>
                  </a:xfrm>
                </p:grpSpPr>
                <p:sp>
                  <p:nvSpPr>
                    <p:cNvPr id="3771" name="任意多边形: 形状 3770">
                      <a:extLst>
                        <a:ext uri="{FF2B5EF4-FFF2-40B4-BE49-F238E27FC236}">
                          <a16:creationId xmlns:a16="http://schemas.microsoft.com/office/drawing/2014/main" id="{7D4AAD85-7B8F-985F-2031-C1439950DD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585144"/>
                      <a:ext cx="924222" cy="254496"/>
                    </a:xfrm>
                    <a:custGeom>
                      <a:avLst/>
                      <a:gdLst>
                        <a:gd name="connsiteX0" fmla="*/ 0 w 924222"/>
                        <a:gd name="connsiteY0" fmla="*/ 56927 h 254496"/>
                        <a:gd name="connsiteX1" fmla="*/ 924223 w 924222"/>
                        <a:gd name="connsiteY1" fmla="*/ 0 h 254496"/>
                        <a:gd name="connsiteX2" fmla="*/ 924223 w 924222"/>
                        <a:gd name="connsiteY2" fmla="*/ 214313 h 254496"/>
                        <a:gd name="connsiteX3" fmla="*/ 0 w 924222"/>
                        <a:gd name="connsiteY3" fmla="*/ 254496 h 2544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54496">
                          <a:moveTo>
                            <a:pt x="0" y="56927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54496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72" name="任意多边形: 形状 3771">
                      <a:extLst>
                        <a:ext uri="{FF2B5EF4-FFF2-40B4-BE49-F238E27FC236}">
                          <a16:creationId xmlns:a16="http://schemas.microsoft.com/office/drawing/2014/main" id="{F8D2A953-4729-4CD3-E4FE-9E12F5458B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585144"/>
                      <a:ext cx="924222" cy="254496"/>
                    </a:xfrm>
                    <a:custGeom>
                      <a:avLst/>
                      <a:gdLst>
                        <a:gd name="connsiteX0" fmla="*/ 0 w 924222"/>
                        <a:gd name="connsiteY0" fmla="*/ 56927 h 254496"/>
                        <a:gd name="connsiteX1" fmla="*/ 924223 w 924222"/>
                        <a:gd name="connsiteY1" fmla="*/ 0 h 254496"/>
                        <a:gd name="connsiteX2" fmla="*/ 924223 w 924222"/>
                        <a:gd name="connsiteY2" fmla="*/ 214313 h 254496"/>
                        <a:gd name="connsiteX3" fmla="*/ 0 w 924222"/>
                        <a:gd name="connsiteY3" fmla="*/ 254496 h 2544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54496">
                          <a:moveTo>
                            <a:pt x="0" y="56927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5449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73" name="任意多边形: 形状 3772">
                      <a:extLst>
                        <a:ext uri="{FF2B5EF4-FFF2-40B4-BE49-F238E27FC236}">
                          <a16:creationId xmlns:a16="http://schemas.microsoft.com/office/drawing/2014/main" id="{2A1A8FF8-E560-17C4-CBD2-DC3CD16695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8654" y="2592511"/>
                      <a:ext cx="910828" cy="240431"/>
                    </a:xfrm>
                    <a:custGeom>
                      <a:avLst/>
                      <a:gdLst>
                        <a:gd name="connsiteX0" fmla="*/ 910828 w 910828"/>
                        <a:gd name="connsiteY0" fmla="*/ 0 h 240431"/>
                        <a:gd name="connsiteX1" fmla="*/ 910828 w 910828"/>
                        <a:gd name="connsiteY1" fmla="*/ 200248 h 240431"/>
                        <a:gd name="connsiteX2" fmla="*/ 0 w 910828"/>
                        <a:gd name="connsiteY2" fmla="*/ 240432 h 240431"/>
                        <a:gd name="connsiteX3" fmla="*/ 0 w 910828"/>
                        <a:gd name="connsiteY3" fmla="*/ 55587 h 240431"/>
                        <a:gd name="connsiteX4" fmla="*/ 910828 w 910828"/>
                        <a:gd name="connsiteY4" fmla="*/ 0 h 2404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0828" h="240431">
                          <a:moveTo>
                            <a:pt x="910828" y="0"/>
                          </a:moveTo>
                          <a:lnTo>
                            <a:pt x="910828" y="200248"/>
                          </a:lnTo>
                          <a:lnTo>
                            <a:pt x="0" y="240432"/>
                          </a:lnTo>
                          <a:lnTo>
                            <a:pt x="0" y="55587"/>
                          </a:lnTo>
                          <a:lnTo>
                            <a:pt x="910828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363636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764" name="任意多边形: 形状 3763">
                    <a:extLst>
                      <a:ext uri="{FF2B5EF4-FFF2-40B4-BE49-F238E27FC236}">
                        <a16:creationId xmlns:a16="http://schemas.microsoft.com/office/drawing/2014/main" id="{76A30C42-06E5-561D-8606-36B08FFF7F9E}"/>
                      </a:ext>
                    </a:extLst>
                  </p:cNvPr>
                  <p:cNvSpPr/>
                  <p:nvPr/>
                </p:nvSpPr>
                <p:spPr>
                  <a:xfrm>
                    <a:off x="4076774" y="2652117"/>
                    <a:ext cx="512340" cy="107156"/>
                  </a:xfrm>
                  <a:custGeom>
                    <a:avLst/>
                    <a:gdLst>
                      <a:gd name="connsiteX0" fmla="*/ 0 w 512340"/>
                      <a:gd name="connsiteY0" fmla="*/ 33486 h 107156"/>
                      <a:gd name="connsiteX1" fmla="*/ 512341 w 512340"/>
                      <a:gd name="connsiteY1" fmla="*/ 0 h 107156"/>
                      <a:gd name="connsiteX2" fmla="*/ 512341 w 512340"/>
                      <a:gd name="connsiteY2" fmla="*/ 73670 h 107156"/>
                      <a:gd name="connsiteX3" fmla="*/ 0 w 512340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2340" h="107156">
                        <a:moveTo>
                          <a:pt x="0" y="33486"/>
                        </a:moveTo>
                        <a:lnTo>
                          <a:pt x="512341" y="0"/>
                        </a:lnTo>
                        <a:lnTo>
                          <a:pt x="512341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5" name="任意多边形: 形状 3764">
                    <a:extLst>
                      <a:ext uri="{FF2B5EF4-FFF2-40B4-BE49-F238E27FC236}">
                        <a16:creationId xmlns:a16="http://schemas.microsoft.com/office/drawing/2014/main" id="{638711A1-6ADE-9F0E-B2E4-2A17CC8002F4}"/>
                      </a:ext>
                    </a:extLst>
                  </p:cNvPr>
                  <p:cNvSpPr/>
                  <p:nvPr/>
                </p:nvSpPr>
                <p:spPr>
                  <a:xfrm>
                    <a:off x="3828975" y="2695649"/>
                    <a:ext cx="130596" cy="83715"/>
                  </a:xfrm>
                  <a:custGeom>
                    <a:avLst/>
                    <a:gdLst>
                      <a:gd name="connsiteX0" fmla="*/ 0 w 130596"/>
                      <a:gd name="connsiteY0" fmla="*/ 10046 h 83715"/>
                      <a:gd name="connsiteX1" fmla="*/ 130597 w 130596"/>
                      <a:gd name="connsiteY1" fmla="*/ 0 h 83715"/>
                      <a:gd name="connsiteX2" fmla="*/ 130597 w 130596"/>
                      <a:gd name="connsiteY2" fmla="*/ 73670 h 83715"/>
                      <a:gd name="connsiteX3" fmla="*/ 0 w 130596"/>
                      <a:gd name="connsiteY3" fmla="*/ 83716 h 83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0596" h="83715">
                        <a:moveTo>
                          <a:pt x="0" y="10046"/>
                        </a:moveTo>
                        <a:lnTo>
                          <a:pt x="130597" y="0"/>
                        </a:lnTo>
                        <a:moveTo>
                          <a:pt x="130597" y="73670"/>
                        </a:moveTo>
                        <a:lnTo>
                          <a:pt x="0" y="8371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66" name="图形 38">
                    <a:extLst>
                      <a:ext uri="{FF2B5EF4-FFF2-40B4-BE49-F238E27FC236}">
                        <a16:creationId xmlns:a16="http://schemas.microsoft.com/office/drawing/2014/main" id="{7263768C-E6D8-5D60-FEE7-7C0E45B31299}"/>
                      </a:ext>
                    </a:extLst>
                  </p:cNvPr>
                  <p:cNvGrpSpPr/>
                  <p:nvPr/>
                </p:nvGrpSpPr>
                <p:grpSpPr>
                  <a:xfrm>
                    <a:off x="3745259" y="2692300"/>
                    <a:ext cx="26789" cy="100458"/>
                    <a:chOff x="3745259" y="2692300"/>
                    <a:chExt cx="26789" cy="100458"/>
                  </a:xfrm>
                </p:grpSpPr>
                <p:sp>
                  <p:nvSpPr>
                    <p:cNvPr id="3767" name="任意多边形: 形状 3766">
                      <a:extLst>
                        <a:ext uri="{FF2B5EF4-FFF2-40B4-BE49-F238E27FC236}">
                          <a16:creationId xmlns:a16="http://schemas.microsoft.com/office/drawing/2014/main" id="{39883178-8D31-C4CB-9A44-87DACA95DC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692300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68" name="任意多边形: 形状 3767">
                      <a:extLst>
                        <a:ext uri="{FF2B5EF4-FFF2-40B4-BE49-F238E27FC236}">
                          <a16:creationId xmlns:a16="http://schemas.microsoft.com/office/drawing/2014/main" id="{A1A6F045-9E29-7F59-A2CA-1075235A3E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692300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69" name="任意多边形: 形状 3768">
                      <a:extLst>
                        <a:ext uri="{FF2B5EF4-FFF2-40B4-BE49-F238E27FC236}">
                          <a16:creationId xmlns:a16="http://schemas.microsoft.com/office/drawing/2014/main" id="{CC88E84B-3EC9-F27B-8CCF-6AFDF12B12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765970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70" name="任意多边形: 形状 3769">
                      <a:extLst>
                        <a:ext uri="{FF2B5EF4-FFF2-40B4-BE49-F238E27FC236}">
                          <a16:creationId xmlns:a16="http://schemas.microsoft.com/office/drawing/2014/main" id="{5A82F2AF-7FE2-B1F4-B586-269704A947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765970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572" name="图形 38">
                  <a:extLst>
                    <a:ext uri="{FF2B5EF4-FFF2-40B4-BE49-F238E27FC236}">
                      <a16:creationId xmlns:a16="http://schemas.microsoft.com/office/drawing/2014/main" id="{5F9F461A-906B-3C20-FA7B-EF686BE4E7C1}"/>
                    </a:ext>
                  </a:extLst>
                </p:cNvPr>
                <p:cNvGrpSpPr/>
                <p:nvPr/>
              </p:nvGrpSpPr>
              <p:grpSpPr>
                <a:xfrm>
                  <a:off x="3745259" y="2826246"/>
                  <a:ext cx="930919" cy="241101"/>
                  <a:chOff x="3745259" y="2826246"/>
                  <a:chExt cx="930919" cy="241101"/>
                </a:xfrm>
              </p:grpSpPr>
              <p:grpSp>
                <p:nvGrpSpPr>
                  <p:cNvPr id="3752" name="图形 38">
                    <a:extLst>
                      <a:ext uri="{FF2B5EF4-FFF2-40B4-BE49-F238E27FC236}">
                        <a16:creationId xmlns:a16="http://schemas.microsoft.com/office/drawing/2014/main" id="{5A517CBD-35B5-0DE0-79C5-53EC23E6FAB6}"/>
                      </a:ext>
                    </a:extLst>
                  </p:cNvPr>
                  <p:cNvGrpSpPr/>
                  <p:nvPr/>
                </p:nvGrpSpPr>
                <p:grpSpPr>
                  <a:xfrm>
                    <a:off x="3751957" y="2826246"/>
                    <a:ext cx="924222" cy="241101"/>
                    <a:chOff x="3751957" y="2826246"/>
                    <a:chExt cx="924222" cy="241101"/>
                  </a:xfrm>
                </p:grpSpPr>
                <p:sp>
                  <p:nvSpPr>
                    <p:cNvPr id="3760" name="任意多边形: 形状 3759">
                      <a:extLst>
                        <a:ext uri="{FF2B5EF4-FFF2-40B4-BE49-F238E27FC236}">
                          <a16:creationId xmlns:a16="http://schemas.microsoft.com/office/drawing/2014/main" id="{4DB863A7-3503-512D-61B2-D54DBB6EDF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826246"/>
                      <a:ext cx="924222" cy="241101"/>
                    </a:xfrm>
                    <a:custGeom>
                      <a:avLst/>
                      <a:gdLst>
                        <a:gd name="connsiteX0" fmla="*/ 0 w 924222"/>
                        <a:gd name="connsiteY0" fmla="*/ 43532 h 241101"/>
                        <a:gd name="connsiteX1" fmla="*/ 924223 w 924222"/>
                        <a:gd name="connsiteY1" fmla="*/ 0 h 241101"/>
                        <a:gd name="connsiteX2" fmla="*/ 924223 w 924222"/>
                        <a:gd name="connsiteY2" fmla="*/ 210964 h 241101"/>
                        <a:gd name="connsiteX3" fmla="*/ 0 w 924222"/>
                        <a:gd name="connsiteY3" fmla="*/ 241102 h 2411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41101">
                          <a:moveTo>
                            <a:pt x="0" y="43532"/>
                          </a:moveTo>
                          <a:lnTo>
                            <a:pt x="924223" y="0"/>
                          </a:lnTo>
                          <a:lnTo>
                            <a:pt x="924223" y="210964"/>
                          </a:lnTo>
                          <a:lnTo>
                            <a:pt x="0" y="24110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61" name="任意多边形: 形状 3760">
                      <a:extLst>
                        <a:ext uri="{FF2B5EF4-FFF2-40B4-BE49-F238E27FC236}">
                          <a16:creationId xmlns:a16="http://schemas.microsoft.com/office/drawing/2014/main" id="{AF63F99D-9762-11B0-2A0B-2DB80F963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826246"/>
                      <a:ext cx="924222" cy="241101"/>
                    </a:xfrm>
                    <a:custGeom>
                      <a:avLst/>
                      <a:gdLst>
                        <a:gd name="connsiteX0" fmla="*/ 0 w 924222"/>
                        <a:gd name="connsiteY0" fmla="*/ 43532 h 241101"/>
                        <a:gd name="connsiteX1" fmla="*/ 924223 w 924222"/>
                        <a:gd name="connsiteY1" fmla="*/ 0 h 241101"/>
                        <a:gd name="connsiteX2" fmla="*/ 924223 w 924222"/>
                        <a:gd name="connsiteY2" fmla="*/ 210964 h 241101"/>
                        <a:gd name="connsiteX3" fmla="*/ 0 w 924222"/>
                        <a:gd name="connsiteY3" fmla="*/ 241102 h 2411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41101">
                          <a:moveTo>
                            <a:pt x="0" y="43532"/>
                          </a:moveTo>
                          <a:lnTo>
                            <a:pt x="924223" y="0"/>
                          </a:lnTo>
                          <a:lnTo>
                            <a:pt x="924223" y="210964"/>
                          </a:lnTo>
                          <a:lnTo>
                            <a:pt x="0" y="24110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62" name="任意多边形: 形状 3761">
                      <a:extLst>
                        <a:ext uri="{FF2B5EF4-FFF2-40B4-BE49-F238E27FC236}">
                          <a16:creationId xmlns:a16="http://schemas.microsoft.com/office/drawing/2014/main" id="{5AFF5F54-67DE-6E46-ABC6-BEBBAD4781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8654" y="2832943"/>
                      <a:ext cx="910828" cy="227707"/>
                    </a:xfrm>
                    <a:custGeom>
                      <a:avLst/>
                      <a:gdLst>
                        <a:gd name="connsiteX0" fmla="*/ 910828 w 910828"/>
                        <a:gd name="connsiteY0" fmla="*/ 0 h 227707"/>
                        <a:gd name="connsiteX1" fmla="*/ 910828 w 910828"/>
                        <a:gd name="connsiteY1" fmla="*/ 197569 h 227707"/>
                        <a:gd name="connsiteX2" fmla="*/ 0 w 910828"/>
                        <a:gd name="connsiteY2" fmla="*/ 227707 h 227707"/>
                        <a:gd name="connsiteX3" fmla="*/ 0 w 910828"/>
                        <a:gd name="connsiteY3" fmla="*/ 43532 h 227707"/>
                        <a:gd name="connsiteX4" fmla="*/ 910828 w 910828"/>
                        <a:gd name="connsiteY4" fmla="*/ 0 h 2277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0828" h="227707">
                          <a:moveTo>
                            <a:pt x="910828" y="0"/>
                          </a:moveTo>
                          <a:lnTo>
                            <a:pt x="910828" y="197569"/>
                          </a:lnTo>
                          <a:lnTo>
                            <a:pt x="0" y="227707"/>
                          </a:lnTo>
                          <a:lnTo>
                            <a:pt x="0" y="43532"/>
                          </a:lnTo>
                          <a:lnTo>
                            <a:pt x="910828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363636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753" name="任意多边形: 形状 3752">
                    <a:extLst>
                      <a:ext uri="{FF2B5EF4-FFF2-40B4-BE49-F238E27FC236}">
                        <a16:creationId xmlns:a16="http://schemas.microsoft.com/office/drawing/2014/main" id="{D455C251-2671-A3E2-249A-6744DCBF2B23}"/>
                      </a:ext>
                    </a:extLst>
                  </p:cNvPr>
                  <p:cNvSpPr/>
                  <p:nvPr/>
                </p:nvSpPr>
                <p:spPr>
                  <a:xfrm>
                    <a:off x="4076774" y="2899916"/>
                    <a:ext cx="512340" cy="93761"/>
                  </a:xfrm>
                  <a:custGeom>
                    <a:avLst/>
                    <a:gdLst>
                      <a:gd name="connsiteX0" fmla="*/ 0 w 512340"/>
                      <a:gd name="connsiteY0" fmla="*/ 20092 h 93761"/>
                      <a:gd name="connsiteX1" fmla="*/ 512341 w 512340"/>
                      <a:gd name="connsiteY1" fmla="*/ 0 h 93761"/>
                      <a:gd name="connsiteX2" fmla="*/ 512341 w 512340"/>
                      <a:gd name="connsiteY2" fmla="*/ 73670 h 93761"/>
                      <a:gd name="connsiteX3" fmla="*/ 0 w 512340"/>
                      <a:gd name="connsiteY3" fmla="*/ 93762 h 93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2340" h="93761">
                        <a:moveTo>
                          <a:pt x="0" y="20092"/>
                        </a:moveTo>
                        <a:lnTo>
                          <a:pt x="512341" y="0"/>
                        </a:lnTo>
                        <a:lnTo>
                          <a:pt x="512341" y="73670"/>
                        </a:lnTo>
                        <a:lnTo>
                          <a:pt x="0" y="93762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54" name="任意多边形: 形状 3753">
                    <a:extLst>
                      <a:ext uri="{FF2B5EF4-FFF2-40B4-BE49-F238E27FC236}">
                        <a16:creationId xmlns:a16="http://schemas.microsoft.com/office/drawing/2014/main" id="{BA4492CD-EC39-EABE-DDC6-AF8F934007B1}"/>
                      </a:ext>
                    </a:extLst>
                  </p:cNvPr>
                  <p:cNvSpPr/>
                  <p:nvPr/>
                </p:nvSpPr>
                <p:spPr>
                  <a:xfrm>
                    <a:off x="3828975" y="2930053"/>
                    <a:ext cx="130596" cy="77018"/>
                  </a:xfrm>
                  <a:custGeom>
                    <a:avLst/>
                    <a:gdLst>
                      <a:gd name="connsiteX0" fmla="*/ 0 w 130596"/>
                      <a:gd name="connsiteY0" fmla="*/ 3349 h 77018"/>
                      <a:gd name="connsiteX1" fmla="*/ 130597 w 130596"/>
                      <a:gd name="connsiteY1" fmla="*/ 0 h 77018"/>
                      <a:gd name="connsiteX2" fmla="*/ 130597 w 130596"/>
                      <a:gd name="connsiteY2" fmla="*/ 70321 h 77018"/>
                      <a:gd name="connsiteX3" fmla="*/ 0 w 130596"/>
                      <a:gd name="connsiteY3" fmla="*/ 77019 h 770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0596" h="77018">
                        <a:moveTo>
                          <a:pt x="0" y="3349"/>
                        </a:moveTo>
                        <a:lnTo>
                          <a:pt x="130597" y="0"/>
                        </a:lnTo>
                        <a:moveTo>
                          <a:pt x="130597" y="70321"/>
                        </a:moveTo>
                        <a:lnTo>
                          <a:pt x="0" y="77019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55" name="图形 38">
                    <a:extLst>
                      <a:ext uri="{FF2B5EF4-FFF2-40B4-BE49-F238E27FC236}">
                        <a16:creationId xmlns:a16="http://schemas.microsoft.com/office/drawing/2014/main" id="{FEECB1D4-06F0-2BE9-3C7F-07BE67610EAD}"/>
                      </a:ext>
                    </a:extLst>
                  </p:cNvPr>
                  <p:cNvGrpSpPr/>
                  <p:nvPr/>
                </p:nvGrpSpPr>
                <p:grpSpPr>
                  <a:xfrm>
                    <a:off x="3745259" y="2920007"/>
                    <a:ext cx="26789" cy="100458"/>
                    <a:chOff x="3745259" y="2920007"/>
                    <a:chExt cx="26789" cy="100458"/>
                  </a:xfrm>
                </p:grpSpPr>
                <p:sp>
                  <p:nvSpPr>
                    <p:cNvPr id="3756" name="任意多边形: 形状 3755">
                      <a:extLst>
                        <a:ext uri="{FF2B5EF4-FFF2-40B4-BE49-F238E27FC236}">
                          <a16:creationId xmlns:a16="http://schemas.microsoft.com/office/drawing/2014/main" id="{C863485C-D368-E251-4341-C9390C4D1C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92000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57" name="任意多边形: 形状 3756">
                      <a:extLst>
                        <a:ext uri="{FF2B5EF4-FFF2-40B4-BE49-F238E27FC236}">
                          <a16:creationId xmlns:a16="http://schemas.microsoft.com/office/drawing/2014/main" id="{118EFADD-FE87-898B-806C-06DF84799C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92000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58" name="任意多边形: 形状 3757">
                      <a:extLst>
                        <a:ext uri="{FF2B5EF4-FFF2-40B4-BE49-F238E27FC236}">
                          <a16:creationId xmlns:a16="http://schemas.microsoft.com/office/drawing/2014/main" id="{F9C6D1C0-F66F-DD4E-AACF-DB4700CB51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99367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59" name="任意多边形: 形状 3758">
                      <a:extLst>
                        <a:ext uri="{FF2B5EF4-FFF2-40B4-BE49-F238E27FC236}">
                          <a16:creationId xmlns:a16="http://schemas.microsoft.com/office/drawing/2014/main" id="{CF2E1854-F95B-D57A-D4D1-33CE144AD6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99367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573" name="图形 38">
                  <a:extLst>
                    <a:ext uri="{FF2B5EF4-FFF2-40B4-BE49-F238E27FC236}">
                      <a16:creationId xmlns:a16="http://schemas.microsoft.com/office/drawing/2014/main" id="{F143B71F-1F0A-578D-6731-B49B2AE3937B}"/>
                    </a:ext>
                  </a:extLst>
                </p:cNvPr>
                <p:cNvGrpSpPr/>
                <p:nvPr/>
              </p:nvGrpSpPr>
              <p:grpSpPr>
                <a:xfrm>
                  <a:off x="4696271" y="2270373"/>
                  <a:ext cx="1051470" cy="287982"/>
                  <a:chOff x="4696271" y="2270373"/>
                  <a:chExt cx="1051470" cy="287982"/>
                </a:xfrm>
              </p:grpSpPr>
              <p:grpSp>
                <p:nvGrpSpPr>
                  <p:cNvPr id="3741" name="图形 38">
                    <a:extLst>
                      <a:ext uri="{FF2B5EF4-FFF2-40B4-BE49-F238E27FC236}">
                        <a16:creationId xmlns:a16="http://schemas.microsoft.com/office/drawing/2014/main" id="{BCDCC30C-8DCE-FC99-7D6B-52F6C0560AEC}"/>
                      </a:ext>
                    </a:extLst>
                  </p:cNvPr>
                  <p:cNvGrpSpPr/>
                  <p:nvPr/>
                </p:nvGrpSpPr>
                <p:grpSpPr>
                  <a:xfrm>
                    <a:off x="4702968" y="2270373"/>
                    <a:ext cx="1044773" cy="287982"/>
                    <a:chOff x="4702968" y="2270373"/>
                    <a:chExt cx="1044773" cy="287982"/>
                  </a:xfrm>
                </p:grpSpPr>
                <p:sp>
                  <p:nvSpPr>
                    <p:cNvPr id="3749" name="任意多边形: 形状 3748">
                      <a:extLst>
                        <a:ext uri="{FF2B5EF4-FFF2-40B4-BE49-F238E27FC236}">
                          <a16:creationId xmlns:a16="http://schemas.microsoft.com/office/drawing/2014/main" id="{43A0D4D5-D119-3554-F353-D423001479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270373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20340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20340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50" name="任意多边形: 形状 3749">
                      <a:extLst>
                        <a:ext uri="{FF2B5EF4-FFF2-40B4-BE49-F238E27FC236}">
                          <a16:creationId xmlns:a16="http://schemas.microsoft.com/office/drawing/2014/main" id="{B7281656-66CE-2EC6-A620-2787C65CA7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270373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20340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20340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51" name="任意多边形: 形状 3750">
                      <a:extLst>
                        <a:ext uri="{FF2B5EF4-FFF2-40B4-BE49-F238E27FC236}">
                          <a16:creationId xmlns:a16="http://schemas.microsoft.com/office/drawing/2014/main" id="{4636ACDA-6751-9AAA-AFBE-2A64F67BF9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9666" y="2277740"/>
                      <a:ext cx="1031378" cy="273248"/>
                    </a:xfrm>
                    <a:custGeom>
                      <a:avLst/>
                      <a:gdLst>
                        <a:gd name="connsiteX0" fmla="*/ 1031379 w 1031378"/>
                        <a:gd name="connsiteY0" fmla="*/ 0 h 273248"/>
                        <a:gd name="connsiteX1" fmla="*/ 1031379 w 1031378"/>
                        <a:gd name="connsiteY1" fmla="*/ 206276 h 273248"/>
                        <a:gd name="connsiteX2" fmla="*/ 0 w 1031378"/>
                        <a:gd name="connsiteY2" fmla="*/ 273248 h 273248"/>
                        <a:gd name="connsiteX3" fmla="*/ 0 w 1031378"/>
                        <a:gd name="connsiteY3" fmla="*/ 73670 h 273248"/>
                        <a:gd name="connsiteX4" fmla="*/ 1031379 w 1031378"/>
                        <a:gd name="connsiteY4" fmla="*/ 0 h 2732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1378" h="273248">
                          <a:moveTo>
                            <a:pt x="1031379" y="0"/>
                          </a:moveTo>
                          <a:lnTo>
                            <a:pt x="1031379" y="206276"/>
                          </a:lnTo>
                          <a:lnTo>
                            <a:pt x="0" y="273248"/>
                          </a:lnTo>
                          <a:lnTo>
                            <a:pt x="0" y="73670"/>
                          </a:lnTo>
                          <a:lnTo>
                            <a:pt x="1031379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742" name="任意多边形: 形状 3741">
                    <a:extLst>
                      <a:ext uri="{FF2B5EF4-FFF2-40B4-BE49-F238E27FC236}">
                        <a16:creationId xmlns:a16="http://schemas.microsoft.com/office/drawing/2014/main" id="{F97163CD-6514-1305-8699-29D1C75218FD}"/>
                      </a:ext>
                    </a:extLst>
                  </p:cNvPr>
                  <p:cNvSpPr/>
                  <p:nvPr/>
                </p:nvSpPr>
                <p:spPr>
                  <a:xfrm>
                    <a:off x="5071318" y="2357437"/>
                    <a:ext cx="575964" cy="107156"/>
                  </a:xfrm>
                  <a:custGeom>
                    <a:avLst/>
                    <a:gdLst>
                      <a:gd name="connsiteX0" fmla="*/ 0 w 575964"/>
                      <a:gd name="connsiteY0" fmla="*/ 33486 h 107156"/>
                      <a:gd name="connsiteX1" fmla="*/ 575965 w 575964"/>
                      <a:gd name="connsiteY1" fmla="*/ 0 h 107156"/>
                      <a:gd name="connsiteX2" fmla="*/ 575965 w 575964"/>
                      <a:gd name="connsiteY2" fmla="*/ 73670 h 107156"/>
                      <a:gd name="connsiteX3" fmla="*/ 0 w 575964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75964" h="107156">
                        <a:moveTo>
                          <a:pt x="0" y="33486"/>
                        </a:moveTo>
                        <a:lnTo>
                          <a:pt x="575965" y="0"/>
                        </a:lnTo>
                        <a:lnTo>
                          <a:pt x="575965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43" name="任意多边形: 形状 3742">
                    <a:extLst>
                      <a:ext uri="{FF2B5EF4-FFF2-40B4-BE49-F238E27FC236}">
                        <a16:creationId xmlns:a16="http://schemas.microsoft.com/office/drawing/2014/main" id="{AD5FC5BE-BA54-3E12-2207-7FF73A699980}"/>
                      </a:ext>
                    </a:extLst>
                  </p:cNvPr>
                  <p:cNvSpPr/>
                  <p:nvPr/>
                </p:nvSpPr>
                <p:spPr>
                  <a:xfrm>
                    <a:off x="4790033" y="2397621"/>
                    <a:ext cx="147339" cy="87064"/>
                  </a:xfrm>
                  <a:custGeom>
                    <a:avLst/>
                    <a:gdLst>
                      <a:gd name="connsiteX0" fmla="*/ 0 w 147339"/>
                      <a:gd name="connsiteY0" fmla="*/ 10716 h 87064"/>
                      <a:gd name="connsiteX1" fmla="*/ 147340 w 147339"/>
                      <a:gd name="connsiteY1" fmla="*/ 0 h 87064"/>
                      <a:gd name="connsiteX2" fmla="*/ 147340 w 147339"/>
                      <a:gd name="connsiteY2" fmla="*/ 76349 h 87064"/>
                      <a:gd name="connsiteX3" fmla="*/ 0 w 147339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7339" h="87064">
                        <a:moveTo>
                          <a:pt x="0" y="10716"/>
                        </a:moveTo>
                        <a:lnTo>
                          <a:pt x="147340" y="0"/>
                        </a:lnTo>
                        <a:moveTo>
                          <a:pt x="147340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44" name="图形 38">
                    <a:extLst>
                      <a:ext uri="{FF2B5EF4-FFF2-40B4-BE49-F238E27FC236}">
                        <a16:creationId xmlns:a16="http://schemas.microsoft.com/office/drawing/2014/main" id="{28A9C0AE-4D50-C73E-B768-08C9816E5EF4}"/>
                      </a:ext>
                    </a:extLst>
                  </p:cNvPr>
                  <p:cNvGrpSpPr/>
                  <p:nvPr/>
                </p:nvGrpSpPr>
                <p:grpSpPr>
                  <a:xfrm>
                    <a:off x="4696271" y="2404318"/>
                    <a:ext cx="26789" cy="100458"/>
                    <a:chOff x="4696271" y="2404318"/>
                    <a:chExt cx="26789" cy="100458"/>
                  </a:xfrm>
                </p:grpSpPr>
                <p:sp>
                  <p:nvSpPr>
                    <p:cNvPr id="3745" name="任意多边形: 形状 3744">
                      <a:extLst>
                        <a:ext uri="{FF2B5EF4-FFF2-40B4-BE49-F238E27FC236}">
                          <a16:creationId xmlns:a16="http://schemas.microsoft.com/office/drawing/2014/main" id="{425D7801-EEF5-E16E-8FF8-373083337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404318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46" name="任意多边形: 形状 3745">
                      <a:extLst>
                        <a:ext uri="{FF2B5EF4-FFF2-40B4-BE49-F238E27FC236}">
                          <a16:creationId xmlns:a16="http://schemas.microsoft.com/office/drawing/2014/main" id="{2F859A1E-157C-6817-3C45-FC2A330486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404318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47" name="任意多边形: 形状 3746">
                      <a:extLst>
                        <a:ext uri="{FF2B5EF4-FFF2-40B4-BE49-F238E27FC236}">
                          <a16:creationId xmlns:a16="http://schemas.microsoft.com/office/drawing/2014/main" id="{0B8989B9-DA0C-3D6F-D475-5736FDD599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477988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48" name="任意多边形: 形状 3747">
                      <a:extLst>
                        <a:ext uri="{FF2B5EF4-FFF2-40B4-BE49-F238E27FC236}">
                          <a16:creationId xmlns:a16="http://schemas.microsoft.com/office/drawing/2014/main" id="{3DA01F9E-FB26-F6EC-F9C3-45F18CDC9E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477988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574" name="图形 38">
                  <a:extLst>
                    <a:ext uri="{FF2B5EF4-FFF2-40B4-BE49-F238E27FC236}">
                      <a16:creationId xmlns:a16="http://schemas.microsoft.com/office/drawing/2014/main" id="{06DE19FD-6D1B-3ABC-2607-E1974CFA57B2}"/>
                    </a:ext>
                  </a:extLst>
                </p:cNvPr>
                <p:cNvGrpSpPr/>
                <p:nvPr/>
              </p:nvGrpSpPr>
              <p:grpSpPr>
                <a:xfrm>
                  <a:off x="4696271" y="2511474"/>
                  <a:ext cx="1051470" cy="287982"/>
                  <a:chOff x="4696271" y="2511474"/>
                  <a:chExt cx="1051470" cy="287982"/>
                </a:xfrm>
              </p:grpSpPr>
              <p:grpSp>
                <p:nvGrpSpPr>
                  <p:cNvPr id="3730" name="图形 38">
                    <a:extLst>
                      <a:ext uri="{FF2B5EF4-FFF2-40B4-BE49-F238E27FC236}">
                        <a16:creationId xmlns:a16="http://schemas.microsoft.com/office/drawing/2014/main" id="{3A8783EF-F48D-6D6A-C7E1-6D6FEAAAF739}"/>
                      </a:ext>
                    </a:extLst>
                  </p:cNvPr>
                  <p:cNvGrpSpPr/>
                  <p:nvPr/>
                </p:nvGrpSpPr>
                <p:grpSpPr>
                  <a:xfrm>
                    <a:off x="4702968" y="2511474"/>
                    <a:ext cx="1044773" cy="287982"/>
                    <a:chOff x="4702968" y="2511474"/>
                    <a:chExt cx="1044773" cy="287982"/>
                  </a:xfrm>
                </p:grpSpPr>
                <p:sp>
                  <p:nvSpPr>
                    <p:cNvPr id="3738" name="任意多边形: 形状 3737">
                      <a:extLst>
                        <a:ext uri="{FF2B5EF4-FFF2-40B4-BE49-F238E27FC236}">
                          <a16:creationId xmlns:a16="http://schemas.microsoft.com/office/drawing/2014/main" id="{DD16C251-EC52-2A22-B0AF-686015991B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511474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34404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34404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39" name="任意多边形: 形状 3738">
                      <a:extLst>
                        <a:ext uri="{FF2B5EF4-FFF2-40B4-BE49-F238E27FC236}">
                          <a16:creationId xmlns:a16="http://schemas.microsoft.com/office/drawing/2014/main" id="{57F84483-0E0F-4421-EB49-C441295FEB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511474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34404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34404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40" name="任意多边形: 形状 3739">
                      <a:extLst>
                        <a:ext uri="{FF2B5EF4-FFF2-40B4-BE49-F238E27FC236}">
                          <a16:creationId xmlns:a16="http://schemas.microsoft.com/office/drawing/2014/main" id="{B651FC8A-303B-8CD3-FC18-7898A5434A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9666" y="2518841"/>
                      <a:ext cx="1031378" cy="273248"/>
                    </a:xfrm>
                    <a:custGeom>
                      <a:avLst/>
                      <a:gdLst>
                        <a:gd name="connsiteX0" fmla="*/ 1031379 w 1031378"/>
                        <a:gd name="connsiteY0" fmla="*/ 0 h 273248"/>
                        <a:gd name="connsiteX1" fmla="*/ 1031379 w 1031378"/>
                        <a:gd name="connsiteY1" fmla="*/ 220340 h 273248"/>
                        <a:gd name="connsiteX2" fmla="*/ 0 w 1031378"/>
                        <a:gd name="connsiteY2" fmla="*/ 273248 h 273248"/>
                        <a:gd name="connsiteX3" fmla="*/ 0 w 1031378"/>
                        <a:gd name="connsiteY3" fmla="*/ 73670 h 273248"/>
                        <a:gd name="connsiteX4" fmla="*/ 1031379 w 1031378"/>
                        <a:gd name="connsiteY4" fmla="*/ 0 h 2732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1378" h="273248">
                          <a:moveTo>
                            <a:pt x="1031379" y="0"/>
                          </a:moveTo>
                          <a:lnTo>
                            <a:pt x="1031379" y="220340"/>
                          </a:lnTo>
                          <a:lnTo>
                            <a:pt x="0" y="273248"/>
                          </a:lnTo>
                          <a:lnTo>
                            <a:pt x="0" y="73670"/>
                          </a:lnTo>
                          <a:lnTo>
                            <a:pt x="1031379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731" name="任意多边形: 形状 3730">
                    <a:extLst>
                      <a:ext uri="{FF2B5EF4-FFF2-40B4-BE49-F238E27FC236}">
                        <a16:creationId xmlns:a16="http://schemas.microsoft.com/office/drawing/2014/main" id="{B3B3FE0E-9D29-9728-751B-9AC266E52E74}"/>
                      </a:ext>
                    </a:extLst>
                  </p:cNvPr>
                  <p:cNvSpPr/>
                  <p:nvPr/>
                </p:nvSpPr>
                <p:spPr>
                  <a:xfrm>
                    <a:off x="5071318" y="2598539"/>
                    <a:ext cx="575964" cy="107156"/>
                  </a:xfrm>
                  <a:custGeom>
                    <a:avLst/>
                    <a:gdLst>
                      <a:gd name="connsiteX0" fmla="*/ 0 w 575964"/>
                      <a:gd name="connsiteY0" fmla="*/ 33486 h 107156"/>
                      <a:gd name="connsiteX1" fmla="*/ 575965 w 575964"/>
                      <a:gd name="connsiteY1" fmla="*/ 0 h 107156"/>
                      <a:gd name="connsiteX2" fmla="*/ 575965 w 575964"/>
                      <a:gd name="connsiteY2" fmla="*/ 73670 h 107156"/>
                      <a:gd name="connsiteX3" fmla="*/ 0 w 575964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75964" h="107156">
                        <a:moveTo>
                          <a:pt x="0" y="33486"/>
                        </a:moveTo>
                        <a:lnTo>
                          <a:pt x="575965" y="0"/>
                        </a:lnTo>
                        <a:lnTo>
                          <a:pt x="575965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32" name="任意多边形: 形状 3731">
                    <a:extLst>
                      <a:ext uri="{FF2B5EF4-FFF2-40B4-BE49-F238E27FC236}">
                        <a16:creationId xmlns:a16="http://schemas.microsoft.com/office/drawing/2014/main" id="{897898D6-42E2-E66D-0B8A-2D0303E36D68}"/>
                      </a:ext>
                    </a:extLst>
                  </p:cNvPr>
                  <p:cNvSpPr/>
                  <p:nvPr/>
                </p:nvSpPr>
                <p:spPr>
                  <a:xfrm>
                    <a:off x="4790033" y="2638722"/>
                    <a:ext cx="147339" cy="87064"/>
                  </a:xfrm>
                  <a:custGeom>
                    <a:avLst/>
                    <a:gdLst>
                      <a:gd name="connsiteX0" fmla="*/ 0 w 147339"/>
                      <a:gd name="connsiteY0" fmla="*/ 10716 h 87064"/>
                      <a:gd name="connsiteX1" fmla="*/ 147340 w 147339"/>
                      <a:gd name="connsiteY1" fmla="*/ 0 h 87064"/>
                      <a:gd name="connsiteX2" fmla="*/ 147340 w 147339"/>
                      <a:gd name="connsiteY2" fmla="*/ 76349 h 87064"/>
                      <a:gd name="connsiteX3" fmla="*/ 0 w 147339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7339" h="87064">
                        <a:moveTo>
                          <a:pt x="0" y="10716"/>
                        </a:moveTo>
                        <a:lnTo>
                          <a:pt x="147340" y="0"/>
                        </a:lnTo>
                        <a:moveTo>
                          <a:pt x="147340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33" name="图形 38">
                    <a:extLst>
                      <a:ext uri="{FF2B5EF4-FFF2-40B4-BE49-F238E27FC236}">
                        <a16:creationId xmlns:a16="http://schemas.microsoft.com/office/drawing/2014/main" id="{2679A3D0-F5D1-F611-4E3B-A6988EF9C9D7}"/>
                      </a:ext>
                    </a:extLst>
                  </p:cNvPr>
                  <p:cNvGrpSpPr/>
                  <p:nvPr/>
                </p:nvGrpSpPr>
                <p:grpSpPr>
                  <a:xfrm>
                    <a:off x="4696271" y="2638722"/>
                    <a:ext cx="26789" cy="100458"/>
                    <a:chOff x="4696271" y="2638722"/>
                    <a:chExt cx="26789" cy="100458"/>
                  </a:xfrm>
                </p:grpSpPr>
                <p:sp>
                  <p:nvSpPr>
                    <p:cNvPr id="3734" name="任意多边形: 形状 3733">
                      <a:extLst>
                        <a:ext uri="{FF2B5EF4-FFF2-40B4-BE49-F238E27FC236}">
                          <a16:creationId xmlns:a16="http://schemas.microsoft.com/office/drawing/2014/main" id="{7141B213-29D3-9224-2B39-546E769C63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638722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35" name="任意多边形: 形状 3734">
                      <a:extLst>
                        <a:ext uri="{FF2B5EF4-FFF2-40B4-BE49-F238E27FC236}">
                          <a16:creationId xmlns:a16="http://schemas.microsoft.com/office/drawing/2014/main" id="{021A0C01-6D90-5904-D697-018B75C44E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638722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36" name="任意多边形: 形状 3735">
                      <a:extLst>
                        <a:ext uri="{FF2B5EF4-FFF2-40B4-BE49-F238E27FC236}">
                          <a16:creationId xmlns:a16="http://schemas.microsoft.com/office/drawing/2014/main" id="{D8B42FDE-0A8F-4C05-B4CD-278BC88B8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712392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37" name="任意多边形: 形状 3736">
                      <a:extLst>
                        <a:ext uri="{FF2B5EF4-FFF2-40B4-BE49-F238E27FC236}">
                          <a16:creationId xmlns:a16="http://schemas.microsoft.com/office/drawing/2014/main" id="{170944D5-0F04-F5E4-0EF2-A49566DB4B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712392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575" name="图形 38">
                  <a:extLst>
                    <a:ext uri="{FF2B5EF4-FFF2-40B4-BE49-F238E27FC236}">
                      <a16:creationId xmlns:a16="http://schemas.microsoft.com/office/drawing/2014/main" id="{6F6C3C0F-0375-465D-256B-047F9EEA722B}"/>
                    </a:ext>
                  </a:extLst>
                </p:cNvPr>
                <p:cNvGrpSpPr/>
                <p:nvPr/>
              </p:nvGrpSpPr>
              <p:grpSpPr>
                <a:xfrm>
                  <a:off x="4696271" y="2772667"/>
                  <a:ext cx="1051470" cy="264541"/>
                  <a:chOff x="4696271" y="2772667"/>
                  <a:chExt cx="1051470" cy="264541"/>
                </a:xfrm>
              </p:grpSpPr>
              <p:grpSp>
                <p:nvGrpSpPr>
                  <p:cNvPr id="3719" name="图形 38">
                    <a:extLst>
                      <a:ext uri="{FF2B5EF4-FFF2-40B4-BE49-F238E27FC236}">
                        <a16:creationId xmlns:a16="http://schemas.microsoft.com/office/drawing/2014/main" id="{80673103-D925-70E2-69B9-132AFDE4A0F6}"/>
                      </a:ext>
                    </a:extLst>
                  </p:cNvPr>
                  <p:cNvGrpSpPr/>
                  <p:nvPr/>
                </p:nvGrpSpPr>
                <p:grpSpPr>
                  <a:xfrm>
                    <a:off x="4702968" y="2772667"/>
                    <a:ext cx="1044773" cy="264541"/>
                    <a:chOff x="4702968" y="2772667"/>
                    <a:chExt cx="1044773" cy="264541"/>
                  </a:xfrm>
                </p:grpSpPr>
                <p:sp>
                  <p:nvSpPr>
                    <p:cNvPr id="3727" name="任意多边形: 形状 3726">
                      <a:extLst>
                        <a:ext uri="{FF2B5EF4-FFF2-40B4-BE49-F238E27FC236}">
                          <a16:creationId xmlns:a16="http://schemas.microsoft.com/office/drawing/2014/main" id="{E5F3443F-7B7A-ECBE-71F8-18C0FFDBBA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772667"/>
                      <a:ext cx="1044773" cy="264541"/>
                    </a:xfrm>
                    <a:custGeom>
                      <a:avLst/>
                      <a:gdLst>
                        <a:gd name="connsiteX0" fmla="*/ 0 w 1044773"/>
                        <a:gd name="connsiteY0" fmla="*/ 53578 h 264541"/>
                        <a:gd name="connsiteX1" fmla="*/ 1044773 w 1044773"/>
                        <a:gd name="connsiteY1" fmla="*/ 0 h 264541"/>
                        <a:gd name="connsiteX2" fmla="*/ 1044773 w 1044773"/>
                        <a:gd name="connsiteY2" fmla="*/ 224358 h 264541"/>
                        <a:gd name="connsiteX3" fmla="*/ 0 w 1044773"/>
                        <a:gd name="connsiteY3" fmla="*/ 264542 h 2645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64541">
                          <a:moveTo>
                            <a:pt x="0" y="53578"/>
                          </a:moveTo>
                          <a:lnTo>
                            <a:pt x="1044773" y="0"/>
                          </a:lnTo>
                          <a:lnTo>
                            <a:pt x="1044773" y="224358"/>
                          </a:lnTo>
                          <a:lnTo>
                            <a:pt x="0" y="26454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28" name="任意多边形: 形状 3727">
                      <a:extLst>
                        <a:ext uri="{FF2B5EF4-FFF2-40B4-BE49-F238E27FC236}">
                          <a16:creationId xmlns:a16="http://schemas.microsoft.com/office/drawing/2014/main" id="{D2A7730F-140C-2237-ADDE-0778CD4AD0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772667"/>
                      <a:ext cx="1044773" cy="264541"/>
                    </a:xfrm>
                    <a:custGeom>
                      <a:avLst/>
                      <a:gdLst>
                        <a:gd name="connsiteX0" fmla="*/ 0 w 1044773"/>
                        <a:gd name="connsiteY0" fmla="*/ 53578 h 264541"/>
                        <a:gd name="connsiteX1" fmla="*/ 1044773 w 1044773"/>
                        <a:gd name="connsiteY1" fmla="*/ 0 h 264541"/>
                        <a:gd name="connsiteX2" fmla="*/ 1044773 w 1044773"/>
                        <a:gd name="connsiteY2" fmla="*/ 224358 h 264541"/>
                        <a:gd name="connsiteX3" fmla="*/ 0 w 1044773"/>
                        <a:gd name="connsiteY3" fmla="*/ 264542 h 2645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64541">
                          <a:moveTo>
                            <a:pt x="0" y="53578"/>
                          </a:moveTo>
                          <a:lnTo>
                            <a:pt x="1044773" y="0"/>
                          </a:lnTo>
                          <a:lnTo>
                            <a:pt x="1044773" y="224358"/>
                          </a:lnTo>
                          <a:lnTo>
                            <a:pt x="0" y="26454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29" name="任意多边形: 形状 3728">
                      <a:extLst>
                        <a:ext uri="{FF2B5EF4-FFF2-40B4-BE49-F238E27FC236}">
                          <a16:creationId xmlns:a16="http://schemas.microsoft.com/office/drawing/2014/main" id="{F0831153-7456-A7B0-8261-68163E7D6D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9666" y="2780035"/>
                      <a:ext cx="1031378" cy="250477"/>
                    </a:xfrm>
                    <a:custGeom>
                      <a:avLst/>
                      <a:gdLst>
                        <a:gd name="connsiteX0" fmla="*/ 1031379 w 1031378"/>
                        <a:gd name="connsiteY0" fmla="*/ 0 h 250477"/>
                        <a:gd name="connsiteX1" fmla="*/ 1031379 w 1031378"/>
                        <a:gd name="connsiteY1" fmla="*/ 210294 h 250477"/>
                        <a:gd name="connsiteX2" fmla="*/ 0 w 1031378"/>
                        <a:gd name="connsiteY2" fmla="*/ 250478 h 250477"/>
                        <a:gd name="connsiteX3" fmla="*/ 0 w 1031378"/>
                        <a:gd name="connsiteY3" fmla="*/ 52908 h 250477"/>
                        <a:gd name="connsiteX4" fmla="*/ 1031379 w 1031378"/>
                        <a:gd name="connsiteY4" fmla="*/ 0 h 2504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1378" h="250477">
                          <a:moveTo>
                            <a:pt x="1031379" y="0"/>
                          </a:moveTo>
                          <a:lnTo>
                            <a:pt x="1031379" y="210294"/>
                          </a:lnTo>
                          <a:lnTo>
                            <a:pt x="0" y="250478"/>
                          </a:lnTo>
                          <a:lnTo>
                            <a:pt x="0" y="52908"/>
                          </a:lnTo>
                          <a:lnTo>
                            <a:pt x="1031379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720" name="任意多边形: 形状 3719">
                    <a:extLst>
                      <a:ext uri="{FF2B5EF4-FFF2-40B4-BE49-F238E27FC236}">
                        <a16:creationId xmlns:a16="http://schemas.microsoft.com/office/drawing/2014/main" id="{26417D72-6EC9-DE3C-BB3A-2E7EA935CC35}"/>
                      </a:ext>
                    </a:extLst>
                  </p:cNvPr>
                  <p:cNvSpPr/>
                  <p:nvPr/>
                </p:nvSpPr>
                <p:spPr>
                  <a:xfrm>
                    <a:off x="5071318" y="2856383"/>
                    <a:ext cx="586010" cy="97110"/>
                  </a:xfrm>
                  <a:custGeom>
                    <a:avLst/>
                    <a:gdLst>
                      <a:gd name="connsiteX0" fmla="*/ 0 w 586010"/>
                      <a:gd name="connsiteY0" fmla="*/ 23440 h 97110"/>
                      <a:gd name="connsiteX1" fmla="*/ 586011 w 586010"/>
                      <a:gd name="connsiteY1" fmla="*/ 0 h 97110"/>
                      <a:gd name="connsiteX2" fmla="*/ 586011 w 586010"/>
                      <a:gd name="connsiteY2" fmla="*/ 73670 h 97110"/>
                      <a:gd name="connsiteX3" fmla="*/ 0 w 586010"/>
                      <a:gd name="connsiteY3" fmla="*/ 97110 h 971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86010" h="97110">
                        <a:moveTo>
                          <a:pt x="0" y="23440"/>
                        </a:moveTo>
                        <a:lnTo>
                          <a:pt x="586011" y="0"/>
                        </a:lnTo>
                        <a:lnTo>
                          <a:pt x="586011" y="73670"/>
                        </a:lnTo>
                        <a:lnTo>
                          <a:pt x="0" y="97110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21" name="任意多边形: 形状 3720">
                    <a:extLst>
                      <a:ext uri="{FF2B5EF4-FFF2-40B4-BE49-F238E27FC236}">
                        <a16:creationId xmlns:a16="http://schemas.microsoft.com/office/drawing/2014/main" id="{96B18721-C881-6337-C0DF-CF4D13787D02}"/>
                      </a:ext>
                    </a:extLst>
                  </p:cNvPr>
                  <p:cNvSpPr/>
                  <p:nvPr/>
                </p:nvSpPr>
                <p:spPr>
                  <a:xfrm>
                    <a:off x="4790033" y="2886521"/>
                    <a:ext cx="147339" cy="80367"/>
                  </a:xfrm>
                  <a:custGeom>
                    <a:avLst/>
                    <a:gdLst>
                      <a:gd name="connsiteX0" fmla="*/ 0 w 147339"/>
                      <a:gd name="connsiteY0" fmla="*/ 6697 h 80367"/>
                      <a:gd name="connsiteX1" fmla="*/ 147340 w 147339"/>
                      <a:gd name="connsiteY1" fmla="*/ 0 h 80367"/>
                      <a:gd name="connsiteX2" fmla="*/ 147340 w 147339"/>
                      <a:gd name="connsiteY2" fmla="*/ 73670 h 80367"/>
                      <a:gd name="connsiteX3" fmla="*/ 0 w 147339"/>
                      <a:gd name="connsiteY3" fmla="*/ 80367 h 803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7339" h="80367">
                        <a:moveTo>
                          <a:pt x="0" y="6697"/>
                        </a:moveTo>
                        <a:lnTo>
                          <a:pt x="147340" y="0"/>
                        </a:lnTo>
                        <a:moveTo>
                          <a:pt x="147340" y="73670"/>
                        </a:moveTo>
                        <a:lnTo>
                          <a:pt x="0" y="80367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22" name="图形 38">
                    <a:extLst>
                      <a:ext uri="{FF2B5EF4-FFF2-40B4-BE49-F238E27FC236}">
                        <a16:creationId xmlns:a16="http://schemas.microsoft.com/office/drawing/2014/main" id="{EEEE918E-60AB-C82F-9305-32174EE07882}"/>
                      </a:ext>
                    </a:extLst>
                  </p:cNvPr>
                  <p:cNvGrpSpPr/>
                  <p:nvPr/>
                </p:nvGrpSpPr>
                <p:grpSpPr>
                  <a:xfrm>
                    <a:off x="4696271" y="2886521"/>
                    <a:ext cx="26789" cy="100458"/>
                    <a:chOff x="4696271" y="2886521"/>
                    <a:chExt cx="26789" cy="100458"/>
                  </a:xfrm>
                </p:grpSpPr>
                <p:sp>
                  <p:nvSpPr>
                    <p:cNvPr id="3723" name="任意多边形: 形状 3722">
                      <a:extLst>
                        <a:ext uri="{FF2B5EF4-FFF2-40B4-BE49-F238E27FC236}">
                          <a16:creationId xmlns:a16="http://schemas.microsoft.com/office/drawing/2014/main" id="{C1A62C62-A7AC-786A-BB0A-6A3035F3BC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88652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24" name="任意多边形: 形状 3723">
                      <a:extLst>
                        <a:ext uri="{FF2B5EF4-FFF2-40B4-BE49-F238E27FC236}">
                          <a16:creationId xmlns:a16="http://schemas.microsoft.com/office/drawing/2014/main" id="{20598A2D-7BB6-96DD-7F8A-7CD3C6770B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88652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25" name="任意多边形: 形状 3724">
                      <a:extLst>
                        <a:ext uri="{FF2B5EF4-FFF2-40B4-BE49-F238E27FC236}">
                          <a16:creationId xmlns:a16="http://schemas.microsoft.com/office/drawing/2014/main" id="{34F0B478-5256-31D3-763C-69F2AC81DA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96019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26" name="任意多边形: 形状 3725">
                      <a:extLst>
                        <a:ext uri="{FF2B5EF4-FFF2-40B4-BE49-F238E27FC236}">
                          <a16:creationId xmlns:a16="http://schemas.microsoft.com/office/drawing/2014/main" id="{20B907FD-33C4-5BC0-627C-3056A9C95B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96019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576" name="图形 38">
                  <a:extLst>
                    <a:ext uri="{FF2B5EF4-FFF2-40B4-BE49-F238E27FC236}">
                      <a16:creationId xmlns:a16="http://schemas.microsoft.com/office/drawing/2014/main" id="{DA017E88-426A-7D2C-11FB-8925A3894144}"/>
                    </a:ext>
                  </a:extLst>
                </p:cNvPr>
                <p:cNvGrpSpPr/>
                <p:nvPr/>
              </p:nvGrpSpPr>
              <p:grpSpPr>
                <a:xfrm>
                  <a:off x="5767833" y="2176611"/>
                  <a:ext cx="1192113" cy="308074"/>
                  <a:chOff x="5767833" y="2176611"/>
                  <a:chExt cx="1192113" cy="308074"/>
                </a:xfrm>
              </p:grpSpPr>
              <p:grpSp>
                <p:nvGrpSpPr>
                  <p:cNvPr id="3708" name="图形 38">
                    <a:extLst>
                      <a:ext uri="{FF2B5EF4-FFF2-40B4-BE49-F238E27FC236}">
                        <a16:creationId xmlns:a16="http://schemas.microsoft.com/office/drawing/2014/main" id="{59F83B53-4BF7-D6A3-9D34-42C76E69E125}"/>
                      </a:ext>
                    </a:extLst>
                  </p:cNvPr>
                  <p:cNvGrpSpPr/>
                  <p:nvPr/>
                </p:nvGrpSpPr>
                <p:grpSpPr>
                  <a:xfrm>
                    <a:off x="5774531" y="2176611"/>
                    <a:ext cx="1185416" cy="308074"/>
                    <a:chOff x="5774531" y="2176611"/>
                    <a:chExt cx="1185416" cy="308074"/>
                  </a:xfrm>
                </p:grpSpPr>
                <p:sp>
                  <p:nvSpPr>
                    <p:cNvPr id="3716" name="任意多边形: 形状 3715">
                      <a:extLst>
                        <a:ext uri="{FF2B5EF4-FFF2-40B4-BE49-F238E27FC236}">
                          <a16:creationId xmlns:a16="http://schemas.microsoft.com/office/drawing/2014/main" id="{A4AA50AB-37CF-F3D7-D8D6-83F4969A85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176611"/>
                      <a:ext cx="1185416" cy="308074"/>
                    </a:xfrm>
                    <a:custGeom>
                      <a:avLst/>
                      <a:gdLst>
                        <a:gd name="connsiteX0" fmla="*/ 0 w 1185416"/>
                        <a:gd name="connsiteY0" fmla="*/ 94431 h 308074"/>
                        <a:gd name="connsiteX1" fmla="*/ 1185416 w 1185416"/>
                        <a:gd name="connsiteY1" fmla="*/ 0 h 308074"/>
                        <a:gd name="connsiteX2" fmla="*/ 1185416 w 1185416"/>
                        <a:gd name="connsiteY2" fmla="*/ 254496 h 308074"/>
                        <a:gd name="connsiteX3" fmla="*/ 0 w 1185416"/>
                        <a:gd name="connsiteY3" fmla="*/ 308074 h 308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308074">
                          <a:moveTo>
                            <a:pt x="0" y="94431"/>
                          </a:moveTo>
                          <a:lnTo>
                            <a:pt x="1185416" y="0"/>
                          </a:lnTo>
                          <a:lnTo>
                            <a:pt x="1185416" y="254496"/>
                          </a:lnTo>
                          <a:lnTo>
                            <a:pt x="0" y="308074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E4E4E"/>
                        </a:gs>
                        <a:gs pos="50000">
                          <a:srgbClr val="3A3A3A"/>
                        </a:gs>
                        <a:gs pos="100000">
                          <a:srgbClr val="262626"/>
                        </a:gs>
                      </a:gsLst>
                      <a:lin ang="10800000" scaled="1"/>
                    </a:gra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17" name="任意多边形: 形状 3716">
                      <a:extLst>
                        <a:ext uri="{FF2B5EF4-FFF2-40B4-BE49-F238E27FC236}">
                          <a16:creationId xmlns:a16="http://schemas.microsoft.com/office/drawing/2014/main" id="{BC008D83-01DD-4C0A-0343-8F42E850E8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176611"/>
                      <a:ext cx="1185416" cy="308074"/>
                    </a:xfrm>
                    <a:custGeom>
                      <a:avLst/>
                      <a:gdLst>
                        <a:gd name="connsiteX0" fmla="*/ 0 w 1185416"/>
                        <a:gd name="connsiteY0" fmla="*/ 94431 h 308074"/>
                        <a:gd name="connsiteX1" fmla="*/ 1185416 w 1185416"/>
                        <a:gd name="connsiteY1" fmla="*/ 0 h 308074"/>
                        <a:gd name="connsiteX2" fmla="*/ 1185416 w 1185416"/>
                        <a:gd name="connsiteY2" fmla="*/ 254496 h 308074"/>
                        <a:gd name="connsiteX3" fmla="*/ 0 w 1185416"/>
                        <a:gd name="connsiteY3" fmla="*/ 308074 h 308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308074">
                          <a:moveTo>
                            <a:pt x="0" y="94431"/>
                          </a:moveTo>
                          <a:lnTo>
                            <a:pt x="1185416" y="0"/>
                          </a:lnTo>
                          <a:lnTo>
                            <a:pt x="1185416" y="254496"/>
                          </a:lnTo>
                          <a:lnTo>
                            <a:pt x="0" y="30807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18" name="任意多边形: 形状 3717">
                      <a:extLst>
                        <a:ext uri="{FF2B5EF4-FFF2-40B4-BE49-F238E27FC236}">
                          <a16:creationId xmlns:a16="http://schemas.microsoft.com/office/drawing/2014/main" id="{FB4D8C8F-9DC7-F9F7-FB9F-8E2F2C6B64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1228" y="2183978"/>
                      <a:ext cx="1172021" cy="294009"/>
                    </a:xfrm>
                    <a:custGeom>
                      <a:avLst/>
                      <a:gdLst>
                        <a:gd name="connsiteX0" fmla="*/ 1172022 w 1172021"/>
                        <a:gd name="connsiteY0" fmla="*/ 0 h 294009"/>
                        <a:gd name="connsiteX1" fmla="*/ 1172022 w 1172021"/>
                        <a:gd name="connsiteY1" fmla="*/ 240432 h 294009"/>
                        <a:gd name="connsiteX2" fmla="*/ 0 w 1172021"/>
                        <a:gd name="connsiteY2" fmla="*/ 294010 h 294009"/>
                        <a:gd name="connsiteX3" fmla="*/ 0 w 1172021"/>
                        <a:gd name="connsiteY3" fmla="*/ 93762 h 294009"/>
                        <a:gd name="connsiteX4" fmla="*/ 1172022 w 1172021"/>
                        <a:gd name="connsiteY4" fmla="*/ 0 h 2940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72021" h="294009">
                          <a:moveTo>
                            <a:pt x="1172022" y="0"/>
                          </a:moveTo>
                          <a:lnTo>
                            <a:pt x="1172022" y="240432"/>
                          </a:lnTo>
                          <a:lnTo>
                            <a:pt x="0" y="294010"/>
                          </a:lnTo>
                          <a:lnTo>
                            <a:pt x="0" y="93762"/>
                          </a:lnTo>
                          <a:lnTo>
                            <a:pt x="1172022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709" name="任意多边形: 形状 3708">
                    <a:extLst>
                      <a:ext uri="{FF2B5EF4-FFF2-40B4-BE49-F238E27FC236}">
                        <a16:creationId xmlns:a16="http://schemas.microsoft.com/office/drawing/2014/main" id="{CDC47632-1DBF-7030-8FC5-E71D658AD0FB}"/>
                      </a:ext>
                    </a:extLst>
                  </p:cNvPr>
                  <p:cNvSpPr/>
                  <p:nvPr/>
                </p:nvSpPr>
                <p:spPr>
                  <a:xfrm>
                    <a:off x="6189761" y="2277070"/>
                    <a:ext cx="656332" cy="113853"/>
                  </a:xfrm>
                  <a:custGeom>
                    <a:avLst/>
                    <a:gdLst>
                      <a:gd name="connsiteX0" fmla="*/ 0 w 656332"/>
                      <a:gd name="connsiteY0" fmla="*/ 40184 h 113853"/>
                      <a:gd name="connsiteX1" fmla="*/ 656332 w 656332"/>
                      <a:gd name="connsiteY1" fmla="*/ 0 h 113853"/>
                      <a:gd name="connsiteX2" fmla="*/ 656332 w 656332"/>
                      <a:gd name="connsiteY2" fmla="*/ 73670 h 113853"/>
                      <a:gd name="connsiteX3" fmla="*/ 0 w 656332"/>
                      <a:gd name="connsiteY3" fmla="*/ 113854 h 1138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6332" h="113853">
                        <a:moveTo>
                          <a:pt x="0" y="40184"/>
                        </a:moveTo>
                        <a:lnTo>
                          <a:pt x="656332" y="0"/>
                        </a:lnTo>
                        <a:lnTo>
                          <a:pt x="656332" y="73670"/>
                        </a:lnTo>
                        <a:lnTo>
                          <a:pt x="0" y="11385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10" name="任意多边形: 形状 3709">
                    <a:extLst>
                      <a:ext uri="{FF2B5EF4-FFF2-40B4-BE49-F238E27FC236}">
                        <a16:creationId xmlns:a16="http://schemas.microsoft.com/office/drawing/2014/main" id="{54105A80-4F1D-3D6F-08FE-1E13CB07A2A0}"/>
                      </a:ext>
                    </a:extLst>
                  </p:cNvPr>
                  <p:cNvSpPr/>
                  <p:nvPr/>
                </p:nvSpPr>
                <p:spPr>
                  <a:xfrm>
                    <a:off x="5874990" y="2323951"/>
                    <a:ext cx="167431" cy="87064"/>
                  </a:xfrm>
                  <a:custGeom>
                    <a:avLst/>
                    <a:gdLst>
                      <a:gd name="connsiteX0" fmla="*/ 0 w 167431"/>
                      <a:gd name="connsiteY0" fmla="*/ 10716 h 87064"/>
                      <a:gd name="connsiteX1" fmla="*/ 167432 w 167431"/>
                      <a:gd name="connsiteY1" fmla="*/ 0 h 87064"/>
                      <a:gd name="connsiteX2" fmla="*/ 167432 w 167431"/>
                      <a:gd name="connsiteY2" fmla="*/ 76349 h 87064"/>
                      <a:gd name="connsiteX3" fmla="*/ 0 w 167431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7431" h="87064">
                        <a:moveTo>
                          <a:pt x="0" y="10716"/>
                        </a:moveTo>
                        <a:lnTo>
                          <a:pt x="167432" y="0"/>
                        </a:lnTo>
                        <a:moveTo>
                          <a:pt x="167432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11" name="图形 38">
                    <a:extLst>
                      <a:ext uri="{FF2B5EF4-FFF2-40B4-BE49-F238E27FC236}">
                        <a16:creationId xmlns:a16="http://schemas.microsoft.com/office/drawing/2014/main" id="{CCF61923-4912-FF10-8B23-FC70C68460B8}"/>
                      </a:ext>
                    </a:extLst>
                  </p:cNvPr>
                  <p:cNvGrpSpPr/>
                  <p:nvPr/>
                </p:nvGrpSpPr>
                <p:grpSpPr>
                  <a:xfrm>
                    <a:off x="5767833" y="2323951"/>
                    <a:ext cx="26789" cy="100458"/>
                    <a:chOff x="5767833" y="2323951"/>
                    <a:chExt cx="26789" cy="100458"/>
                  </a:xfrm>
                </p:grpSpPr>
                <p:sp>
                  <p:nvSpPr>
                    <p:cNvPr id="3712" name="任意多边形: 形状 3711">
                      <a:extLst>
                        <a:ext uri="{FF2B5EF4-FFF2-40B4-BE49-F238E27FC236}">
                          <a16:creationId xmlns:a16="http://schemas.microsoft.com/office/drawing/2014/main" id="{EAA2087A-F684-3C9D-5B84-351C522131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32395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13" name="任意多边形: 形状 3712">
                      <a:extLst>
                        <a:ext uri="{FF2B5EF4-FFF2-40B4-BE49-F238E27FC236}">
                          <a16:creationId xmlns:a16="http://schemas.microsoft.com/office/drawing/2014/main" id="{21684530-F29A-2EBF-3118-E483386E48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32395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14" name="任意多边形: 形状 3713">
                      <a:extLst>
                        <a:ext uri="{FF2B5EF4-FFF2-40B4-BE49-F238E27FC236}">
                          <a16:creationId xmlns:a16="http://schemas.microsoft.com/office/drawing/2014/main" id="{BE254C2B-B5D6-0F74-816F-50FE5A1976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39762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15" name="任意多边形: 形状 3714">
                      <a:extLst>
                        <a:ext uri="{FF2B5EF4-FFF2-40B4-BE49-F238E27FC236}">
                          <a16:creationId xmlns:a16="http://schemas.microsoft.com/office/drawing/2014/main" id="{5C97EF2F-5DCF-9A14-EBDA-518CACAA3C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39762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577" name="图形 38">
                  <a:extLst>
                    <a:ext uri="{FF2B5EF4-FFF2-40B4-BE49-F238E27FC236}">
                      <a16:creationId xmlns:a16="http://schemas.microsoft.com/office/drawing/2014/main" id="{3BAAC31E-973C-0868-6805-98F28AEC1FFB}"/>
                    </a:ext>
                  </a:extLst>
                </p:cNvPr>
                <p:cNvGrpSpPr/>
                <p:nvPr/>
              </p:nvGrpSpPr>
              <p:grpSpPr>
                <a:xfrm>
                  <a:off x="5767833" y="2451199"/>
                  <a:ext cx="1192113" cy="294679"/>
                  <a:chOff x="5767833" y="2451199"/>
                  <a:chExt cx="1192113" cy="294679"/>
                </a:xfrm>
              </p:grpSpPr>
              <p:grpSp>
                <p:nvGrpSpPr>
                  <p:cNvPr id="3697" name="图形 38">
                    <a:extLst>
                      <a:ext uri="{FF2B5EF4-FFF2-40B4-BE49-F238E27FC236}">
                        <a16:creationId xmlns:a16="http://schemas.microsoft.com/office/drawing/2014/main" id="{B0EE0CDD-6229-0229-02A7-A1775C5F90F2}"/>
                      </a:ext>
                    </a:extLst>
                  </p:cNvPr>
                  <p:cNvGrpSpPr/>
                  <p:nvPr/>
                </p:nvGrpSpPr>
                <p:grpSpPr>
                  <a:xfrm>
                    <a:off x="5774531" y="2451199"/>
                    <a:ext cx="1185416" cy="294679"/>
                    <a:chOff x="5774531" y="2451199"/>
                    <a:chExt cx="1185416" cy="294679"/>
                  </a:xfrm>
                </p:grpSpPr>
                <p:sp>
                  <p:nvSpPr>
                    <p:cNvPr id="3705" name="任意多边形: 形状 3704">
                      <a:extLst>
                        <a:ext uri="{FF2B5EF4-FFF2-40B4-BE49-F238E27FC236}">
                          <a16:creationId xmlns:a16="http://schemas.microsoft.com/office/drawing/2014/main" id="{3EF39FB7-E138-E58D-9A3F-6B0AB1F470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451199"/>
                      <a:ext cx="1185416" cy="294679"/>
                    </a:xfrm>
                    <a:custGeom>
                      <a:avLst/>
                      <a:gdLst>
                        <a:gd name="connsiteX0" fmla="*/ 0 w 1185416"/>
                        <a:gd name="connsiteY0" fmla="*/ 60275 h 294679"/>
                        <a:gd name="connsiteX1" fmla="*/ 1185416 w 1185416"/>
                        <a:gd name="connsiteY1" fmla="*/ 0 h 294679"/>
                        <a:gd name="connsiteX2" fmla="*/ 1185416 w 1185416"/>
                        <a:gd name="connsiteY2" fmla="*/ 231056 h 294679"/>
                        <a:gd name="connsiteX3" fmla="*/ 0 w 1185416"/>
                        <a:gd name="connsiteY3" fmla="*/ 294680 h 2946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94679">
                          <a:moveTo>
                            <a:pt x="0" y="60275"/>
                          </a:moveTo>
                          <a:lnTo>
                            <a:pt x="1185416" y="0"/>
                          </a:lnTo>
                          <a:lnTo>
                            <a:pt x="1185416" y="231056"/>
                          </a:lnTo>
                          <a:lnTo>
                            <a:pt x="0" y="29468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E4E4E"/>
                        </a:gs>
                        <a:gs pos="50000">
                          <a:srgbClr val="3A3A3A"/>
                        </a:gs>
                        <a:gs pos="100000">
                          <a:srgbClr val="262626"/>
                        </a:gs>
                      </a:gsLst>
                      <a:lin ang="10800000" scaled="1"/>
                    </a:gra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06" name="任意多边形: 形状 3705">
                      <a:extLst>
                        <a:ext uri="{FF2B5EF4-FFF2-40B4-BE49-F238E27FC236}">
                          <a16:creationId xmlns:a16="http://schemas.microsoft.com/office/drawing/2014/main" id="{D360579F-E351-11D3-E3B5-FD93B3290E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451199"/>
                      <a:ext cx="1185416" cy="294679"/>
                    </a:xfrm>
                    <a:custGeom>
                      <a:avLst/>
                      <a:gdLst>
                        <a:gd name="connsiteX0" fmla="*/ 0 w 1185416"/>
                        <a:gd name="connsiteY0" fmla="*/ 60275 h 294679"/>
                        <a:gd name="connsiteX1" fmla="*/ 1185416 w 1185416"/>
                        <a:gd name="connsiteY1" fmla="*/ 0 h 294679"/>
                        <a:gd name="connsiteX2" fmla="*/ 1185416 w 1185416"/>
                        <a:gd name="connsiteY2" fmla="*/ 231056 h 294679"/>
                        <a:gd name="connsiteX3" fmla="*/ 0 w 1185416"/>
                        <a:gd name="connsiteY3" fmla="*/ 294680 h 2946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94679">
                          <a:moveTo>
                            <a:pt x="0" y="60275"/>
                          </a:moveTo>
                          <a:lnTo>
                            <a:pt x="1185416" y="0"/>
                          </a:lnTo>
                          <a:lnTo>
                            <a:pt x="1185416" y="231056"/>
                          </a:lnTo>
                          <a:lnTo>
                            <a:pt x="0" y="29468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07" name="任意多边形: 形状 3706">
                      <a:extLst>
                        <a:ext uri="{FF2B5EF4-FFF2-40B4-BE49-F238E27FC236}">
                          <a16:creationId xmlns:a16="http://schemas.microsoft.com/office/drawing/2014/main" id="{61D9F937-7F53-3C9C-CF86-BCBAF5953A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1228" y="2458566"/>
                      <a:ext cx="1172021" cy="279945"/>
                    </a:xfrm>
                    <a:custGeom>
                      <a:avLst/>
                      <a:gdLst>
                        <a:gd name="connsiteX0" fmla="*/ 1172022 w 1172021"/>
                        <a:gd name="connsiteY0" fmla="*/ 0 h 279945"/>
                        <a:gd name="connsiteX1" fmla="*/ 1172022 w 1172021"/>
                        <a:gd name="connsiteY1" fmla="*/ 217661 h 279945"/>
                        <a:gd name="connsiteX2" fmla="*/ 0 w 1172021"/>
                        <a:gd name="connsiteY2" fmla="*/ 279946 h 279945"/>
                        <a:gd name="connsiteX3" fmla="*/ 0 w 1172021"/>
                        <a:gd name="connsiteY3" fmla="*/ 59606 h 279945"/>
                        <a:gd name="connsiteX4" fmla="*/ 1172022 w 1172021"/>
                        <a:gd name="connsiteY4" fmla="*/ 0 h 2799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72021" h="279945">
                          <a:moveTo>
                            <a:pt x="1172022" y="0"/>
                          </a:moveTo>
                          <a:lnTo>
                            <a:pt x="1172022" y="217661"/>
                          </a:lnTo>
                          <a:lnTo>
                            <a:pt x="0" y="279946"/>
                          </a:lnTo>
                          <a:lnTo>
                            <a:pt x="0" y="59606"/>
                          </a:lnTo>
                          <a:lnTo>
                            <a:pt x="1172022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698" name="任意多边形: 形状 3697">
                    <a:extLst>
                      <a:ext uri="{FF2B5EF4-FFF2-40B4-BE49-F238E27FC236}">
                        <a16:creationId xmlns:a16="http://schemas.microsoft.com/office/drawing/2014/main" id="{693D037C-EDBB-8D62-10FC-EAD1330370A5}"/>
                      </a:ext>
                    </a:extLst>
                  </p:cNvPr>
                  <p:cNvSpPr/>
                  <p:nvPr/>
                </p:nvSpPr>
                <p:spPr>
                  <a:xfrm>
                    <a:off x="6189761" y="2538263"/>
                    <a:ext cx="656332" cy="107156"/>
                  </a:xfrm>
                  <a:custGeom>
                    <a:avLst/>
                    <a:gdLst>
                      <a:gd name="connsiteX0" fmla="*/ 0 w 656332"/>
                      <a:gd name="connsiteY0" fmla="*/ 33486 h 107156"/>
                      <a:gd name="connsiteX1" fmla="*/ 656332 w 656332"/>
                      <a:gd name="connsiteY1" fmla="*/ 0 h 107156"/>
                      <a:gd name="connsiteX2" fmla="*/ 656332 w 656332"/>
                      <a:gd name="connsiteY2" fmla="*/ 73670 h 107156"/>
                      <a:gd name="connsiteX3" fmla="*/ 0 w 656332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6332" h="107156">
                        <a:moveTo>
                          <a:pt x="0" y="33486"/>
                        </a:moveTo>
                        <a:lnTo>
                          <a:pt x="656332" y="0"/>
                        </a:lnTo>
                        <a:lnTo>
                          <a:pt x="656332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9" name="任意多边形: 形状 3698">
                    <a:extLst>
                      <a:ext uri="{FF2B5EF4-FFF2-40B4-BE49-F238E27FC236}">
                        <a16:creationId xmlns:a16="http://schemas.microsoft.com/office/drawing/2014/main" id="{4CCB479C-8DFD-341A-3737-D4B9D26B418B}"/>
                      </a:ext>
                    </a:extLst>
                  </p:cNvPr>
                  <p:cNvSpPr/>
                  <p:nvPr/>
                </p:nvSpPr>
                <p:spPr>
                  <a:xfrm>
                    <a:off x="5874990" y="2578447"/>
                    <a:ext cx="167431" cy="87064"/>
                  </a:xfrm>
                  <a:custGeom>
                    <a:avLst/>
                    <a:gdLst>
                      <a:gd name="connsiteX0" fmla="*/ 0 w 167431"/>
                      <a:gd name="connsiteY0" fmla="*/ 10716 h 87064"/>
                      <a:gd name="connsiteX1" fmla="*/ 167432 w 167431"/>
                      <a:gd name="connsiteY1" fmla="*/ 0 h 87064"/>
                      <a:gd name="connsiteX2" fmla="*/ 167432 w 167431"/>
                      <a:gd name="connsiteY2" fmla="*/ 76349 h 87064"/>
                      <a:gd name="connsiteX3" fmla="*/ 0 w 167431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7431" h="87064">
                        <a:moveTo>
                          <a:pt x="0" y="10716"/>
                        </a:moveTo>
                        <a:lnTo>
                          <a:pt x="167432" y="0"/>
                        </a:lnTo>
                        <a:moveTo>
                          <a:pt x="167432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00" name="图形 38">
                    <a:extLst>
                      <a:ext uri="{FF2B5EF4-FFF2-40B4-BE49-F238E27FC236}">
                        <a16:creationId xmlns:a16="http://schemas.microsoft.com/office/drawing/2014/main" id="{8A4D877E-3BD8-D352-F913-548C5C2DEF8B}"/>
                      </a:ext>
                    </a:extLst>
                  </p:cNvPr>
                  <p:cNvGrpSpPr/>
                  <p:nvPr/>
                </p:nvGrpSpPr>
                <p:grpSpPr>
                  <a:xfrm>
                    <a:off x="5767833" y="2578447"/>
                    <a:ext cx="26789" cy="100458"/>
                    <a:chOff x="5767833" y="2578447"/>
                    <a:chExt cx="26789" cy="100458"/>
                  </a:xfrm>
                </p:grpSpPr>
                <p:sp>
                  <p:nvSpPr>
                    <p:cNvPr id="3701" name="任意多边形: 形状 3700">
                      <a:extLst>
                        <a:ext uri="{FF2B5EF4-FFF2-40B4-BE49-F238E27FC236}">
                          <a16:creationId xmlns:a16="http://schemas.microsoft.com/office/drawing/2014/main" id="{8AC75617-DE4C-4344-E435-1F62B6580F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57844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02" name="任意多边形: 形状 3701">
                      <a:extLst>
                        <a:ext uri="{FF2B5EF4-FFF2-40B4-BE49-F238E27FC236}">
                          <a16:creationId xmlns:a16="http://schemas.microsoft.com/office/drawing/2014/main" id="{70596B11-5F73-9D83-7CC4-5850A81CFE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57844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03" name="任意多边形: 形状 3702">
                      <a:extLst>
                        <a:ext uri="{FF2B5EF4-FFF2-40B4-BE49-F238E27FC236}">
                          <a16:creationId xmlns:a16="http://schemas.microsoft.com/office/drawing/2014/main" id="{550095CD-6E5D-70F4-64C8-12EA10069D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65211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04" name="任意多边形: 形状 3703">
                      <a:extLst>
                        <a:ext uri="{FF2B5EF4-FFF2-40B4-BE49-F238E27FC236}">
                          <a16:creationId xmlns:a16="http://schemas.microsoft.com/office/drawing/2014/main" id="{9CE729C4-074F-8924-C24E-D96AFE3E3F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65211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578" name="图形 38">
                  <a:extLst>
                    <a:ext uri="{FF2B5EF4-FFF2-40B4-BE49-F238E27FC236}">
                      <a16:creationId xmlns:a16="http://schemas.microsoft.com/office/drawing/2014/main" id="{605C5874-79C0-6022-5AA7-B206C56AEC73}"/>
                    </a:ext>
                  </a:extLst>
                </p:cNvPr>
                <p:cNvGrpSpPr/>
                <p:nvPr/>
              </p:nvGrpSpPr>
              <p:grpSpPr>
                <a:xfrm>
                  <a:off x="5767833" y="2705695"/>
                  <a:ext cx="1192113" cy="287982"/>
                  <a:chOff x="5767833" y="2705695"/>
                  <a:chExt cx="1192113" cy="287982"/>
                </a:xfrm>
              </p:grpSpPr>
              <p:grpSp>
                <p:nvGrpSpPr>
                  <p:cNvPr id="3686" name="图形 38">
                    <a:extLst>
                      <a:ext uri="{FF2B5EF4-FFF2-40B4-BE49-F238E27FC236}">
                        <a16:creationId xmlns:a16="http://schemas.microsoft.com/office/drawing/2014/main" id="{CDACE538-03B8-DE49-C41A-2F9CA573E8B0}"/>
                      </a:ext>
                    </a:extLst>
                  </p:cNvPr>
                  <p:cNvGrpSpPr/>
                  <p:nvPr/>
                </p:nvGrpSpPr>
                <p:grpSpPr>
                  <a:xfrm>
                    <a:off x="5774531" y="2705695"/>
                    <a:ext cx="1185416" cy="287982"/>
                    <a:chOff x="5774531" y="2705695"/>
                    <a:chExt cx="1185416" cy="287982"/>
                  </a:xfrm>
                </p:grpSpPr>
                <p:sp>
                  <p:nvSpPr>
                    <p:cNvPr id="3694" name="任意多边形: 形状 3693">
                      <a:extLst>
                        <a:ext uri="{FF2B5EF4-FFF2-40B4-BE49-F238E27FC236}">
                          <a16:creationId xmlns:a16="http://schemas.microsoft.com/office/drawing/2014/main" id="{2BFA9AE0-69DA-204D-AE7D-11660B169A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705695"/>
                      <a:ext cx="1185416" cy="287982"/>
                    </a:xfrm>
                    <a:custGeom>
                      <a:avLst/>
                      <a:gdLst>
                        <a:gd name="connsiteX0" fmla="*/ 0 w 1185416"/>
                        <a:gd name="connsiteY0" fmla="*/ 63624 h 287982"/>
                        <a:gd name="connsiteX1" fmla="*/ 1185416 w 1185416"/>
                        <a:gd name="connsiteY1" fmla="*/ 0 h 287982"/>
                        <a:gd name="connsiteX2" fmla="*/ 1185416 w 1185416"/>
                        <a:gd name="connsiteY2" fmla="*/ 247799 h 287982"/>
                        <a:gd name="connsiteX3" fmla="*/ 0 w 1185416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87982">
                          <a:moveTo>
                            <a:pt x="0" y="63624"/>
                          </a:moveTo>
                          <a:lnTo>
                            <a:pt x="1185416" y="0"/>
                          </a:lnTo>
                          <a:lnTo>
                            <a:pt x="1185416" y="247799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E4E4E"/>
                        </a:gs>
                        <a:gs pos="50000">
                          <a:srgbClr val="3A3A3A"/>
                        </a:gs>
                        <a:gs pos="100000">
                          <a:srgbClr val="262626"/>
                        </a:gs>
                      </a:gsLst>
                      <a:lin ang="10800000" scaled="1"/>
                    </a:gra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695" name="任意多边形: 形状 3694">
                      <a:extLst>
                        <a:ext uri="{FF2B5EF4-FFF2-40B4-BE49-F238E27FC236}">
                          <a16:creationId xmlns:a16="http://schemas.microsoft.com/office/drawing/2014/main" id="{AA2DADB5-C2DA-6081-1FC1-000E2255D1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705695"/>
                      <a:ext cx="1185416" cy="287982"/>
                    </a:xfrm>
                    <a:custGeom>
                      <a:avLst/>
                      <a:gdLst>
                        <a:gd name="connsiteX0" fmla="*/ 0 w 1185416"/>
                        <a:gd name="connsiteY0" fmla="*/ 63624 h 287982"/>
                        <a:gd name="connsiteX1" fmla="*/ 1185416 w 1185416"/>
                        <a:gd name="connsiteY1" fmla="*/ 0 h 287982"/>
                        <a:gd name="connsiteX2" fmla="*/ 1185416 w 1185416"/>
                        <a:gd name="connsiteY2" fmla="*/ 247799 h 287982"/>
                        <a:gd name="connsiteX3" fmla="*/ 0 w 1185416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87982">
                          <a:moveTo>
                            <a:pt x="0" y="63624"/>
                          </a:moveTo>
                          <a:lnTo>
                            <a:pt x="1185416" y="0"/>
                          </a:lnTo>
                          <a:lnTo>
                            <a:pt x="1185416" y="247799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696" name="任意多边形: 形状 3695">
                      <a:extLst>
                        <a:ext uri="{FF2B5EF4-FFF2-40B4-BE49-F238E27FC236}">
                          <a16:creationId xmlns:a16="http://schemas.microsoft.com/office/drawing/2014/main" id="{F8C31AD4-859A-7FC0-7A64-FDC91991CA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1228" y="2713062"/>
                      <a:ext cx="1172021" cy="273918"/>
                    </a:xfrm>
                    <a:custGeom>
                      <a:avLst/>
                      <a:gdLst>
                        <a:gd name="connsiteX0" fmla="*/ 1172022 w 1172021"/>
                        <a:gd name="connsiteY0" fmla="*/ 0 h 273918"/>
                        <a:gd name="connsiteX1" fmla="*/ 1172022 w 1172021"/>
                        <a:gd name="connsiteY1" fmla="*/ 233735 h 273918"/>
                        <a:gd name="connsiteX2" fmla="*/ 0 w 1172021"/>
                        <a:gd name="connsiteY2" fmla="*/ 273918 h 273918"/>
                        <a:gd name="connsiteX3" fmla="*/ 0 w 1172021"/>
                        <a:gd name="connsiteY3" fmla="*/ 62284 h 273918"/>
                        <a:gd name="connsiteX4" fmla="*/ 1172022 w 1172021"/>
                        <a:gd name="connsiteY4" fmla="*/ 0 h 2739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72021" h="273918">
                          <a:moveTo>
                            <a:pt x="1172022" y="0"/>
                          </a:moveTo>
                          <a:lnTo>
                            <a:pt x="1172022" y="233735"/>
                          </a:lnTo>
                          <a:lnTo>
                            <a:pt x="0" y="273918"/>
                          </a:lnTo>
                          <a:lnTo>
                            <a:pt x="0" y="62284"/>
                          </a:lnTo>
                          <a:lnTo>
                            <a:pt x="1172022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687" name="任意多边形: 形状 3686">
                    <a:extLst>
                      <a:ext uri="{FF2B5EF4-FFF2-40B4-BE49-F238E27FC236}">
                        <a16:creationId xmlns:a16="http://schemas.microsoft.com/office/drawing/2014/main" id="{923C4973-0291-8C83-0ECB-9E09EBACC744}"/>
                      </a:ext>
                    </a:extLst>
                  </p:cNvPr>
                  <p:cNvSpPr/>
                  <p:nvPr/>
                </p:nvSpPr>
                <p:spPr>
                  <a:xfrm>
                    <a:off x="6189761" y="2796108"/>
                    <a:ext cx="663029" cy="110504"/>
                  </a:xfrm>
                  <a:custGeom>
                    <a:avLst/>
                    <a:gdLst>
                      <a:gd name="connsiteX0" fmla="*/ 6697 w 663029"/>
                      <a:gd name="connsiteY0" fmla="*/ 30138 h 110504"/>
                      <a:gd name="connsiteX1" fmla="*/ 663029 w 663029"/>
                      <a:gd name="connsiteY1" fmla="*/ 0 h 110504"/>
                      <a:gd name="connsiteX2" fmla="*/ 663029 w 663029"/>
                      <a:gd name="connsiteY2" fmla="*/ 80367 h 110504"/>
                      <a:gd name="connsiteX3" fmla="*/ 0 w 663029"/>
                      <a:gd name="connsiteY3" fmla="*/ 110505 h 1105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3029" h="110504">
                        <a:moveTo>
                          <a:pt x="6697" y="30138"/>
                        </a:moveTo>
                        <a:lnTo>
                          <a:pt x="663029" y="0"/>
                        </a:lnTo>
                        <a:lnTo>
                          <a:pt x="663029" y="80367"/>
                        </a:lnTo>
                        <a:lnTo>
                          <a:pt x="0" y="110505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88" name="任意多边形: 形状 3687">
                    <a:extLst>
                      <a:ext uri="{FF2B5EF4-FFF2-40B4-BE49-F238E27FC236}">
                        <a16:creationId xmlns:a16="http://schemas.microsoft.com/office/drawing/2014/main" id="{8EBEA1B1-FDFD-BE25-B870-11707B08D9E9}"/>
                      </a:ext>
                    </a:extLst>
                  </p:cNvPr>
                  <p:cNvSpPr/>
                  <p:nvPr/>
                </p:nvSpPr>
                <p:spPr>
                  <a:xfrm>
                    <a:off x="5874990" y="2839640"/>
                    <a:ext cx="167431" cy="87064"/>
                  </a:xfrm>
                  <a:custGeom>
                    <a:avLst/>
                    <a:gdLst>
                      <a:gd name="connsiteX0" fmla="*/ 0 w 167431"/>
                      <a:gd name="connsiteY0" fmla="*/ 10716 h 87064"/>
                      <a:gd name="connsiteX1" fmla="*/ 167432 w 167431"/>
                      <a:gd name="connsiteY1" fmla="*/ 0 h 87064"/>
                      <a:gd name="connsiteX2" fmla="*/ 167432 w 167431"/>
                      <a:gd name="connsiteY2" fmla="*/ 76349 h 87064"/>
                      <a:gd name="connsiteX3" fmla="*/ 0 w 167431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7431" h="87064">
                        <a:moveTo>
                          <a:pt x="0" y="10716"/>
                        </a:moveTo>
                        <a:lnTo>
                          <a:pt x="167432" y="0"/>
                        </a:lnTo>
                        <a:moveTo>
                          <a:pt x="167432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689" name="图形 38">
                    <a:extLst>
                      <a:ext uri="{FF2B5EF4-FFF2-40B4-BE49-F238E27FC236}">
                        <a16:creationId xmlns:a16="http://schemas.microsoft.com/office/drawing/2014/main" id="{51C90C1A-D3E9-16B4-611A-397629117489}"/>
                      </a:ext>
                    </a:extLst>
                  </p:cNvPr>
                  <p:cNvGrpSpPr/>
                  <p:nvPr/>
                </p:nvGrpSpPr>
                <p:grpSpPr>
                  <a:xfrm>
                    <a:off x="5767833" y="2832943"/>
                    <a:ext cx="26789" cy="100458"/>
                    <a:chOff x="5767833" y="2832943"/>
                    <a:chExt cx="26789" cy="100458"/>
                  </a:xfrm>
                </p:grpSpPr>
                <p:sp>
                  <p:nvSpPr>
                    <p:cNvPr id="3690" name="任意多边形: 形状 3689">
                      <a:extLst>
                        <a:ext uri="{FF2B5EF4-FFF2-40B4-BE49-F238E27FC236}">
                          <a16:creationId xmlns:a16="http://schemas.microsoft.com/office/drawing/2014/main" id="{79AEF37D-DFAA-4994-24E7-4935135CB1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832943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691" name="任意多边形: 形状 3690">
                      <a:extLst>
                        <a:ext uri="{FF2B5EF4-FFF2-40B4-BE49-F238E27FC236}">
                          <a16:creationId xmlns:a16="http://schemas.microsoft.com/office/drawing/2014/main" id="{FADBE7CE-6C5F-80F6-3607-32A322E8A8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832943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692" name="任意多边形: 形状 3691">
                      <a:extLst>
                        <a:ext uri="{FF2B5EF4-FFF2-40B4-BE49-F238E27FC236}">
                          <a16:creationId xmlns:a16="http://schemas.microsoft.com/office/drawing/2014/main" id="{FD6CC197-2A06-E539-0C85-0C9752412D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906613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693" name="任意多边形: 形状 3692">
                      <a:extLst>
                        <a:ext uri="{FF2B5EF4-FFF2-40B4-BE49-F238E27FC236}">
                          <a16:creationId xmlns:a16="http://schemas.microsoft.com/office/drawing/2014/main" id="{371D7B3A-0918-0690-AF2A-37BF26D79A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906613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579" name="图形 38">
                  <a:extLst>
                    <a:ext uri="{FF2B5EF4-FFF2-40B4-BE49-F238E27FC236}">
                      <a16:creationId xmlns:a16="http://schemas.microsoft.com/office/drawing/2014/main" id="{5674BA38-EEF4-A7E6-B1BA-28C087FE3088}"/>
                    </a:ext>
                  </a:extLst>
                </p:cNvPr>
                <p:cNvGrpSpPr/>
                <p:nvPr/>
              </p:nvGrpSpPr>
              <p:grpSpPr>
                <a:xfrm>
                  <a:off x="6986736" y="2129730"/>
                  <a:ext cx="549175" cy="796974"/>
                  <a:chOff x="6986736" y="2129730"/>
                  <a:chExt cx="549175" cy="796974"/>
                </a:xfrm>
              </p:grpSpPr>
              <p:sp>
                <p:nvSpPr>
                  <p:cNvPr id="3609" name="任意多边形: 形状 3608">
                    <a:extLst>
                      <a:ext uri="{FF2B5EF4-FFF2-40B4-BE49-F238E27FC236}">
                        <a16:creationId xmlns:a16="http://schemas.microsoft.com/office/drawing/2014/main" id="{6AC6956B-E85E-0155-F5C1-E582E07E8431}"/>
                      </a:ext>
                    </a:extLst>
                  </p:cNvPr>
                  <p:cNvSpPr/>
                  <p:nvPr/>
                </p:nvSpPr>
                <p:spPr>
                  <a:xfrm>
                    <a:off x="6986736" y="2129730"/>
                    <a:ext cx="549175" cy="545827"/>
                  </a:xfrm>
                  <a:custGeom>
                    <a:avLst/>
                    <a:gdLst>
                      <a:gd name="connsiteX0" fmla="*/ 0 w 549175"/>
                      <a:gd name="connsiteY0" fmla="*/ 47551 h 545827"/>
                      <a:gd name="connsiteX1" fmla="*/ 549176 w 549175"/>
                      <a:gd name="connsiteY1" fmla="*/ 0 h 545827"/>
                      <a:gd name="connsiteX2" fmla="*/ 549176 w 549175"/>
                      <a:gd name="connsiteY2" fmla="*/ 519038 h 545827"/>
                      <a:gd name="connsiteX3" fmla="*/ 0 w 549175"/>
                      <a:gd name="connsiteY3" fmla="*/ 545827 h 5458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9175" h="545827">
                        <a:moveTo>
                          <a:pt x="0" y="47551"/>
                        </a:moveTo>
                        <a:lnTo>
                          <a:pt x="549176" y="0"/>
                        </a:lnTo>
                        <a:lnTo>
                          <a:pt x="549176" y="519038"/>
                        </a:lnTo>
                        <a:lnTo>
                          <a:pt x="0" y="545827"/>
                        </a:lnTo>
                        <a:close/>
                      </a:path>
                    </a:pathLst>
                  </a:custGeom>
                  <a:gradFill>
                    <a:gsLst>
                      <a:gs pos="199">
                        <a:srgbClr val="383838"/>
                      </a:gs>
                      <a:gs pos="100000">
                        <a:srgbClr val="262626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610" name="图形 38">
                    <a:extLst>
                      <a:ext uri="{FF2B5EF4-FFF2-40B4-BE49-F238E27FC236}">
                        <a16:creationId xmlns:a16="http://schemas.microsoft.com/office/drawing/2014/main" id="{52346D4B-D92F-6B75-3D27-088945CADDA9}"/>
                      </a:ext>
                    </a:extLst>
                  </p:cNvPr>
                  <p:cNvGrpSpPr/>
                  <p:nvPr/>
                </p:nvGrpSpPr>
                <p:grpSpPr>
                  <a:xfrm>
                    <a:off x="7033617" y="2451199"/>
                    <a:ext cx="40183" cy="40183"/>
                    <a:chOff x="7033617" y="2451199"/>
                    <a:chExt cx="40183" cy="40183"/>
                  </a:xfrm>
                </p:grpSpPr>
                <p:grpSp>
                  <p:nvGrpSpPr>
                    <p:cNvPr id="3681" name="图形 38">
                      <a:extLst>
                        <a:ext uri="{FF2B5EF4-FFF2-40B4-BE49-F238E27FC236}">
                          <a16:creationId xmlns:a16="http://schemas.microsoft.com/office/drawing/2014/main" id="{A02AFDC6-6A3A-7610-CB85-8BF9AD9D64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33617" y="2451199"/>
                      <a:ext cx="40183" cy="40183"/>
                      <a:chOff x="7033617" y="2451199"/>
                      <a:chExt cx="40183" cy="40183"/>
                    </a:xfrm>
                  </p:grpSpPr>
                  <p:sp>
                    <p:nvSpPr>
                      <p:cNvPr id="3683" name="任意多边形: 形状 3682">
                        <a:extLst>
                          <a:ext uri="{FF2B5EF4-FFF2-40B4-BE49-F238E27FC236}">
                            <a16:creationId xmlns:a16="http://schemas.microsoft.com/office/drawing/2014/main" id="{846D9286-163D-C20A-2D0A-1F0454CA4D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45119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84" name="任意多边形: 形状 3683">
                        <a:extLst>
                          <a:ext uri="{FF2B5EF4-FFF2-40B4-BE49-F238E27FC236}">
                            <a16:creationId xmlns:a16="http://schemas.microsoft.com/office/drawing/2014/main" id="{0B1D46F2-AF6F-8FF2-7F8E-92D2638E45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45119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85" name="任意多边形: 形状 3684">
                        <a:extLst>
                          <a:ext uri="{FF2B5EF4-FFF2-40B4-BE49-F238E27FC236}">
                            <a16:creationId xmlns:a16="http://schemas.microsoft.com/office/drawing/2014/main" id="{268290DA-9D86-F0E6-8682-FF8DA59C1F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45119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82" name="任意多边形: 形状 3681">
                      <a:extLst>
                        <a:ext uri="{FF2B5EF4-FFF2-40B4-BE49-F238E27FC236}">
                          <a16:creationId xmlns:a16="http://schemas.microsoft.com/office/drawing/2014/main" id="{2B7A8A1B-7174-3DF9-F6AE-7BCFE524BD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7681" y="2458566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611" name="图形 38">
                    <a:extLst>
                      <a:ext uri="{FF2B5EF4-FFF2-40B4-BE49-F238E27FC236}">
                        <a16:creationId xmlns:a16="http://schemas.microsoft.com/office/drawing/2014/main" id="{D16174E9-4610-D83E-59CA-D5D6FCF03811}"/>
                      </a:ext>
                    </a:extLst>
                  </p:cNvPr>
                  <p:cNvGrpSpPr/>
                  <p:nvPr/>
                </p:nvGrpSpPr>
                <p:grpSpPr>
                  <a:xfrm>
                    <a:off x="7227837" y="2437804"/>
                    <a:ext cx="40183" cy="40183"/>
                    <a:chOff x="7227837" y="2437804"/>
                    <a:chExt cx="40183" cy="40183"/>
                  </a:xfrm>
                </p:grpSpPr>
                <p:grpSp>
                  <p:nvGrpSpPr>
                    <p:cNvPr id="3676" name="图形 38">
                      <a:extLst>
                        <a:ext uri="{FF2B5EF4-FFF2-40B4-BE49-F238E27FC236}">
                          <a16:creationId xmlns:a16="http://schemas.microsoft.com/office/drawing/2014/main" id="{A1A40238-6405-658A-8300-831F55A380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7837" y="2437804"/>
                      <a:ext cx="40183" cy="40183"/>
                      <a:chOff x="7227837" y="2437804"/>
                      <a:chExt cx="40183" cy="40183"/>
                    </a:xfrm>
                  </p:grpSpPr>
                  <p:sp>
                    <p:nvSpPr>
                      <p:cNvPr id="3678" name="任意多边形: 形状 3677">
                        <a:extLst>
                          <a:ext uri="{FF2B5EF4-FFF2-40B4-BE49-F238E27FC236}">
                            <a16:creationId xmlns:a16="http://schemas.microsoft.com/office/drawing/2014/main" id="{EE1AC8F8-8261-D535-8C12-B953FE21FA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43780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79" name="任意多边形: 形状 3678">
                        <a:extLst>
                          <a:ext uri="{FF2B5EF4-FFF2-40B4-BE49-F238E27FC236}">
                            <a16:creationId xmlns:a16="http://schemas.microsoft.com/office/drawing/2014/main" id="{3AC90D04-E464-D61C-F347-0807B2F846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43780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80" name="任意多边形: 形状 3679">
                        <a:extLst>
                          <a:ext uri="{FF2B5EF4-FFF2-40B4-BE49-F238E27FC236}">
                            <a16:creationId xmlns:a16="http://schemas.microsoft.com/office/drawing/2014/main" id="{43FADE36-8DED-B1E5-3505-25303C4A05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43780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77" name="任意多边形: 形状 3676">
                      <a:extLst>
                        <a:ext uri="{FF2B5EF4-FFF2-40B4-BE49-F238E27FC236}">
                          <a16:creationId xmlns:a16="http://schemas.microsoft.com/office/drawing/2014/main" id="{A8599D35-5406-896C-F32D-8C2C6EDA4B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1901" y="2445171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612" name="图形 38">
                    <a:extLst>
                      <a:ext uri="{FF2B5EF4-FFF2-40B4-BE49-F238E27FC236}">
                        <a16:creationId xmlns:a16="http://schemas.microsoft.com/office/drawing/2014/main" id="{5FE00528-2C33-6565-47DA-076B51BD0AB7}"/>
                      </a:ext>
                    </a:extLst>
                  </p:cNvPr>
                  <p:cNvGrpSpPr/>
                  <p:nvPr/>
                </p:nvGrpSpPr>
                <p:grpSpPr>
                  <a:xfrm>
                    <a:off x="7408664" y="2424410"/>
                    <a:ext cx="40183" cy="40183"/>
                    <a:chOff x="7408664" y="2424410"/>
                    <a:chExt cx="40183" cy="40183"/>
                  </a:xfrm>
                </p:grpSpPr>
                <p:grpSp>
                  <p:nvGrpSpPr>
                    <p:cNvPr id="3671" name="图形 38">
                      <a:extLst>
                        <a:ext uri="{FF2B5EF4-FFF2-40B4-BE49-F238E27FC236}">
                          <a16:creationId xmlns:a16="http://schemas.microsoft.com/office/drawing/2014/main" id="{327F900F-619D-E748-57E6-BE432CA034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08664" y="2424410"/>
                      <a:ext cx="40183" cy="40183"/>
                      <a:chOff x="7408664" y="2424410"/>
                      <a:chExt cx="40183" cy="40183"/>
                    </a:xfrm>
                  </p:grpSpPr>
                  <p:sp>
                    <p:nvSpPr>
                      <p:cNvPr id="3673" name="任意多边形: 形状 3672">
                        <a:extLst>
                          <a:ext uri="{FF2B5EF4-FFF2-40B4-BE49-F238E27FC236}">
                            <a16:creationId xmlns:a16="http://schemas.microsoft.com/office/drawing/2014/main" id="{57E0992E-6695-0451-08D6-07E6ACE72E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2441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74" name="任意多边形: 形状 3673">
                        <a:extLst>
                          <a:ext uri="{FF2B5EF4-FFF2-40B4-BE49-F238E27FC236}">
                            <a16:creationId xmlns:a16="http://schemas.microsoft.com/office/drawing/2014/main" id="{3448B5D5-12FB-101F-1C22-B01B2ADBE7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2441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75" name="任意多边形: 形状 3674">
                        <a:extLst>
                          <a:ext uri="{FF2B5EF4-FFF2-40B4-BE49-F238E27FC236}">
                            <a16:creationId xmlns:a16="http://schemas.microsoft.com/office/drawing/2014/main" id="{44071F2C-9AB4-A96D-F647-E462AB4BEB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2441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72" name="任意多边形: 形状 3671">
                      <a:extLst>
                        <a:ext uri="{FF2B5EF4-FFF2-40B4-BE49-F238E27FC236}">
                          <a16:creationId xmlns:a16="http://schemas.microsoft.com/office/drawing/2014/main" id="{74D3FEB3-4CF8-8239-5F53-40BEF8BEE7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728" y="2431777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613" name="图形 38">
                    <a:extLst>
                      <a:ext uri="{FF2B5EF4-FFF2-40B4-BE49-F238E27FC236}">
                        <a16:creationId xmlns:a16="http://schemas.microsoft.com/office/drawing/2014/main" id="{9A3091AE-1424-3DD1-75CF-8B786B47E9DC}"/>
                      </a:ext>
                    </a:extLst>
                  </p:cNvPr>
                  <p:cNvGrpSpPr/>
                  <p:nvPr/>
                </p:nvGrpSpPr>
                <p:grpSpPr>
                  <a:xfrm>
                    <a:off x="7033617" y="2524869"/>
                    <a:ext cx="40183" cy="40183"/>
                    <a:chOff x="7033617" y="2524869"/>
                    <a:chExt cx="40183" cy="40183"/>
                  </a:xfrm>
                </p:grpSpPr>
                <p:grpSp>
                  <p:nvGrpSpPr>
                    <p:cNvPr id="3666" name="图形 38">
                      <a:extLst>
                        <a:ext uri="{FF2B5EF4-FFF2-40B4-BE49-F238E27FC236}">
                          <a16:creationId xmlns:a16="http://schemas.microsoft.com/office/drawing/2014/main" id="{109E1D9B-C6C1-9009-4BCC-B8B74E0B7C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33617" y="2524869"/>
                      <a:ext cx="40183" cy="40183"/>
                      <a:chOff x="7033617" y="2524869"/>
                      <a:chExt cx="40183" cy="40183"/>
                    </a:xfrm>
                  </p:grpSpPr>
                  <p:sp>
                    <p:nvSpPr>
                      <p:cNvPr id="3668" name="任意多边形: 形状 3667">
                        <a:extLst>
                          <a:ext uri="{FF2B5EF4-FFF2-40B4-BE49-F238E27FC236}">
                            <a16:creationId xmlns:a16="http://schemas.microsoft.com/office/drawing/2014/main" id="{19E9D6E0-7EA7-5A4A-6FB7-E591DA9F84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2486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69" name="任意多边形: 形状 3668">
                        <a:extLst>
                          <a:ext uri="{FF2B5EF4-FFF2-40B4-BE49-F238E27FC236}">
                            <a16:creationId xmlns:a16="http://schemas.microsoft.com/office/drawing/2014/main" id="{5B0DC915-9743-0908-B56C-AFB7F2191C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2486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70" name="任意多边形: 形状 3669">
                        <a:extLst>
                          <a:ext uri="{FF2B5EF4-FFF2-40B4-BE49-F238E27FC236}">
                            <a16:creationId xmlns:a16="http://schemas.microsoft.com/office/drawing/2014/main" id="{9089130C-75AF-9BA4-08B5-CCFE5FBDA0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2486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67" name="任意多边形: 形状 3666">
                      <a:extLst>
                        <a:ext uri="{FF2B5EF4-FFF2-40B4-BE49-F238E27FC236}">
                          <a16:creationId xmlns:a16="http://schemas.microsoft.com/office/drawing/2014/main" id="{EF42B2F6-1C92-2ACD-920C-9A583DC3A1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7681" y="2532236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614" name="图形 38">
                    <a:extLst>
                      <a:ext uri="{FF2B5EF4-FFF2-40B4-BE49-F238E27FC236}">
                        <a16:creationId xmlns:a16="http://schemas.microsoft.com/office/drawing/2014/main" id="{9305B33F-547F-A831-DDC0-38E4F110B9D1}"/>
                      </a:ext>
                    </a:extLst>
                  </p:cNvPr>
                  <p:cNvGrpSpPr/>
                  <p:nvPr/>
                </p:nvGrpSpPr>
                <p:grpSpPr>
                  <a:xfrm>
                    <a:off x="7227837" y="2511474"/>
                    <a:ext cx="40183" cy="40183"/>
                    <a:chOff x="7227837" y="2511474"/>
                    <a:chExt cx="40183" cy="40183"/>
                  </a:xfrm>
                </p:grpSpPr>
                <p:grpSp>
                  <p:nvGrpSpPr>
                    <p:cNvPr id="3661" name="图形 38">
                      <a:extLst>
                        <a:ext uri="{FF2B5EF4-FFF2-40B4-BE49-F238E27FC236}">
                          <a16:creationId xmlns:a16="http://schemas.microsoft.com/office/drawing/2014/main" id="{842E83CB-A379-0183-4951-7311493F48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7837" y="2511474"/>
                      <a:ext cx="40183" cy="40183"/>
                      <a:chOff x="7227837" y="2511474"/>
                      <a:chExt cx="40183" cy="40183"/>
                    </a:xfrm>
                  </p:grpSpPr>
                  <p:sp>
                    <p:nvSpPr>
                      <p:cNvPr id="3663" name="任意多边形: 形状 3662">
                        <a:extLst>
                          <a:ext uri="{FF2B5EF4-FFF2-40B4-BE49-F238E27FC236}">
                            <a16:creationId xmlns:a16="http://schemas.microsoft.com/office/drawing/2014/main" id="{7BABC3AA-FDA2-10D4-87EC-F83B12B71B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1147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64" name="任意多边形: 形状 3663">
                        <a:extLst>
                          <a:ext uri="{FF2B5EF4-FFF2-40B4-BE49-F238E27FC236}">
                            <a16:creationId xmlns:a16="http://schemas.microsoft.com/office/drawing/2014/main" id="{612FD680-5426-3FEF-5D8B-082F43D295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1147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65" name="任意多边形: 形状 3664">
                        <a:extLst>
                          <a:ext uri="{FF2B5EF4-FFF2-40B4-BE49-F238E27FC236}">
                            <a16:creationId xmlns:a16="http://schemas.microsoft.com/office/drawing/2014/main" id="{28A19121-8B6C-A866-2D05-F8D77349EC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1147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62" name="任意多边形: 形状 3661">
                      <a:extLst>
                        <a:ext uri="{FF2B5EF4-FFF2-40B4-BE49-F238E27FC236}">
                          <a16:creationId xmlns:a16="http://schemas.microsoft.com/office/drawing/2014/main" id="{7259DAE1-CBDE-5FDC-AD13-33DC135A08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1901" y="2518841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615" name="图形 38">
                    <a:extLst>
                      <a:ext uri="{FF2B5EF4-FFF2-40B4-BE49-F238E27FC236}">
                        <a16:creationId xmlns:a16="http://schemas.microsoft.com/office/drawing/2014/main" id="{DAD9AF2D-68AA-8269-7A94-17212ECCE637}"/>
                      </a:ext>
                    </a:extLst>
                  </p:cNvPr>
                  <p:cNvGrpSpPr/>
                  <p:nvPr/>
                </p:nvGrpSpPr>
                <p:grpSpPr>
                  <a:xfrm>
                    <a:off x="7408664" y="2498080"/>
                    <a:ext cx="40183" cy="40183"/>
                    <a:chOff x="7408664" y="2498080"/>
                    <a:chExt cx="40183" cy="40183"/>
                  </a:xfrm>
                </p:grpSpPr>
                <p:grpSp>
                  <p:nvGrpSpPr>
                    <p:cNvPr id="3656" name="图形 38">
                      <a:extLst>
                        <a:ext uri="{FF2B5EF4-FFF2-40B4-BE49-F238E27FC236}">
                          <a16:creationId xmlns:a16="http://schemas.microsoft.com/office/drawing/2014/main" id="{01AE7996-79DE-0A3A-8731-C3CD99EF66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08664" y="2498080"/>
                      <a:ext cx="40183" cy="40183"/>
                      <a:chOff x="7408664" y="2498080"/>
                      <a:chExt cx="40183" cy="40183"/>
                    </a:xfrm>
                  </p:grpSpPr>
                  <p:sp>
                    <p:nvSpPr>
                      <p:cNvPr id="3658" name="任意多边形: 形状 3657">
                        <a:extLst>
                          <a:ext uri="{FF2B5EF4-FFF2-40B4-BE49-F238E27FC236}">
                            <a16:creationId xmlns:a16="http://schemas.microsoft.com/office/drawing/2014/main" id="{F4851D6F-1952-9159-8142-BE4193A75F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9808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59" name="任意多边形: 形状 3658">
                        <a:extLst>
                          <a:ext uri="{FF2B5EF4-FFF2-40B4-BE49-F238E27FC236}">
                            <a16:creationId xmlns:a16="http://schemas.microsoft.com/office/drawing/2014/main" id="{D44D0C6C-3E94-C390-9A63-F9C80DDEF7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9808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60" name="任意多边形: 形状 3659">
                        <a:extLst>
                          <a:ext uri="{FF2B5EF4-FFF2-40B4-BE49-F238E27FC236}">
                            <a16:creationId xmlns:a16="http://schemas.microsoft.com/office/drawing/2014/main" id="{2A94AE19-C355-F004-8B0E-FB3FCC4A35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9808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57" name="任意多边形: 形状 3656">
                      <a:extLst>
                        <a:ext uri="{FF2B5EF4-FFF2-40B4-BE49-F238E27FC236}">
                          <a16:creationId xmlns:a16="http://schemas.microsoft.com/office/drawing/2014/main" id="{9F64DD61-F326-128A-8E18-05D4B4BE51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728" y="2505447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616" name="图形 38">
                    <a:extLst>
                      <a:ext uri="{FF2B5EF4-FFF2-40B4-BE49-F238E27FC236}">
                        <a16:creationId xmlns:a16="http://schemas.microsoft.com/office/drawing/2014/main" id="{E7ACCA58-B72F-408A-16CA-BF84AC53A6CA}"/>
                      </a:ext>
                    </a:extLst>
                  </p:cNvPr>
                  <p:cNvGrpSpPr/>
                  <p:nvPr/>
                </p:nvGrpSpPr>
                <p:grpSpPr>
                  <a:xfrm>
                    <a:off x="7033617" y="2598539"/>
                    <a:ext cx="40183" cy="40183"/>
                    <a:chOff x="7033617" y="2598539"/>
                    <a:chExt cx="40183" cy="40183"/>
                  </a:xfrm>
                </p:grpSpPr>
                <p:grpSp>
                  <p:nvGrpSpPr>
                    <p:cNvPr id="3651" name="图形 38">
                      <a:extLst>
                        <a:ext uri="{FF2B5EF4-FFF2-40B4-BE49-F238E27FC236}">
                          <a16:creationId xmlns:a16="http://schemas.microsoft.com/office/drawing/2014/main" id="{4B5CCA8B-00EF-0CFB-428B-48F157A8B0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33617" y="2598539"/>
                      <a:ext cx="40183" cy="40183"/>
                      <a:chOff x="7033617" y="2598539"/>
                      <a:chExt cx="40183" cy="40183"/>
                    </a:xfrm>
                  </p:grpSpPr>
                  <p:sp>
                    <p:nvSpPr>
                      <p:cNvPr id="3653" name="任意多边形: 形状 3652">
                        <a:extLst>
                          <a:ext uri="{FF2B5EF4-FFF2-40B4-BE49-F238E27FC236}">
                            <a16:creationId xmlns:a16="http://schemas.microsoft.com/office/drawing/2014/main" id="{F7C870A0-D43B-C934-5CAE-3DB5C89AF3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9853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54" name="任意多边形: 形状 3653">
                        <a:extLst>
                          <a:ext uri="{FF2B5EF4-FFF2-40B4-BE49-F238E27FC236}">
                            <a16:creationId xmlns:a16="http://schemas.microsoft.com/office/drawing/2014/main" id="{394FD1ED-3DD4-008E-6EFA-AFC3659166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9853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55" name="任意多边形: 形状 3654">
                        <a:extLst>
                          <a:ext uri="{FF2B5EF4-FFF2-40B4-BE49-F238E27FC236}">
                            <a16:creationId xmlns:a16="http://schemas.microsoft.com/office/drawing/2014/main" id="{F64E9C99-787C-1D83-B9D3-EBDAD0AAC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9853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52" name="任意多边形: 形状 3651">
                      <a:extLst>
                        <a:ext uri="{FF2B5EF4-FFF2-40B4-BE49-F238E27FC236}">
                          <a16:creationId xmlns:a16="http://schemas.microsoft.com/office/drawing/2014/main" id="{5104BDC0-D7C8-1626-3695-A88AE697F6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7681" y="2605906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617" name="图形 38">
                    <a:extLst>
                      <a:ext uri="{FF2B5EF4-FFF2-40B4-BE49-F238E27FC236}">
                        <a16:creationId xmlns:a16="http://schemas.microsoft.com/office/drawing/2014/main" id="{7C1F9574-E5E4-FA3E-8E9F-C7EB05258869}"/>
                      </a:ext>
                    </a:extLst>
                  </p:cNvPr>
                  <p:cNvGrpSpPr/>
                  <p:nvPr/>
                </p:nvGrpSpPr>
                <p:grpSpPr>
                  <a:xfrm>
                    <a:off x="7227837" y="2585144"/>
                    <a:ext cx="40183" cy="40183"/>
                    <a:chOff x="7227837" y="2585144"/>
                    <a:chExt cx="40183" cy="40183"/>
                  </a:xfrm>
                </p:grpSpPr>
                <p:grpSp>
                  <p:nvGrpSpPr>
                    <p:cNvPr id="3646" name="图形 38">
                      <a:extLst>
                        <a:ext uri="{FF2B5EF4-FFF2-40B4-BE49-F238E27FC236}">
                          <a16:creationId xmlns:a16="http://schemas.microsoft.com/office/drawing/2014/main" id="{80CEFBB2-6ED7-4A17-490F-A26A0A9FC4B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7837" y="2585144"/>
                      <a:ext cx="40183" cy="40183"/>
                      <a:chOff x="7227837" y="2585144"/>
                      <a:chExt cx="40183" cy="40183"/>
                    </a:xfrm>
                  </p:grpSpPr>
                  <p:sp>
                    <p:nvSpPr>
                      <p:cNvPr id="3648" name="任意多边形: 形状 3647">
                        <a:extLst>
                          <a:ext uri="{FF2B5EF4-FFF2-40B4-BE49-F238E27FC236}">
                            <a16:creationId xmlns:a16="http://schemas.microsoft.com/office/drawing/2014/main" id="{5E1939BE-37EA-CDFA-A7BC-1014CEFD80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8514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49" name="任意多边形: 形状 3648">
                        <a:extLst>
                          <a:ext uri="{FF2B5EF4-FFF2-40B4-BE49-F238E27FC236}">
                            <a16:creationId xmlns:a16="http://schemas.microsoft.com/office/drawing/2014/main" id="{31363947-40E6-173A-6186-6EDF7240F3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8514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50" name="任意多边形: 形状 3649">
                        <a:extLst>
                          <a:ext uri="{FF2B5EF4-FFF2-40B4-BE49-F238E27FC236}">
                            <a16:creationId xmlns:a16="http://schemas.microsoft.com/office/drawing/2014/main" id="{8F8BF5F2-4E20-D945-3827-D5BA385EBD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8514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47" name="任意多边形: 形状 3646">
                      <a:extLst>
                        <a:ext uri="{FF2B5EF4-FFF2-40B4-BE49-F238E27FC236}">
                          <a16:creationId xmlns:a16="http://schemas.microsoft.com/office/drawing/2014/main" id="{A281D1F5-13B6-A2EC-0F1C-1B1FFB22EA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1901" y="2592511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618" name="图形 38">
                    <a:extLst>
                      <a:ext uri="{FF2B5EF4-FFF2-40B4-BE49-F238E27FC236}">
                        <a16:creationId xmlns:a16="http://schemas.microsoft.com/office/drawing/2014/main" id="{2F97D47A-9339-C951-5FD5-81C841E1B0BE}"/>
                      </a:ext>
                    </a:extLst>
                  </p:cNvPr>
                  <p:cNvGrpSpPr/>
                  <p:nvPr/>
                </p:nvGrpSpPr>
                <p:grpSpPr>
                  <a:xfrm>
                    <a:off x="7408664" y="2571750"/>
                    <a:ext cx="40183" cy="40183"/>
                    <a:chOff x="7408664" y="2571750"/>
                    <a:chExt cx="40183" cy="40183"/>
                  </a:xfrm>
                </p:grpSpPr>
                <p:grpSp>
                  <p:nvGrpSpPr>
                    <p:cNvPr id="3641" name="图形 38">
                      <a:extLst>
                        <a:ext uri="{FF2B5EF4-FFF2-40B4-BE49-F238E27FC236}">
                          <a16:creationId xmlns:a16="http://schemas.microsoft.com/office/drawing/2014/main" id="{53FD819D-573F-51BF-9EDD-26B20B5172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08664" y="2571750"/>
                      <a:ext cx="40183" cy="40183"/>
                      <a:chOff x="7408664" y="2571750"/>
                      <a:chExt cx="40183" cy="40183"/>
                    </a:xfrm>
                  </p:grpSpPr>
                  <p:sp>
                    <p:nvSpPr>
                      <p:cNvPr id="3643" name="任意多边形: 形状 3642">
                        <a:extLst>
                          <a:ext uri="{FF2B5EF4-FFF2-40B4-BE49-F238E27FC236}">
                            <a16:creationId xmlns:a16="http://schemas.microsoft.com/office/drawing/2014/main" id="{1684406B-23C6-334E-1CB5-CF9AAD3632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57175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44" name="任意多边形: 形状 3643">
                        <a:extLst>
                          <a:ext uri="{FF2B5EF4-FFF2-40B4-BE49-F238E27FC236}">
                            <a16:creationId xmlns:a16="http://schemas.microsoft.com/office/drawing/2014/main" id="{F527E45F-86EF-516A-7A9A-D76419FFDA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57175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45" name="任意多边形: 形状 3644">
                        <a:extLst>
                          <a:ext uri="{FF2B5EF4-FFF2-40B4-BE49-F238E27FC236}">
                            <a16:creationId xmlns:a16="http://schemas.microsoft.com/office/drawing/2014/main" id="{97C567C8-FFE4-6049-C200-1D8BA83B7B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57175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42" name="任意多边形: 形状 3641">
                      <a:extLst>
                        <a:ext uri="{FF2B5EF4-FFF2-40B4-BE49-F238E27FC236}">
                          <a16:creationId xmlns:a16="http://schemas.microsoft.com/office/drawing/2014/main" id="{54449B9E-8F3F-24BC-BF8D-09499E5AF0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728" y="2579117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619" name="任意多边形: 形状 3618">
                    <a:extLst>
                      <a:ext uri="{FF2B5EF4-FFF2-40B4-BE49-F238E27FC236}">
                        <a16:creationId xmlns:a16="http://schemas.microsoft.com/office/drawing/2014/main" id="{6828F863-AAB9-1F63-7320-C4D460C0759F}"/>
                      </a:ext>
                    </a:extLst>
                  </p:cNvPr>
                  <p:cNvSpPr/>
                  <p:nvPr/>
                </p:nvSpPr>
                <p:spPr>
                  <a:xfrm>
                    <a:off x="6986736" y="2675557"/>
                    <a:ext cx="549175" cy="251147"/>
                  </a:xfrm>
                  <a:custGeom>
                    <a:avLst/>
                    <a:gdLst>
                      <a:gd name="connsiteX0" fmla="*/ 0 w 549175"/>
                      <a:gd name="connsiteY0" fmla="*/ 24110 h 251147"/>
                      <a:gd name="connsiteX1" fmla="*/ 549176 w 549175"/>
                      <a:gd name="connsiteY1" fmla="*/ 0 h 251147"/>
                      <a:gd name="connsiteX2" fmla="*/ 549176 w 549175"/>
                      <a:gd name="connsiteY2" fmla="*/ 231056 h 251147"/>
                      <a:gd name="connsiteX3" fmla="*/ 0 w 549175"/>
                      <a:gd name="connsiteY3" fmla="*/ 251147 h 2511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9175" h="251147">
                        <a:moveTo>
                          <a:pt x="0" y="24110"/>
                        </a:moveTo>
                        <a:lnTo>
                          <a:pt x="549176" y="0"/>
                        </a:lnTo>
                        <a:lnTo>
                          <a:pt x="549176" y="231056"/>
                        </a:lnTo>
                        <a:lnTo>
                          <a:pt x="0" y="25114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E4E4E"/>
                      </a:gs>
                      <a:gs pos="50000">
                        <a:srgbClr val="4C4C4C"/>
                      </a:gs>
                      <a:gs pos="100000">
                        <a:srgbClr val="4B4B4B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620" name="图形 38">
                    <a:extLst>
                      <a:ext uri="{FF2B5EF4-FFF2-40B4-BE49-F238E27FC236}">
                        <a16:creationId xmlns:a16="http://schemas.microsoft.com/office/drawing/2014/main" id="{2DEC345C-99A0-D9E3-0059-8284FCDCE3AC}"/>
                      </a:ext>
                    </a:extLst>
                  </p:cNvPr>
                  <p:cNvGrpSpPr/>
                  <p:nvPr/>
                </p:nvGrpSpPr>
                <p:grpSpPr>
                  <a:xfrm>
                    <a:off x="7358434" y="2742530"/>
                    <a:ext cx="100458" cy="107156"/>
                    <a:chOff x="7358434" y="2742530"/>
                    <a:chExt cx="100458" cy="107156"/>
                  </a:xfrm>
                </p:grpSpPr>
                <p:sp>
                  <p:nvSpPr>
                    <p:cNvPr id="3639" name="任意多边形: 形状 3638">
                      <a:extLst>
                        <a:ext uri="{FF2B5EF4-FFF2-40B4-BE49-F238E27FC236}">
                          <a16:creationId xmlns:a16="http://schemas.microsoft.com/office/drawing/2014/main" id="{91D7917F-C7EB-824D-E7C2-3640FE50A6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8434" y="2742530"/>
                      <a:ext cx="100458" cy="107156"/>
                    </a:xfrm>
                    <a:custGeom>
                      <a:avLst/>
                      <a:gdLst>
                        <a:gd name="connsiteX0" fmla="*/ 100459 w 100458"/>
                        <a:gd name="connsiteY0" fmla="*/ 53578 h 107156"/>
                        <a:gd name="connsiteX1" fmla="*/ 98450 w 100458"/>
                        <a:gd name="connsiteY1" fmla="*/ 67642 h 107156"/>
                        <a:gd name="connsiteX2" fmla="*/ 93762 w 100458"/>
                        <a:gd name="connsiteY2" fmla="*/ 80367 h 107156"/>
                        <a:gd name="connsiteX3" fmla="*/ 85725 w 100458"/>
                        <a:gd name="connsiteY3" fmla="*/ 91753 h 107156"/>
                        <a:gd name="connsiteX4" fmla="*/ 75679 w 100458"/>
                        <a:gd name="connsiteY4" fmla="*/ 99789 h 107156"/>
                        <a:gd name="connsiteX5" fmla="*/ 63624 w 100458"/>
                        <a:gd name="connsiteY5" fmla="*/ 105147 h 107156"/>
                        <a:gd name="connsiteX6" fmla="*/ 50229 w 100458"/>
                        <a:gd name="connsiteY6" fmla="*/ 107156 h 107156"/>
                        <a:gd name="connsiteX7" fmla="*/ 36835 w 100458"/>
                        <a:gd name="connsiteY7" fmla="*/ 105147 h 107156"/>
                        <a:gd name="connsiteX8" fmla="*/ 24780 w 100458"/>
                        <a:gd name="connsiteY8" fmla="*/ 99789 h 107156"/>
                        <a:gd name="connsiteX9" fmla="*/ 14734 w 100458"/>
                        <a:gd name="connsiteY9" fmla="*/ 91753 h 107156"/>
                        <a:gd name="connsiteX10" fmla="*/ 6697 w 100458"/>
                        <a:gd name="connsiteY10" fmla="*/ 80367 h 107156"/>
                        <a:gd name="connsiteX11" fmla="*/ 2009 w 100458"/>
                        <a:gd name="connsiteY11" fmla="*/ 67642 h 107156"/>
                        <a:gd name="connsiteX12" fmla="*/ 0 w 100458"/>
                        <a:gd name="connsiteY12" fmla="*/ 53578 h 107156"/>
                        <a:gd name="connsiteX13" fmla="*/ 2009 w 100458"/>
                        <a:gd name="connsiteY13" fmla="*/ 39514 h 107156"/>
                        <a:gd name="connsiteX14" fmla="*/ 6697 w 100458"/>
                        <a:gd name="connsiteY14" fmla="*/ 26789 h 107156"/>
                        <a:gd name="connsiteX15" fmla="*/ 14734 w 100458"/>
                        <a:gd name="connsiteY15" fmla="*/ 15404 h 107156"/>
                        <a:gd name="connsiteX16" fmla="*/ 24780 w 100458"/>
                        <a:gd name="connsiteY16" fmla="*/ 7367 h 107156"/>
                        <a:gd name="connsiteX17" fmla="*/ 36835 w 100458"/>
                        <a:gd name="connsiteY17" fmla="*/ 2009 h 107156"/>
                        <a:gd name="connsiteX18" fmla="*/ 50229 w 100458"/>
                        <a:gd name="connsiteY18" fmla="*/ 0 h 107156"/>
                        <a:gd name="connsiteX19" fmla="*/ 63624 w 100458"/>
                        <a:gd name="connsiteY19" fmla="*/ 2009 h 107156"/>
                        <a:gd name="connsiteX20" fmla="*/ 75679 w 100458"/>
                        <a:gd name="connsiteY20" fmla="*/ 7367 h 107156"/>
                        <a:gd name="connsiteX21" fmla="*/ 85725 w 100458"/>
                        <a:gd name="connsiteY21" fmla="*/ 15404 h 107156"/>
                        <a:gd name="connsiteX22" fmla="*/ 93762 w 100458"/>
                        <a:gd name="connsiteY22" fmla="*/ 26789 h 107156"/>
                        <a:gd name="connsiteX23" fmla="*/ 98450 w 100458"/>
                        <a:gd name="connsiteY23" fmla="*/ 39514 h 107156"/>
                        <a:gd name="connsiteX24" fmla="*/ 100459 w 100458"/>
                        <a:gd name="connsiteY24" fmla="*/ 53578 h 1071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100458" h="107156">
                          <a:moveTo>
                            <a:pt x="100459" y="53578"/>
                          </a:moveTo>
                          <a:lnTo>
                            <a:pt x="98450" y="67642"/>
                          </a:lnTo>
                          <a:lnTo>
                            <a:pt x="93762" y="80367"/>
                          </a:lnTo>
                          <a:lnTo>
                            <a:pt x="85725" y="91753"/>
                          </a:lnTo>
                          <a:lnTo>
                            <a:pt x="75679" y="99789"/>
                          </a:lnTo>
                          <a:lnTo>
                            <a:pt x="63624" y="105147"/>
                          </a:lnTo>
                          <a:lnTo>
                            <a:pt x="50229" y="107156"/>
                          </a:lnTo>
                          <a:lnTo>
                            <a:pt x="36835" y="105147"/>
                          </a:lnTo>
                          <a:lnTo>
                            <a:pt x="24780" y="99789"/>
                          </a:lnTo>
                          <a:lnTo>
                            <a:pt x="14734" y="91753"/>
                          </a:lnTo>
                          <a:lnTo>
                            <a:pt x="6697" y="80367"/>
                          </a:lnTo>
                          <a:lnTo>
                            <a:pt x="2009" y="67642"/>
                          </a:lnTo>
                          <a:lnTo>
                            <a:pt x="0" y="53578"/>
                          </a:lnTo>
                          <a:lnTo>
                            <a:pt x="2009" y="39514"/>
                          </a:lnTo>
                          <a:lnTo>
                            <a:pt x="6697" y="26789"/>
                          </a:lnTo>
                          <a:lnTo>
                            <a:pt x="14734" y="15404"/>
                          </a:lnTo>
                          <a:lnTo>
                            <a:pt x="24780" y="7367"/>
                          </a:lnTo>
                          <a:lnTo>
                            <a:pt x="36835" y="2009"/>
                          </a:lnTo>
                          <a:lnTo>
                            <a:pt x="50229" y="0"/>
                          </a:lnTo>
                          <a:lnTo>
                            <a:pt x="63624" y="2009"/>
                          </a:lnTo>
                          <a:lnTo>
                            <a:pt x="75679" y="7367"/>
                          </a:lnTo>
                          <a:lnTo>
                            <a:pt x="85725" y="15404"/>
                          </a:lnTo>
                          <a:lnTo>
                            <a:pt x="93762" y="26789"/>
                          </a:lnTo>
                          <a:lnTo>
                            <a:pt x="98450" y="39514"/>
                          </a:lnTo>
                          <a:lnTo>
                            <a:pt x="100459" y="53578"/>
                          </a:lnTo>
                          <a:close/>
                        </a:path>
                      </a:pathLst>
                    </a:custGeom>
                    <a:noFill/>
                    <a:ln w="6697" cap="flat">
                      <a:solidFill>
                        <a:srgbClr val="9A949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640" name="任意多边形: 形状 3639">
                      <a:extLst>
                        <a:ext uri="{FF2B5EF4-FFF2-40B4-BE49-F238E27FC236}">
                          <a16:creationId xmlns:a16="http://schemas.microsoft.com/office/drawing/2014/main" id="{33391B23-A6AD-4006-BE8F-14C8DC1016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1875" y="2764631"/>
                      <a:ext cx="53578" cy="62954"/>
                    </a:xfrm>
                    <a:custGeom>
                      <a:avLst/>
                      <a:gdLst>
                        <a:gd name="connsiteX0" fmla="*/ 53578 w 53578"/>
                        <a:gd name="connsiteY0" fmla="*/ 31477 h 62954"/>
                        <a:gd name="connsiteX1" fmla="*/ 51569 w 53578"/>
                        <a:gd name="connsiteY1" fmla="*/ 44202 h 62954"/>
                        <a:gd name="connsiteX2" fmla="*/ 45541 w 53578"/>
                        <a:gd name="connsiteY2" fmla="*/ 53578 h 62954"/>
                        <a:gd name="connsiteX3" fmla="*/ 34156 w 53578"/>
                        <a:gd name="connsiteY3" fmla="*/ 61615 h 62954"/>
                        <a:gd name="connsiteX4" fmla="*/ 26789 w 53578"/>
                        <a:gd name="connsiteY4" fmla="*/ 62954 h 62954"/>
                        <a:gd name="connsiteX5" fmla="*/ 13395 w 53578"/>
                        <a:gd name="connsiteY5" fmla="*/ 58936 h 62954"/>
                        <a:gd name="connsiteX6" fmla="*/ 8037 w 53578"/>
                        <a:gd name="connsiteY6" fmla="*/ 53578 h 62954"/>
                        <a:gd name="connsiteX7" fmla="*/ 2009 w 53578"/>
                        <a:gd name="connsiteY7" fmla="*/ 44202 h 62954"/>
                        <a:gd name="connsiteX8" fmla="*/ 0 w 53578"/>
                        <a:gd name="connsiteY8" fmla="*/ 31477 h 62954"/>
                        <a:gd name="connsiteX9" fmla="*/ 2009 w 53578"/>
                        <a:gd name="connsiteY9" fmla="*/ 18752 h 62954"/>
                        <a:gd name="connsiteX10" fmla="*/ 8037 w 53578"/>
                        <a:gd name="connsiteY10" fmla="*/ 9376 h 62954"/>
                        <a:gd name="connsiteX11" fmla="*/ 19422 w 53578"/>
                        <a:gd name="connsiteY11" fmla="*/ 1340 h 62954"/>
                        <a:gd name="connsiteX12" fmla="*/ 26789 w 53578"/>
                        <a:gd name="connsiteY12" fmla="*/ 0 h 62954"/>
                        <a:gd name="connsiteX13" fmla="*/ 40184 w 53578"/>
                        <a:gd name="connsiteY13" fmla="*/ 4018 h 62954"/>
                        <a:gd name="connsiteX14" fmla="*/ 51569 w 53578"/>
                        <a:gd name="connsiteY14" fmla="*/ 18752 h 62954"/>
                        <a:gd name="connsiteX15" fmla="*/ 53578 w 53578"/>
                        <a:gd name="connsiteY15" fmla="*/ 31477 h 62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53578" h="62954">
                          <a:moveTo>
                            <a:pt x="53578" y="31477"/>
                          </a:moveTo>
                          <a:lnTo>
                            <a:pt x="51569" y="44202"/>
                          </a:lnTo>
                          <a:lnTo>
                            <a:pt x="45541" y="53578"/>
                          </a:lnTo>
                          <a:lnTo>
                            <a:pt x="34156" y="61615"/>
                          </a:lnTo>
                          <a:lnTo>
                            <a:pt x="26789" y="62954"/>
                          </a:lnTo>
                          <a:lnTo>
                            <a:pt x="13395" y="58936"/>
                          </a:lnTo>
                          <a:lnTo>
                            <a:pt x="8037" y="53578"/>
                          </a:lnTo>
                          <a:lnTo>
                            <a:pt x="2009" y="44202"/>
                          </a:lnTo>
                          <a:lnTo>
                            <a:pt x="0" y="31477"/>
                          </a:lnTo>
                          <a:lnTo>
                            <a:pt x="2009" y="18752"/>
                          </a:lnTo>
                          <a:lnTo>
                            <a:pt x="8037" y="9376"/>
                          </a:lnTo>
                          <a:lnTo>
                            <a:pt x="19422" y="1340"/>
                          </a:lnTo>
                          <a:lnTo>
                            <a:pt x="26789" y="0"/>
                          </a:lnTo>
                          <a:lnTo>
                            <a:pt x="40184" y="4018"/>
                          </a:lnTo>
                          <a:lnTo>
                            <a:pt x="51569" y="18752"/>
                          </a:lnTo>
                          <a:lnTo>
                            <a:pt x="53578" y="31477"/>
                          </a:lnTo>
                          <a:close/>
                        </a:path>
                      </a:pathLst>
                    </a:custGeom>
                    <a:solidFill>
                      <a:srgbClr val="D8D8D8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621" name="任意多边形: 形状 3620">
                    <a:extLst>
                      <a:ext uri="{FF2B5EF4-FFF2-40B4-BE49-F238E27FC236}">
                        <a16:creationId xmlns:a16="http://schemas.microsoft.com/office/drawing/2014/main" id="{C2222FE3-D93E-75F2-D373-B2BEB74F2E0E}"/>
                      </a:ext>
                    </a:extLst>
                  </p:cNvPr>
                  <p:cNvSpPr/>
                  <p:nvPr/>
                </p:nvSpPr>
                <p:spPr>
                  <a:xfrm>
                    <a:off x="7020222" y="2179959"/>
                    <a:ext cx="478854" cy="247798"/>
                  </a:xfrm>
                  <a:custGeom>
                    <a:avLst/>
                    <a:gdLst>
                      <a:gd name="connsiteX0" fmla="*/ 0 w 478854"/>
                      <a:gd name="connsiteY0" fmla="*/ 37505 h 247798"/>
                      <a:gd name="connsiteX1" fmla="*/ 478855 w 478854"/>
                      <a:gd name="connsiteY1" fmla="*/ 0 h 247798"/>
                      <a:gd name="connsiteX2" fmla="*/ 478855 w 478854"/>
                      <a:gd name="connsiteY2" fmla="*/ 214313 h 247798"/>
                      <a:gd name="connsiteX3" fmla="*/ 0 w 478854"/>
                      <a:gd name="connsiteY3" fmla="*/ 247799 h 2477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78854" h="247798">
                        <a:moveTo>
                          <a:pt x="0" y="37505"/>
                        </a:moveTo>
                        <a:lnTo>
                          <a:pt x="478855" y="0"/>
                        </a:lnTo>
                        <a:lnTo>
                          <a:pt x="478855" y="214313"/>
                        </a:lnTo>
                        <a:lnTo>
                          <a:pt x="0" y="24779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00"/>
                      </a:gs>
                      <a:gs pos="50000">
                        <a:srgbClr val="000000"/>
                      </a:gs>
                      <a:gs pos="100000">
                        <a:srgbClr val="010101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622" name="图形 38">
                    <a:extLst>
                      <a:ext uri="{FF2B5EF4-FFF2-40B4-BE49-F238E27FC236}">
                        <a16:creationId xmlns:a16="http://schemas.microsoft.com/office/drawing/2014/main" id="{72292BC4-49A0-5C3D-757D-A6AC07ABA1F4}"/>
                      </a:ext>
                    </a:extLst>
                  </p:cNvPr>
                  <p:cNvGrpSpPr/>
                  <p:nvPr/>
                </p:nvGrpSpPr>
                <p:grpSpPr>
                  <a:xfrm>
                    <a:off x="7060406" y="2812851"/>
                    <a:ext cx="40183" cy="40183"/>
                    <a:chOff x="7060406" y="2812851"/>
                    <a:chExt cx="40183" cy="40183"/>
                  </a:xfrm>
                </p:grpSpPr>
                <p:grpSp>
                  <p:nvGrpSpPr>
                    <p:cNvPr id="3634" name="图形 38">
                      <a:extLst>
                        <a:ext uri="{FF2B5EF4-FFF2-40B4-BE49-F238E27FC236}">
                          <a16:creationId xmlns:a16="http://schemas.microsoft.com/office/drawing/2014/main" id="{83C984EE-5486-01A4-3C82-CB11A61879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60406" y="2812851"/>
                      <a:ext cx="40183" cy="40183"/>
                      <a:chOff x="7060406" y="2812851"/>
                      <a:chExt cx="40183" cy="40183"/>
                    </a:xfrm>
                  </p:grpSpPr>
                  <p:sp>
                    <p:nvSpPr>
                      <p:cNvPr id="3636" name="任意多边形: 形状 3635">
                        <a:extLst>
                          <a:ext uri="{FF2B5EF4-FFF2-40B4-BE49-F238E27FC236}">
                            <a16:creationId xmlns:a16="http://schemas.microsoft.com/office/drawing/2014/main" id="{E819779D-7C79-77E8-929E-2ECAA1C61D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60406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37" name="任意多边形: 形状 3636">
                        <a:extLst>
                          <a:ext uri="{FF2B5EF4-FFF2-40B4-BE49-F238E27FC236}">
                            <a16:creationId xmlns:a16="http://schemas.microsoft.com/office/drawing/2014/main" id="{68B71B43-488B-4E33-E78B-B411C871E6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60406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598F3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38" name="任意多边形: 形状 3637">
                        <a:extLst>
                          <a:ext uri="{FF2B5EF4-FFF2-40B4-BE49-F238E27FC236}">
                            <a16:creationId xmlns:a16="http://schemas.microsoft.com/office/drawing/2014/main" id="{72A67161-62D1-A69B-6456-4AC3B9BC6D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60406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35" name="任意多边形: 形状 3634">
                      <a:extLst>
                        <a:ext uri="{FF2B5EF4-FFF2-40B4-BE49-F238E27FC236}">
                          <a16:creationId xmlns:a16="http://schemas.microsoft.com/office/drawing/2014/main" id="{E2C6D76E-F6E7-7273-E8B0-077DA799BD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4470" y="2820218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85F1FF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623" name="图形 38">
                    <a:extLst>
                      <a:ext uri="{FF2B5EF4-FFF2-40B4-BE49-F238E27FC236}">
                        <a16:creationId xmlns:a16="http://schemas.microsoft.com/office/drawing/2014/main" id="{E0944BAE-E3E8-0C3F-0CF5-13167AA70F5F}"/>
                      </a:ext>
                    </a:extLst>
                  </p:cNvPr>
                  <p:cNvGrpSpPr/>
                  <p:nvPr/>
                </p:nvGrpSpPr>
                <p:grpSpPr>
                  <a:xfrm>
                    <a:off x="7180957" y="2812851"/>
                    <a:ext cx="40183" cy="40183"/>
                    <a:chOff x="7180957" y="2812851"/>
                    <a:chExt cx="40183" cy="40183"/>
                  </a:xfrm>
                </p:grpSpPr>
                <p:grpSp>
                  <p:nvGrpSpPr>
                    <p:cNvPr id="3629" name="图形 38">
                      <a:extLst>
                        <a:ext uri="{FF2B5EF4-FFF2-40B4-BE49-F238E27FC236}">
                          <a16:creationId xmlns:a16="http://schemas.microsoft.com/office/drawing/2014/main" id="{50AB3FCB-3477-5E26-8D7F-1C8272E37A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80957" y="2812851"/>
                      <a:ext cx="40183" cy="40183"/>
                      <a:chOff x="7180957" y="2812851"/>
                      <a:chExt cx="40183" cy="40183"/>
                    </a:xfrm>
                  </p:grpSpPr>
                  <p:sp>
                    <p:nvSpPr>
                      <p:cNvPr id="3631" name="任意多边形: 形状 3630">
                        <a:extLst>
                          <a:ext uri="{FF2B5EF4-FFF2-40B4-BE49-F238E27FC236}">
                            <a16:creationId xmlns:a16="http://schemas.microsoft.com/office/drawing/2014/main" id="{13B3004F-E451-23E5-0E05-9F0BB0A71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80957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32" name="任意多边形: 形状 3631">
                        <a:extLst>
                          <a:ext uri="{FF2B5EF4-FFF2-40B4-BE49-F238E27FC236}">
                            <a16:creationId xmlns:a16="http://schemas.microsoft.com/office/drawing/2014/main" id="{3D00F47E-0704-9F87-310C-791638CE75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80957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FFA01C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33" name="任意多边形: 形状 3632">
                        <a:extLst>
                          <a:ext uri="{FF2B5EF4-FFF2-40B4-BE49-F238E27FC236}">
                            <a16:creationId xmlns:a16="http://schemas.microsoft.com/office/drawing/2014/main" id="{76DB0A76-74B1-128D-BB71-21C504A048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80957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30" name="任意多边形: 形状 3629">
                      <a:extLst>
                        <a:ext uri="{FF2B5EF4-FFF2-40B4-BE49-F238E27FC236}">
                          <a16:creationId xmlns:a16="http://schemas.microsoft.com/office/drawing/2014/main" id="{0AE4148E-C5E5-AA42-368B-B866F72EAC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5021" y="2820218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FFEC85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624" name="任意多边形: 形状 3623">
                    <a:extLst>
                      <a:ext uri="{FF2B5EF4-FFF2-40B4-BE49-F238E27FC236}">
                        <a16:creationId xmlns:a16="http://schemas.microsoft.com/office/drawing/2014/main" id="{24F6C86C-A2A9-432D-6F84-743692B547CE}"/>
                      </a:ext>
                    </a:extLst>
                  </p:cNvPr>
                  <p:cNvSpPr/>
                  <p:nvPr/>
                </p:nvSpPr>
                <p:spPr>
                  <a:xfrm>
                    <a:off x="7323608" y="2707704"/>
                    <a:ext cx="174128" cy="183505"/>
                  </a:xfrm>
                  <a:custGeom>
                    <a:avLst/>
                    <a:gdLst>
                      <a:gd name="connsiteX0" fmla="*/ 174129 w 174128"/>
                      <a:gd name="connsiteY0" fmla="*/ 0 h 183505"/>
                      <a:gd name="connsiteX1" fmla="*/ 174129 w 174128"/>
                      <a:gd name="connsiteY1" fmla="*/ 177478 h 183505"/>
                      <a:gd name="connsiteX2" fmla="*/ 0 w 174128"/>
                      <a:gd name="connsiteY2" fmla="*/ 183505 h 183505"/>
                      <a:gd name="connsiteX3" fmla="*/ 0 w 174128"/>
                      <a:gd name="connsiteY3" fmla="*/ 6028 h 183505"/>
                      <a:gd name="connsiteX4" fmla="*/ 174129 w 174128"/>
                      <a:gd name="connsiteY4" fmla="*/ 0 h 1835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128" h="183505">
                        <a:moveTo>
                          <a:pt x="174129" y="0"/>
                        </a:moveTo>
                        <a:lnTo>
                          <a:pt x="174129" y="177478"/>
                        </a:lnTo>
                        <a:lnTo>
                          <a:pt x="0" y="183505"/>
                        </a:lnTo>
                        <a:lnTo>
                          <a:pt x="0" y="6028"/>
                        </a:lnTo>
                        <a:lnTo>
                          <a:pt x="174129" y="0"/>
                        </a:lnTo>
                        <a:close/>
                      </a:path>
                    </a:pathLst>
                  </a:custGeom>
                  <a:noFill/>
                  <a:ln w="3349" cap="flat">
                    <a:solidFill>
                      <a:srgbClr val="282727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25" name="任意多边形: 形状 3624">
                    <a:extLst>
                      <a:ext uri="{FF2B5EF4-FFF2-40B4-BE49-F238E27FC236}">
                        <a16:creationId xmlns:a16="http://schemas.microsoft.com/office/drawing/2014/main" id="{D1042077-1154-B6BD-345F-ABB7EFB52C01}"/>
                      </a:ext>
                    </a:extLst>
                  </p:cNvPr>
                  <p:cNvSpPr/>
                  <p:nvPr/>
                </p:nvSpPr>
                <p:spPr>
                  <a:xfrm>
                    <a:off x="7144122" y="2425079"/>
                    <a:ext cx="6697" cy="243780"/>
                  </a:xfrm>
                  <a:custGeom>
                    <a:avLst/>
                    <a:gdLst>
                      <a:gd name="connsiteX0" fmla="*/ 0 w 6697"/>
                      <a:gd name="connsiteY0" fmla="*/ 0 h 243780"/>
                      <a:gd name="connsiteX1" fmla="*/ 0 w 6697"/>
                      <a:gd name="connsiteY1" fmla="*/ 243780 h 2437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3780">
                        <a:moveTo>
                          <a:pt x="0" y="0"/>
                        </a:moveTo>
                        <a:lnTo>
                          <a:pt x="0" y="243780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26" name="任意多边形: 形状 3625">
                    <a:extLst>
                      <a:ext uri="{FF2B5EF4-FFF2-40B4-BE49-F238E27FC236}">
                        <a16:creationId xmlns:a16="http://schemas.microsoft.com/office/drawing/2014/main" id="{63A22728-C983-DB69-5EA8-1273CB46C452}"/>
                      </a:ext>
                    </a:extLst>
                  </p:cNvPr>
                  <p:cNvSpPr/>
                  <p:nvPr/>
                </p:nvSpPr>
                <p:spPr>
                  <a:xfrm>
                    <a:off x="7137424" y="2425079"/>
                    <a:ext cx="6697" cy="243780"/>
                  </a:xfrm>
                  <a:custGeom>
                    <a:avLst/>
                    <a:gdLst>
                      <a:gd name="connsiteX0" fmla="*/ 0 w 6697"/>
                      <a:gd name="connsiteY0" fmla="*/ 0 h 243780"/>
                      <a:gd name="connsiteX1" fmla="*/ 0 w 6697"/>
                      <a:gd name="connsiteY1" fmla="*/ 243780 h 2437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3780">
                        <a:moveTo>
                          <a:pt x="0" y="0"/>
                        </a:moveTo>
                        <a:lnTo>
                          <a:pt x="0" y="243780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27" name="任意多边形: 形状 3626">
                    <a:extLst>
                      <a:ext uri="{FF2B5EF4-FFF2-40B4-BE49-F238E27FC236}">
                        <a16:creationId xmlns:a16="http://schemas.microsoft.com/office/drawing/2014/main" id="{A46893D6-815A-529E-D655-D3A23DF66F2F}"/>
                      </a:ext>
                    </a:extLst>
                  </p:cNvPr>
                  <p:cNvSpPr/>
                  <p:nvPr/>
                </p:nvSpPr>
                <p:spPr>
                  <a:xfrm>
                    <a:off x="7351737" y="2407666"/>
                    <a:ext cx="6697" cy="247798"/>
                  </a:xfrm>
                  <a:custGeom>
                    <a:avLst/>
                    <a:gdLst>
                      <a:gd name="connsiteX0" fmla="*/ 0 w 6697"/>
                      <a:gd name="connsiteY0" fmla="*/ 0 h 247798"/>
                      <a:gd name="connsiteX1" fmla="*/ 0 w 6697"/>
                      <a:gd name="connsiteY1" fmla="*/ 247799 h 2477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7798">
                        <a:moveTo>
                          <a:pt x="0" y="0"/>
                        </a:moveTo>
                        <a:lnTo>
                          <a:pt x="0" y="247799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28" name="任意多边形: 形状 3627">
                    <a:extLst>
                      <a:ext uri="{FF2B5EF4-FFF2-40B4-BE49-F238E27FC236}">
                        <a16:creationId xmlns:a16="http://schemas.microsoft.com/office/drawing/2014/main" id="{9F3E3B12-D881-2F9A-17ED-440BEE664798}"/>
                      </a:ext>
                    </a:extLst>
                  </p:cNvPr>
                  <p:cNvSpPr/>
                  <p:nvPr/>
                </p:nvSpPr>
                <p:spPr>
                  <a:xfrm>
                    <a:off x="7345040" y="2407666"/>
                    <a:ext cx="6697" cy="247798"/>
                  </a:xfrm>
                  <a:custGeom>
                    <a:avLst/>
                    <a:gdLst>
                      <a:gd name="connsiteX0" fmla="*/ 0 w 6697"/>
                      <a:gd name="connsiteY0" fmla="*/ 0 h 247798"/>
                      <a:gd name="connsiteX1" fmla="*/ 0 w 6697"/>
                      <a:gd name="connsiteY1" fmla="*/ 247799 h 2477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7798">
                        <a:moveTo>
                          <a:pt x="0" y="0"/>
                        </a:moveTo>
                        <a:lnTo>
                          <a:pt x="0" y="247799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580" name="任意多边形: 形状 3579">
                  <a:extLst>
                    <a:ext uri="{FF2B5EF4-FFF2-40B4-BE49-F238E27FC236}">
                      <a16:creationId xmlns:a16="http://schemas.microsoft.com/office/drawing/2014/main" id="{470B217A-C2C7-E8DC-95B9-D018861662E0}"/>
                    </a:ext>
                  </a:extLst>
                </p:cNvPr>
                <p:cNvSpPr/>
                <p:nvPr/>
              </p:nvSpPr>
              <p:spPr>
                <a:xfrm>
                  <a:off x="7067103" y="2294483"/>
                  <a:ext cx="409872" cy="99119"/>
                </a:xfrm>
                <a:custGeom>
                  <a:avLst/>
                  <a:gdLst>
                    <a:gd name="connsiteX0" fmla="*/ 0 w 409872"/>
                    <a:gd name="connsiteY0" fmla="*/ 32147 h 99119"/>
                    <a:gd name="connsiteX1" fmla="*/ 0 w 409872"/>
                    <a:gd name="connsiteY1" fmla="*/ 99119 h 99119"/>
                    <a:gd name="connsiteX2" fmla="*/ 8706 w 409872"/>
                    <a:gd name="connsiteY2" fmla="*/ 98450 h 99119"/>
                    <a:gd name="connsiteX3" fmla="*/ 8706 w 409872"/>
                    <a:gd name="connsiteY3" fmla="*/ 72330 h 99119"/>
                    <a:gd name="connsiteX4" fmla="*/ 32817 w 409872"/>
                    <a:gd name="connsiteY4" fmla="*/ 69652 h 99119"/>
                    <a:gd name="connsiteX5" fmla="*/ 38844 w 409872"/>
                    <a:gd name="connsiteY5" fmla="*/ 64963 h 99119"/>
                    <a:gd name="connsiteX6" fmla="*/ 42863 w 409872"/>
                    <a:gd name="connsiteY6" fmla="*/ 58936 h 99119"/>
                    <a:gd name="connsiteX7" fmla="*/ 44202 w 409872"/>
                    <a:gd name="connsiteY7" fmla="*/ 49560 h 99119"/>
                    <a:gd name="connsiteX8" fmla="*/ 42863 w 409872"/>
                    <a:gd name="connsiteY8" fmla="*/ 40184 h 99119"/>
                    <a:gd name="connsiteX9" fmla="*/ 38844 w 409872"/>
                    <a:gd name="connsiteY9" fmla="*/ 34156 h 99119"/>
                    <a:gd name="connsiteX10" fmla="*/ 32817 w 409872"/>
                    <a:gd name="connsiteY10" fmla="*/ 30807 h 99119"/>
                    <a:gd name="connsiteX11" fmla="*/ 0 w 409872"/>
                    <a:gd name="connsiteY11" fmla="*/ 32147 h 99119"/>
                    <a:gd name="connsiteX12" fmla="*/ 8706 w 409872"/>
                    <a:gd name="connsiteY12" fmla="*/ 40184 h 99119"/>
                    <a:gd name="connsiteX13" fmla="*/ 28798 w 409872"/>
                    <a:gd name="connsiteY13" fmla="*/ 39514 h 99119"/>
                    <a:gd name="connsiteX14" fmla="*/ 34826 w 409872"/>
                    <a:gd name="connsiteY14" fmla="*/ 44202 h 99119"/>
                    <a:gd name="connsiteX15" fmla="*/ 35495 w 409872"/>
                    <a:gd name="connsiteY15" fmla="*/ 50229 h 99119"/>
                    <a:gd name="connsiteX16" fmla="*/ 34826 w 409872"/>
                    <a:gd name="connsiteY16" fmla="*/ 55587 h 99119"/>
                    <a:gd name="connsiteX17" fmla="*/ 28798 w 409872"/>
                    <a:gd name="connsiteY17" fmla="*/ 61615 h 99119"/>
                    <a:gd name="connsiteX18" fmla="*/ 8706 w 409872"/>
                    <a:gd name="connsiteY18" fmla="*/ 63624 h 99119"/>
                    <a:gd name="connsiteX19" fmla="*/ 8706 w 409872"/>
                    <a:gd name="connsiteY19" fmla="*/ 40184 h 99119"/>
                    <a:gd name="connsiteX20" fmla="*/ 77688 w 409872"/>
                    <a:gd name="connsiteY20" fmla="*/ 24780 h 99119"/>
                    <a:gd name="connsiteX21" fmla="*/ 69652 w 409872"/>
                    <a:gd name="connsiteY21" fmla="*/ 26789 h 99119"/>
                    <a:gd name="connsiteX22" fmla="*/ 56927 w 409872"/>
                    <a:gd name="connsiteY22" fmla="*/ 36835 h 99119"/>
                    <a:gd name="connsiteX23" fmla="*/ 51569 w 409872"/>
                    <a:gd name="connsiteY23" fmla="*/ 47551 h 99119"/>
                    <a:gd name="connsiteX24" fmla="*/ 50229 w 409872"/>
                    <a:gd name="connsiteY24" fmla="*/ 62284 h 99119"/>
                    <a:gd name="connsiteX25" fmla="*/ 50899 w 409872"/>
                    <a:gd name="connsiteY25" fmla="*/ 72330 h 99119"/>
                    <a:gd name="connsiteX26" fmla="*/ 56927 w 409872"/>
                    <a:gd name="connsiteY26" fmla="*/ 86395 h 99119"/>
                    <a:gd name="connsiteX27" fmla="*/ 69652 w 409872"/>
                    <a:gd name="connsiteY27" fmla="*/ 94431 h 99119"/>
                    <a:gd name="connsiteX28" fmla="*/ 77688 w 409872"/>
                    <a:gd name="connsiteY28" fmla="*/ 95101 h 99119"/>
                    <a:gd name="connsiteX29" fmla="*/ 85725 w 409872"/>
                    <a:gd name="connsiteY29" fmla="*/ 93762 h 99119"/>
                    <a:gd name="connsiteX30" fmla="*/ 98450 w 409872"/>
                    <a:gd name="connsiteY30" fmla="*/ 83716 h 99119"/>
                    <a:gd name="connsiteX31" fmla="*/ 103808 w 409872"/>
                    <a:gd name="connsiteY31" fmla="*/ 73000 h 99119"/>
                    <a:gd name="connsiteX32" fmla="*/ 105817 w 409872"/>
                    <a:gd name="connsiteY32" fmla="*/ 58266 h 99119"/>
                    <a:gd name="connsiteX33" fmla="*/ 105147 w 409872"/>
                    <a:gd name="connsiteY33" fmla="*/ 47551 h 99119"/>
                    <a:gd name="connsiteX34" fmla="*/ 98450 w 409872"/>
                    <a:gd name="connsiteY34" fmla="*/ 33486 h 99119"/>
                    <a:gd name="connsiteX35" fmla="*/ 86395 w 409872"/>
                    <a:gd name="connsiteY35" fmla="*/ 25450 h 99119"/>
                    <a:gd name="connsiteX36" fmla="*/ 77688 w 409872"/>
                    <a:gd name="connsiteY36" fmla="*/ 24780 h 99119"/>
                    <a:gd name="connsiteX37" fmla="*/ 77688 w 409872"/>
                    <a:gd name="connsiteY37" fmla="*/ 34156 h 99119"/>
                    <a:gd name="connsiteX38" fmla="*/ 86395 w 409872"/>
                    <a:gd name="connsiteY38" fmla="*/ 34826 h 99119"/>
                    <a:gd name="connsiteX39" fmla="*/ 91753 w 409872"/>
                    <a:gd name="connsiteY39" fmla="*/ 40184 h 99119"/>
                    <a:gd name="connsiteX40" fmla="*/ 95771 w 409872"/>
                    <a:gd name="connsiteY40" fmla="*/ 47551 h 99119"/>
                    <a:gd name="connsiteX41" fmla="*/ 97110 w 409872"/>
                    <a:gd name="connsiteY41" fmla="*/ 58936 h 99119"/>
                    <a:gd name="connsiteX42" fmla="*/ 95771 w 409872"/>
                    <a:gd name="connsiteY42" fmla="*/ 70321 h 99119"/>
                    <a:gd name="connsiteX43" fmla="*/ 91753 w 409872"/>
                    <a:gd name="connsiteY43" fmla="*/ 78358 h 99119"/>
                    <a:gd name="connsiteX44" fmla="*/ 85725 w 409872"/>
                    <a:gd name="connsiteY44" fmla="*/ 83716 h 99119"/>
                    <a:gd name="connsiteX45" fmla="*/ 77688 w 409872"/>
                    <a:gd name="connsiteY45" fmla="*/ 86395 h 99119"/>
                    <a:gd name="connsiteX46" fmla="*/ 69652 w 409872"/>
                    <a:gd name="connsiteY46" fmla="*/ 85055 h 99119"/>
                    <a:gd name="connsiteX47" fmla="*/ 63624 w 409872"/>
                    <a:gd name="connsiteY47" fmla="*/ 79697 h 99119"/>
                    <a:gd name="connsiteX48" fmla="*/ 60275 w 409872"/>
                    <a:gd name="connsiteY48" fmla="*/ 72330 h 99119"/>
                    <a:gd name="connsiteX49" fmla="*/ 58936 w 409872"/>
                    <a:gd name="connsiteY49" fmla="*/ 61615 h 99119"/>
                    <a:gd name="connsiteX50" fmla="*/ 60275 w 409872"/>
                    <a:gd name="connsiteY50" fmla="*/ 50229 h 99119"/>
                    <a:gd name="connsiteX51" fmla="*/ 63624 w 409872"/>
                    <a:gd name="connsiteY51" fmla="*/ 42193 h 99119"/>
                    <a:gd name="connsiteX52" fmla="*/ 69652 w 409872"/>
                    <a:gd name="connsiteY52" fmla="*/ 36165 h 99119"/>
                    <a:gd name="connsiteX53" fmla="*/ 77688 w 409872"/>
                    <a:gd name="connsiteY53" fmla="*/ 34156 h 99119"/>
                    <a:gd name="connsiteX54" fmla="*/ 109165 w 409872"/>
                    <a:gd name="connsiteY54" fmla="*/ 23440 h 99119"/>
                    <a:gd name="connsiteX55" fmla="*/ 125909 w 409872"/>
                    <a:gd name="connsiteY55" fmla="*/ 91083 h 99119"/>
                    <a:gd name="connsiteX56" fmla="*/ 135285 w 409872"/>
                    <a:gd name="connsiteY56" fmla="*/ 90413 h 99119"/>
                    <a:gd name="connsiteX57" fmla="*/ 147340 w 409872"/>
                    <a:gd name="connsiteY57" fmla="*/ 36165 h 99119"/>
                    <a:gd name="connsiteX58" fmla="*/ 159395 w 409872"/>
                    <a:gd name="connsiteY58" fmla="*/ 89074 h 99119"/>
                    <a:gd name="connsiteX59" fmla="*/ 168101 w 409872"/>
                    <a:gd name="connsiteY59" fmla="*/ 88404 h 99119"/>
                    <a:gd name="connsiteX60" fmla="*/ 184844 w 409872"/>
                    <a:gd name="connsiteY60" fmla="*/ 17413 h 99119"/>
                    <a:gd name="connsiteX61" fmla="*/ 174798 w 409872"/>
                    <a:gd name="connsiteY61" fmla="*/ 18082 h 99119"/>
                    <a:gd name="connsiteX62" fmla="*/ 164083 w 409872"/>
                    <a:gd name="connsiteY62" fmla="*/ 73000 h 99119"/>
                    <a:gd name="connsiteX63" fmla="*/ 152028 w 409872"/>
                    <a:gd name="connsiteY63" fmla="*/ 20092 h 99119"/>
                    <a:gd name="connsiteX64" fmla="*/ 142652 w 409872"/>
                    <a:gd name="connsiteY64" fmla="*/ 20762 h 99119"/>
                    <a:gd name="connsiteX65" fmla="*/ 130597 w 409872"/>
                    <a:gd name="connsiteY65" fmla="*/ 75679 h 99119"/>
                    <a:gd name="connsiteX66" fmla="*/ 119211 w 409872"/>
                    <a:gd name="connsiteY66" fmla="*/ 22771 h 99119"/>
                    <a:gd name="connsiteX67" fmla="*/ 109165 w 409872"/>
                    <a:gd name="connsiteY67" fmla="*/ 23440 h 99119"/>
                    <a:gd name="connsiteX68" fmla="*/ 190872 w 409872"/>
                    <a:gd name="connsiteY68" fmla="*/ 17413 h 99119"/>
                    <a:gd name="connsiteX69" fmla="*/ 190872 w 409872"/>
                    <a:gd name="connsiteY69" fmla="*/ 86395 h 99119"/>
                    <a:gd name="connsiteX70" fmla="*/ 199578 w 409872"/>
                    <a:gd name="connsiteY70" fmla="*/ 86395 h 99119"/>
                    <a:gd name="connsiteX71" fmla="*/ 199578 w 409872"/>
                    <a:gd name="connsiteY71" fmla="*/ 57597 h 99119"/>
                    <a:gd name="connsiteX72" fmla="*/ 215652 w 409872"/>
                    <a:gd name="connsiteY72" fmla="*/ 56257 h 99119"/>
                    <a:gd name="connsiteX73" fmla="*/ 219670 w 409872"/>
                    <a:gd name="connsiteY73" fmla="*/ 56927 h 99119"/>
                    <a:gd name="connsiteX74" fmla="*/ 225028 w 409872"/>
                    <a:gd name="connsiteY74" fmla="*/ 60945 h 99119"/>
                    <a:gd name="connsiteX75" fmla="*/ 229047 w 409872"/>
                    <a:gd name="connsiteY75" fmla="*/ 84386 h 99119"/>
                    <a:gd name="connsiteX76" fmla="*/ 238423 w 409872"/>
                    <a:gd name="connsiteY76" fmla="*/ 83716 h 99119"/>
                    <a:gd name="connsiteX77" fmla="*/ 233065 w 409872"/>
                    <a:gd name="connsiteY77" fmla="*/ 56257 h 99119"/>
                    <a:gd name="connsiteX78" fmla="*/ 225698 w 409872"/>
                    <a:gd name="connsiteY78" fmla="*/ 50899 h 99119"/>
                    <a:gd name="connsiteX79" fmla="*/ 229716 w 409872"/>
                    <a:gd name="connsiteY79" fmla="*/ 47551 h 99119"/>
                    <a:gd name="connsiteX80" fmla="*/ 235074 w 409872"/>
                    <a:gd name="connsiteY80" fmla="*/ 38844 h 99119"/>
                    <a:gd name="connsiteX81" fmla="*/ 234404 w 409872"/>
                    <a:gd name="connsiteY81" fmla="*/ 24780 h 99119"/>
                    <a:gd name="connsiteX82" fmla="*/ 230386 w 409872"/>
                    <a:gd name="connsiteY82" fmla="*/ 18752 h 99119"/>
                    <a:gd name="connsiteX83" fmla="*/ 224358 w 409872"/>
                    <a:gd name="connsiteY83" fmla="*/ 16073 h 99119"/>
                    <a:gd name="connsiteX84" fmla="*/ 216322 w 409872"/>
                    <a:gd name="connsiteY84" fmla="*/ 15404 h 99119"/>
                    <a:gd name="connsiteX85" fmla="*/ 190872 w 409872"/>
                    <a:gd name="connsiteY85" fmla="*/ 17413 h 99119"/>
                    <a:gd name="connsiteX86" fmla="*/ 199578 w 409872"/>
                    <a:gd name="connsiteY86" fmla="*/ 25450 h 99119"/>
                    <a:gd name="connsiteX87" fmla="*/ 221010 w 409872"/>
                    <a:gd name="connsiteY87" fmla="*/ 24780 h 99119"/>
                    <a:gd name="connsiteX88" fmla="*/ 226368 w 409872"/>
                    <a:gd name="connsiteY88" fmla="*/ 29468 h 99119"/>
                    <a:gd name="connsiteX89" fmla="*/ 227037 w 409872"/>
                    <a:gd name="connsiteY89" fmla="*/ 34826 h 99119"/>
                    <a:gd name="connsiteX90" fmla="*/ 226368 w 409872"/>
                    <a:gd name="connsiteY90" fmla="*/ 40184 h 99119"/>
                    <a:gd name="connsiteX91" fmla="*/ 220340 w 409872"/>
                    <a:gd name="connsiteY91" fmla="*/ 46211 h 99119"/>
                    <a:gd name="connsiteX92" fmla="*/ 199578 w 409872"/>
                    <a:gd name="connsiteY92" fmla="*/ 48220 h 99119"/>
                    <a:gd name="connsiteX93" fmla="*/ 199578 w 409872"/>
                    <a:gd name="connsiteY93" fmla="*/ 25450 h 99119"/>
                    <a:gd name="connsiteX94" fmla="*/ 326157 w 409872"/>
                    <a:gd name="connsiteY94" fmla="*/ 5358 h 99119"/>
                    <a:gd name="connsiteX95" fmla="*/ 310753 w 409872"/>
                    <a:gd name="connsiteY95" fmla="*/ 10716 h 99119"/>
                    <a:gd name="connsiteX96" fmla="*/ 305395 w 409872"/>
                    <a:gd name="connsiteY96" fmla="*/ 17413 h 99119"/>
                    <a:gd name="connsiteX97" fmla="*/ 298698 w 409872"/>
                    <a:gd name="connsiteY97" fmla="*/ 33486 h 99119"/>
                    <a:gd name="connsiteX98" fmla="*/ 298028 w 409872"/>
                    <a:gd name="connsiteY98" fmla="*/ 44202 h 99119"/>
                    <a:gd name="connsiteX99" fmla="*/ 298698 w 409872"/>
                    <a:gd name="connsiteY99" fmla="*/ 54917 h 99119"/>
                    <a:gd name="connsiteX100" fmla="*/ 305395 w 409872"/>
                    <a:gd name="connsiteY100" fmla="*/ 70321 h 99119"/>
                    <a:gd name="connsiteX101" fmla="*/ 317451 w 409872"/>
                    <a:gd name="connsiteY101" fmla="*/ 78358 h 99119"/>
                    <a:gd name="connsiteX102" fmla="*/ 326157 w 409872"/>
                    <a:gd name="connsiteY102" fmla="*/ 79028 h 99119"/>
                    <a:gd name="connsiteX103" fmla="*/ 340891 w 409872"/>
                    <a:gd name="connsiteY103" fmla="*/ 73670 h 99119"/>
                    <a:gd name="connsiteX104" fmla="*/ 346918 w 409872"/>
                    <a:gd name="connsiteY104" fmla="*/ 67642 h 99119"/>
                    <a:gd name="connsiteX105" fmla="*/ 352946 w 409872"/>
                    <a:gd name="connsiteY105" fmla="*/ 50899 h 99119"/>
                    <a:gd name="connsiteX106" fmla="*/ 353616 w 409872"/>
                    <a:gd name="connsiteY106" fmla="*/ 40184 h 99119"/>
                    <a:gd name="connsiteX107" fmla="*/ 352946 w 409872"/>
                    <a:gd name="connsiteY107" fmla="*/ 29468 h 99119"/>
                    <a:gd name="connsiteX108" fmla="*/ 346918 w 409872"/>
                    <a:gd name="connsiteY108" fmla="*/ 14064 h 99119"/>
                    <a:gd name="connsiteX109" fmla="*/ 340891 w 409872"/>
                    <a:gd name="connsiteY109" fmla="*/ 8706 h 99119"/>
                    <a:gd name="connsiteX110" fmla="*/ 334194 w 409872"/>
                    <a:gd name="connsiteY110" fmla="*/ 5358 h 99119"/>
                    <a:gd name="connsiteX111" fmla="*/ 326157 w 409872"/>
                    <a:gd name="connsiteY111" fmla="*/ 5358 h 99119"/>
                    <a:gd name="connsiteX112" fmla="*/ 326157 w 409872"/>
                    <a:gd name="connsiteY112" fmla="*/ 14734 h 99119"/>
                    <a:gd name="connsiteX113" fmla="*/ 336203 w 409872"/>
                    <a:gd name="connsiteY113" fmla="*/ 17413 h 99119"/>
                    <a:gd name="connsiteX114" fmla="*/ 343570 w 409872"/>
                    <a:gd name="connsiteY114" fmla="*/ 28798 h 99119"/>
                    <a:gd name="connsiteX115" fmla="*/ 344909 w 409872"/>
                    <a:gd name="connsiteY115" fmla="*/ 40853 h 99119"/>
                    <a:gd name="connsiteX116" fmla="*/ 343570 w 409872"/>
                    <a:gd name="connsiteY116" fmla="*/ 52908 h 99119"/>
                    <a:gd name="connsiteX117" fmla="*/ 340221 w 409872"/>
                    <a:gd name="connsiteY117" fmla="*/ 61615 h 99119"/>
                    <a:gd name="connsiteX118" fmla="*/ 334194 w 409872"/>
                    <a:gd name="connsiteY118" fmla="*/ 67642 h 99119"/>
                    <a:gd name="connsiteX119" fmla="*/ 326157 w 409872"/>
                    <a:gd name="connsiteY119" fmla="*/ 69652 h 99119"/>
                    <a:gd name="connsiteX120" fmla="*/ 317451 w 409872"/>
                    <a:gd name="connsiteY120" fmla="*/ 68312 h 99119"/>
                    <a:gd name="connsiteX121" fmla="*/ 311423 w 409872"/>
                    <a:gd name="connsiteY121" fmla="*/ 62954 h 99119"/>
                    <a:gd name="connsiteX122" fmla="*/ 308074 w 409872"/>
                    <a:gd name="connsiteY122" fmla="*/ 54917 h 99119"/>
                    <a:gd name="connsiteX123" fmla="*/ 306735 w 409872"/>
                    <a:gd name="connsiteY123" fmla="*/ 43532 h 99119"/>
                    <a:gd name="connsiteX124" fmla="*/ 308074 w 409872"/>
                    <a:gd name="connsiteY124" fmla="*/ 32147 h 99119"/>
                    <a:gd name="connsiteX125" fmla="*/ 311423 w 409872"/>
                    <a:gd name="connsiteY125" fmla="*/ 23440 h 99119"/>
                    <a:gd name="connsiteX126" fmla="*/ 318120 w 409872"/>
                    <a:gd name="connsiteY126" fmla="*/ 17413 h 99119"/>
                    <a:gd name="connsiteX127" fmla="*/ 326157 w 409872"/>
                    <a:gd name="connsiteY127" fmla="*/ 14734 h 99119"/>
                    <a:gd name="connsiteX128" fmla="*/ 362992 w 409872"/>
                    <a:gd name="connsiteY128" fmla="*/ 3349 h 99119"/>
                    <a:gd name="connsiteX129" fmla="*/ 362992 w 409872"/>
                    <a:gd name="connsiteY129" fmla="*/ 75679 h 99119"/>
                    <a:gd name="connsiteX130" fmla="*/ 371698 w 409872"/>
                    <a:gd name="connsiteY130" fmla="*/ 75009 h 99119"/>
                    <a:gd name="connsiteX131" fmla="*/ 371698 w 409872"/>
                    <a:gd name="connsiteY131" fmla="*/ 20762 h 99119"/>
                    <a:gd name="connsiteX132" fmla="*/ 401836 w 409872"/>
                    <a:gd name="connsiteY132" fmla="*/ 73000 h 99119"/>
                    <a:gd name="connsiteX133" fmla="*/ 409873 w 409872"/>
                    <a:gd name="connsiteY133" fmla="*/ 72330 h 99119"/>
                    <a:gd name="connsiteX134" fmla="*/ 409873 w 409872"/>
                    <a:gd name="connsiteY134" fmla="*/ 0 h 99119"/>
                    <a:gd name="connsiteX135" fmla="*/ 401166 w 409872"/>
                    <a:gd name="connsiteY135" fmla="*/ 670 h 99119"/>
                    <a:gd name="connsiteX136" fmla="*/ 401166 w 409872"/>
                    <a:gd name="connsiteY136" fmla="*/ 54248 h 99119"/>
                    <a:gd name="connsiteX137" fmla="*/ 371698 w 409872"/>
                    <a:gd name="connsiteY137" fmla="*/ 2679 h 99119"/>
                    <a:gd name="connsiteX138" fmla="*/ 362992 w 409872"/>
                    <a:gd name="connsiteY138" fmla="*/ 3349 h 99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</a:cxnLst>
                  <a:rect l="l" t="t" r="r" b="b"/>
                  <a:pathLst>
                    <a:path w="409872" h="99119">
                      <a:moveTo>
                        <a:pt x="0" y="32147"/>
                      </a:moveTo>
                      <a:lnTo>
                        <a:pt x="0" y="99119"/>
                      </a:lnTo>
                      <a:lnTo>
                        <a:pt x="8706" y="98450"/>
                      </a:lnTo>
                      <a:lnTo>
                        <a:pt x="8706" y="72330"/>
                      </a:lnTo>
                      <a:lnTo>
                        <a:pt x="32817" y="69652"/>
                      </a:lnTo>
                      <a:lnTo>
                        <a:pt x="38844" y="64963"/>
                      </a:lnTo>
                      <a:lnTo>
                        <a:pt x="42863" y="58936"/>
                      </a:lnTo>
                      <a:lnTo>
                        <a:pt x="44202" y="49560"/>
                      </a:lnTo>
                      <a:lnTo>
                        <a:pt x="42863" y="40184"/>
                      </a:lnTo>
                      <a:lnTo>
                        <a:pt x="38844" y="34156"/>
                      </a:lnTo>
                      <a:lnTo>
                        <a:pt x="32817" y="30807"/>
                      </a:lnTo>
                      <a:lnTo>
                        <a:pt x="0" y="32147"/>
                      </a:lnTo>
                      <a:close/>
                      <a:moveTo>
                        <a:pt x="8706" y="40184"/>
                      </a:moveTo>
                      <a:lnTo>
                        <a:pt x="28798" y="39514"/>
                      </a:lnTo>
                      <a:lnTo>
                        <a:pt x="34826" y="44202"/>
                      </a:lnTo>
                      <a:lnTo>
                        <a:pt x="35495" y="50229"/>
                      </a:lnTo>
                      <a:lnTo>
                        <a:pt x="34826" y="55587"/>
                      </a:lnTo>
                      <a:lnTo>
                        <a:pt x="28798" y="61615"/>
                      </a:lnTo>
                      <a:lnTo>
                        <a:pt x="8706" y="63624"/>
                      </a:lnTo>
                      <a:lnTo>
                        <a:pt x="8706" y="40184"/>
                      </a:lnTo>
                      <a:close/>
                      <a:moveTo>
                        <a:pt x="77688" y="24780"/>
                      </a:moveTo>
                      <a:lnTo>
                        <a:pt x="69652" y="26789"/>
                      </a:lnTo>
                      <a:lnTo>
                        <a:pt x="56927" y="36835"/>
                      </a:lnTo>
                      <a:lnTo>
                        <a:pt x="51569" y="47551"/>
                      </a:lnTo>
                      <a:lnTo>
                        <a:pt x="50229" y="62284"/>
                      </a:lnTo>
                      <a:lnTo>
                        <a:pt x="50899" y="72330"/>
                      </a:lnTo>
                      <a:lnTo>
                        <a:pt x="56927" y="86395"/>
                      </a:lnTo>
                      <a:lnTo>
                        <a:pt x="69652" y="94431"/>
                      </a:lnTo>
                      <a:lnTo>
                        <a:pt x="77688" y="95101"/>
                      </a:lnTo>
                      <a:lnTo>
                        <a:pt x="85725" y="93762"/>
                      </a:lnTo>
                      <a:lnTo>
                        <a:pt x="98450" y="83716"/>
                      </a:lnTo>
                      <a:lnTo>
                        <a:pt x="103808" y="73000"/>
                      </a:lnTo>
                      <a:lnTo>
                        <a:pt x="105817" y="58266"/>
                      </a:lnTo>
                      <a:lnTo>
                        <a:pt x="105147" y="47551"/>
                      </a:lnTo>
                      <a:lnTo>
                        <a:pt x="98450" y="33486"/>
                      </a:lnTo>
                      <a:lnTo>
                        <a:pt x="86395" y="25450"/>
                      </a:lnTo>
                      <a:lnTo>
                        <a:pt x="77688" y="24780"/>
                      </a:lnTo>
                      <a:close/>
                      <a:moveTo>
                        <a:pt x="77688" y="34156"/>
                      </a:moveTo>
                      <a:lnTo>
                        <a:pt x="86395" y="34826"/>
                      </a:lnTo>
                      <a:lnTo>
                        <a:pt x="91753" y="40184"/>
                      </a:lnTo>
                      <a:lnTo>
                        <a:pt x="95771" y="47551"/>
                      </a:lnTo>
                      <a:lnTo>
                        <a:pt x="97110" y="58936"/>
                      </a:lnTo>
                      <a:lnTo>
                        <a:pt x="95771" y="70321"/>
                      </a:lnTo>
                      <a:lnTo>
                        <a:pt x="91753" y="78358"/>
                      </a:lnTo>
                      <a:lnTo>
                        <a:pt x="85725" y="83716"/>
                      </a:lnTo>
                      <a:lnTo>
                        <a:pt x="77688" y="86395"/>
                      </a:lnTo>
                      <a:lnTo>
                        <a:pt x="69652" y="85055"/>
                      </a:lnTo>
                      <a:lnTo>
                        <a:pt x="63624" y="79697"/>
                      </a:lnTo>
                      <a:lnTo>
                        <a:pt x="60275" y="72330"/>
                      </a:lnTo>
                      <a:lnTo>
                        <a:pt x="58936" y="61615"/>
                      </a:lnTo>
                      <a:lnTo>
                        <a:pt x="60275" y="50229"/>
                      </a:lnTo>
                      <a:lnTo>
                        <a:pt x="63624" y="42193"/>
                      </a:lnTo>
                      <a:lnTo>
                        <a:pt x="69652" y="36165"/>
                      </a:lnTo>
                      <a:lnTo>
                        <a:pt x="77688" y="34156"/>
                      </a:lnTo>
                      <a:close/>
                      <a:moveTo>
                        <a:pt x="109165" y="23440"/>
                      </a:moveTo>
                      <a:lnTo>
                        <a:pt x="125909" y="91083"/>
                      </a:lnTo>
                      <a:lnTo>
                        <a:pt x="135285" y="90413"/>
                      </a:lnTo>
                      <a:lnTo>
                        <a:pt x="147340" y="36165"/>
                      </a:lnTo>
                      <a:lnTo>
                        <a:pt x="159395" y="89074"/>
                      </a:lnTo>
                      <a:lnTo>
                        <a:pt x="168101" y="88404"/>
                      </a:lnTo>
                      <a:lnTo>
                        <a:pt x="184844" y="17413"/>
                      </a:lnTo>
                      <a:lnTo>
                        <a:pt x="174798" y="18082"/>
                      </a:lnTo>
                      <a:lnTo>
                        <a:pt x="164083" y="73000"/>
                      </a:lnTo>
                      <a:lnTo>
                        <a:pt x="152028" y="20092"/>
                      </a:lnTo>
                      <a:lnTo>
                        <a:pt x="142652" y="20762"/>
                      </a:lnTo>
                      <a:lnTo>
                        <a:pt x="130597" y="75679"/>
                      </a:lnTo>
                      <a:lnTo>
                        <a:pt x="119211" y="22771"/>
                      </a:lnTo>
                      <a:lnTo>
                        <a:pt x="109165" y="23440"/>
                      </a:lnTo>
                      <a:close/>
                      <a:moveTo>
                        <a:pt x="190872" y="17413"/>
                      </a:moveTo>
                      <a:lnTo>
                        <a:pt x="190872" y="86395"/>
                      </a:lnTo>
                      <a:lnTo>
                        <a:pt x="199578" y="86395"/>
                      </a:lnTo>
                      <a:lnTo>
                        <a:pt x="199578" y="57597"/>
                      </a:lnTo>
                      <a:lnTo>
                        <a:pt x="215652" y="56257"/>
                      </a:lnTo>
                      <a:lnTo>
                        <a:pt x="219670" y="56927"/>
                      </a:lnTo>
                      <a:lnTo>
                        <a:pt x="225028" y="60945"/>
                      </a:lnTo>
                      <a:lnTo>
                        <a:pt x="229047" y="84386"/>
                      </a:lnTo>
                      <a:lnTo>
                        <a:pt x="238423" y="83716"/>
                      </a:lnTo>
                      <a:lnTo>
                        <a:pt x="233065" y="56257"/>
                      </a:lnTo>
                      <a:lnTo>
                        <a:pt x="225698" y="50899"/>
                      </a:lnTo>
                      <a:lnTo>
                        <a:pt x="229716" y="47551"/>
                      </a:lnTo>
                      <a:lnTo>
                        <a:pt x="235074" y="38844"/>
                      </a:lnTo>
                      <a:lnTo>
                        <a:pt x="234404" y="24780"/>
                      </a:lnTo>
                      <a:lnTo>
                        <a:pt x="230386" y="18752"/>
                      </a:lnTo>
                      <a:lnTo>
                        <a:pt x="224358" y="16073"/>
                      </a:lnTo>
                      <a:lnTo>
                        <a:pt x="216322" y="15404"/>
                      </a:lnTo>
                      <a:lnTo>
                        <a:pt x="190872" y="17413"/>
                      </a:lnTo>
                      <a:close/>
                      <a:moveTo>
                        <a:pt x="199578" y="25450"/>
                      </a:moveTo>
                      <a:lnTo>
                        <a:pt x="221010" y="24780"/>
                      </a:lnTo>
                      <a:lnTo>
                        <a:pt x="226368" y="29468"/>
                      </a:lnTo>
                      <a:lnTo>
                        <a:pt x="227037" y="34826"/>
                      </a:lnTo>
                      <a:lnTo>
                        <a:pt x="226368" y="40184"/>
                      </a:lnTo>
                      <a:lnTo>
                        <a:pt x="220340" y="46211"/>
                      </a:lnTo>
                      <a:lnTo>
                        <a:pt x="199578" y="48220"/>
                      </a:lnTo>
                      <a:lnTo>
                        <a:pt x="199578" y="25450"/>
                      </a:lnTo>
                      <a:close/>
                      <a:moveTo>
                        <a:pt x="326157" y="5358"/>
                      </a:moveTo>
                      <a:lnTo>
                        <a:pt x="310753" y="10716"/>
                      </a:lnTo>
                      <a:lnTo>
                        <a:pt x="305395" y="17413"/>
                      </a:lnTo>
                      <a:lnTo>
                        <a:pt x="298698" y="33486"/>
                      </a:lnTo>
                      <a:lnTo>
                        <a:pt x="298028" y="44202"/>
                      </a:lnTo>
                      <a:lnTo>
                        <a:pt x="298698" y="54917"/>
                      </a:lnTo>
                      <a:lnTo>
                        <a:pt x="305395" y="70321"/>
                      </a:lnTo>
                      <a:lnTo>
                        <a:pt x="317451" y="78358"/>
                      </a:lnTo>
                      <a:lnTo>
                        <a:pt x="326157" y="79028"/>
                      </a:lnTo>
                      <a:lnTo>
                        <a:pt x="340891" y="73670"/>
                      </a:lnTo>
                      <a:lnTo>
                        <a:pt x="346918" y="67642"/>
                      </a:lnTo>
                      <a:lnTo>
                        <a:pt x="352946" y="50899"/>
                      </a:lnTo>
                      <a:lnTo>
                        <a:pt x="353616" y="40184"/>
                      </a:lnTo>
                      <a:lnTo>
                        <a:pt x="352946" y="29468"/>
                      </a:lnTo>
                      <a:lnTo>
                        <a:pt x="346918" y="14064"/>
                      </a:lnTo>
                      <a:lnTo>
                        <a:pt x="340891" y="8706"/>
                      </a:lnTo>
                      <a:lnTo>
                        <a:pt x="334194" y="5358"/>
                      </a:lnTo>
                      <a:lnTo>
                        <a:pt x="326157" y="5358"/>
                      </a:lnTo>
                      <a:close/>
                      <a:moveTo>
                        <a:pt x="326157" y="14734"/>
                      </a:moveTo>
                      <a:lnTo>
                        <a:pt x="336203" y="17413"/>
                      </a:lnTo>
                      <a:lnTo>
                        <a:pt x="343570" y="28798"/>
                      </a:lnTo>
                      <a:lnTo>
                        <a:pt x="344909" y="40853"/>
                      </a:lnTo>
                      <a:lnTo>
                        <a:pt x="343570" y="52908"/>
                      </a:lnTo>
                      <a:lnTo>
                        <a:pt x="340221" y="61615"/>
                      </a:lnTo>
                      <a:lnTo>
                        <a:pt x="334194" y="67642"/>
                      </a:lnTo>
                      <a:lnTo>
                        <a:pt x="326157" y="69652"/>
                      </a:lnTo>
                      <a:lnTo>
                        <a:pt x="317451" y="68312"/>
                      </a:lnTo>
                      <a:lnTo>
                        <a:pt x="311423" y="62954"/>
                      </a:lnTo>
                      <a:lnTo>
                        <a:pt x="308074" y="54917"/>
                      </a:lnTo>
                      <a:lnTo>
                        <a:pt x="306735" y="43532"/>
                      </a:lnTo>
                      <a:lnTo>
                        <a:pt x="308074" y="32147"/>
                      </a:lnTo>
                      <a:lnTo>
                        <a:pt x="311423" y="23440"/>
                      </a:lnTo>
                      <a:lnTo>
                        <a:pt x="318120" y="17413"/>
                      </a:lnTo>
                      <a:lnTo>
                        <a:pt x="326157" y="14734"/>
                      </a:lnTo>
                      <a:close/>
                      <a:moveTo>
                        <a:pt x="362992" y="3349"/>
                      </a:moveTo>
                      <a:lnTo>
                        <a:pt x="362992" y="75679"/>
                      </a:lnTo>
                      <a:lnTo>
                        <a:pt x="371698" y="75009"/>
                      </a:lnTo>
                      <a:lnTo>
                        <a:pt x="371698" y="20762"/>
                      </a:lnTo>
                      <a:lnTo>
                        <a:pt x="401836" y="73000"/>
                      </a:lnTo>
                      <a:lnTo>
                        <a:pt x="409873" y="72330"/>
                      </a:lnTo>
                      <a:lnTo>
                        <a:pt x="409873" y="0"/>
                      </a:lnTo>
                      <a:lnTo>
                        <a:pt x="401166" y="670"/>
                      </a:lnTo>
                      <a:lnTo>
                        <a:pt x="401166" y="54248"/>
                      </a:lnTo>
                      <a:lnTo>
                        <a:pt x="371698" y="2679"/>
                      </a:lnTo>
                      <a:lnTo>
                        <a:pt x="362992" y="3349"/>
                      </a:lnTo>
                      <a:close/>
                    </a:path>
                  </a:pathLst>
                </a:custGeom>
                <a:solidFill>
                  <a:srgbClr val="4165DC"/>
                </a:soli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581" name="图形 38">
                  <a:extLst>
                    <a:ext uri="{FF2B5EF4-FFF2-40B4-BE49-F238E27FC236}">
                      <a16:creationId xmlns:a16="http://schemas.microsoft.com/office/drawing/2014/main" id="{39A341B0-1254-0D9F-A796-8FF6152D6D8C}"/>
                    </a:ext>
                  </a:extLst>
                </p:cNvPr>
                <p:cNvGrpSpPr/>
                <p:nvPr/>
              </p:nvGrpSpPr>
              <p:grpSpPr>
                <a:xfrm>
                  <a:off x="7428755" y="2129730"/>
                  <a:ext cx="304725" cy="790277"/>
                  <a:chOff x="7428755" y="2129730"/>
                  <a:chExt cx="304725" cy="790277"/>
                </a:xfrm>
              </p:grpSpPr>
              <p:grpSp>
                <p:nvGrpSpPr>
                  <p:cNvPr id="3596" name="图形 38">
                    <a:extLst>
                      <a:ext uri="{FF2B5EF4-FFF2-40B4-BE49-F238E27FC236}">
                        <a16:creationId xmlns:a16="http://schemas.microsoft.com/office/drawing/2014/main" id="{0559DEF3-6942-5163-F584-66B9489D57F1}"/>
                      </a:ext>
                    </a:extLst>
                  </p:cNvPr>
                  <p:cNvGrpSpPr/>
                  <p:nvPr/>
                </p:nvGrpSpPr>
                <p:grpSpPr>
                  <a:xfrm>
                    <a:off x="7509123" y="2129730"/>
                    <a:ext cx="224358" cy="790277"/>
                    <a:chOff x="7509123" y="2129730"/>
                    <a:chExt cx="224358" cy="790277"/>
                  </a:xfrm>
                </p:grpSpPr>
                <p:grpSp>
                  <p:nvGrpSpPr>
                    <p:cNvPr id="3599" name="图形 38">
                      <a:extLst>
                        <a:ext uri="{FF2B5EF4-FFF2-40B4-BE49-F238E27FC236}">
                          <a16:creationId xmlns:a16="http://schemas.microsoft.com/office/drawing/2014/main" id="{2F59E3E1-D21F-0626-7102-A665D7A2C0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09123" y="2129730"/>
                      <a:ext cx="210963" cy="790277"/>
                      <a:chOff x="7509123" y="2129730"/>
                      <a:chExt cx="210963" cy="790277"/>
                    </a:xfrm>
                  </p:grpSpPr>
                  <p:sp>
                    <p:nvSpPr>
                      <p:cNvPr id="3607" name="任意多边形: 形状 3606">
                        <a:extLst>
                          <a:ext uri="{FF2B5EF4-FFF2-40B4-BE49-F238E27FC236}">
                            <a16:creationId xmlns:a16="http://schemas.microsoft.com/office/drawing/2014/main" id="{13C1ACA4-F4D1-341E-FA1F-D622A97805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9123" y="2129730"/>
                        <a:ext cx="210963" cy="790277"/>
                      </a:xfrm>
                      <a:custGeom>
                        <a:avLst/>
                        <a:gdLst>
                          <a:gd name="connsiteX0" fmla="*/ 0 w 210963"/>
                          <a:gd name="connsiteY0" fmla="*/ 9376 h 790277"/>
                          <a:gd name="connsiteX1" fmla="*/ 210964 w 210963"/>
                          <a:gd name="connsiteY1" fmla="*/ 0 h 790277"/>
                          <a:gd name="connsiteX2" fmla="*/ 210964 w 210963"/>
                          <a:gd name="connsiteY2" fmla="*/ 790277 h 790277"/>
                          <a:gd name="connsiteX3" fmla="*/ 0 w 210963"/>
                          <a:gd name="connsiteY3" fmla="*/ 790277 h 7902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210963" h="790277">
                            <a:moveTo>
                              <a:pt x="0" y="9376"/>
                            </a:moveTo>
                            <a:lnTo>
                              <a:pt x="210964" y="0"/>
                            </a:lnTo>
                            <a:lnTo>
                              <a:pt x="210964" y="790277"/>
                            </a:lnTo>
                            <a:lnTo>
                              <a:pt x="0" y="790277"/>
                            </a:lnTo>
                            <a:close/>
                          </a:path>
                        </a:pathLst>
                      </a:custGeom>
                      <a:solidFill>
                        <a:srgbClr val="AEAFB1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08" name="任意多边形: 形状 3607">
                        <a:extLst>
                          <a:ext uri="{FF2B5EF4-FFF2-40B4-BE49-F238E27FC236}">
                            <a16:creationId xmlns:a16="http://schemas.microsoft.com/office/drawing/2014/main" id="{C03FA28F-3D57-045B-2F7F-2EE5CD741B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9123" y="2129730"/>
                        <a:ext cx="210963" cy="790277"/>
                      </a:xfrm>
                      <a:custGeom>
                        <a:avLst/>
                        <a:gdLst>
                          <a:gd name="connsiteX0" fmla="*/ 0 w 210963"/>
                          <a:gd name="connsiteY0" fmla="*/ 9376 h 790277"/>
                          <a:gd name="connsiteX1" fmla="*/ 210964 w 210963"/>
                          <a:gd name="connsiteY1" fmla="*/ 0 h 790277"/>
                          <a:gd name="connsiteX2" fmla="*/ 210964 w 210963"/>
                          <a:gd name="connsiteY2" fmla="*/ 790277 h 790277"/>
                          <a:gd name="connsiteX3" fmla="*/ 0 w 210963"/>
                          <a:gd name="connsiteY3" fmla="*/ 790277 h 7902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210963" h="790277">
                            <a:moveTo>
                              <a:pt x="0" y="9376"/>
                            </a:moveTo>
                            <a:lnTo>
                              <a:pt x="210964" y="0"/>
                            </a:lnTo>
                            <a:lnTo>
                              <a:pt x="210964" y="790277"/>
                            </a:lnTo>
                            <a:lnTo>
                              <a:pt x="0" y="79027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600" name="任意多边形: 形状 3599">
                      <a:extLst>
                        <a:ext uri="{FF2B5EF4-FFF2-40B4-BE49-F238E27FC236}">
                          <a16:creationId xmlns:a16="http://schemas.microsoft.com/office/drawing/2014/main" id="{99636C79-986F-DE08-AEBF-84757A822F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16738" y="2129730"/>
                      <a:ext cx="16743" cy="790277"/>
                    </a:xfrm>
                    <a:custGeom>
                      <a:avLst/>
                      <a:gdLst>
                        <a:gd name="connsiteX0" fmla="*/ 0 w 16743"/>
                        <a:gd name="connsiteY0" fmla="*/ 0 h 790277"/>
                        <a:gd name="connsiteX1" fmla="*/ 16743 w 16743"/>
                        <a:gd name="connsiteY1" fmla="*/ 3349 h 790277"/>
                        <a:gd name="connsiteX2" fmla="*/ 16743 w 16743"/>
                        <a:gd name="connsiteY2" fmla="*/ 790277 h 790277"/>
                        <a:gd name="connsiteX3" fmla="*/ 0 w 16743"/>
                        <a:gd name="connsiteY3" fmla="*/ 790277 h 7902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6743" h="790277">
                          <a:moveTo>
                            <a:pt x="0" y="0"/>
                          </a:moveTo>
                          <a:lnTo>
                            <a:pt x="16743" y="3349"/>
                          </a:lnTo>
                          <a:lnTo>
                            <a:pt x="16743" y="790277"/>
                          </a:lnTo>
                          <a:lnTo>
                            <a:pt x="0" y="790277"/>
                          </a:lnTo>
                          <a:close/>
                        </a:path>
                      </a:pathLst>
                    </a:custGeom>
                    <a:solidFill>
                      <a:srgbClr val="8D8E9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601" name="图形 38">
                      <a:extLst>
                        <a:ext uri="{FF2B5EF4-FFF2-40B4-BE49-F238E27FC236}">
                          <a16:creationId xmlns:a16="http://schemas.microsoft.com/office/drawing/2014/main" id="{580B4007-23A2-4B01-5757-DE0B56DD7F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29673" y="2190005"/>
                      <a:ext cx="53578" cy="53578"/>
                      <a:chOff x="7629673" y="2190005"/>
                      <a:chExt cx="53578" cy="53578"/>
                    </a:xfrm>
                  </p:grpSpPr>
                  <p:sp>
                    <p:nvSpPr>
                      <p:cNvPr id="3605" name="任意多边形: 形状 3604">
                        <a:extLst>
                          <a:ext uri="{FF2B5EF4-FFF2-40B4-BE49-F238E27FC236}">
                            <a16:creationId xmlns:a16="http://schemas.microsoft.com/office/drawing/2014/main" id="{561C4515-4D56-E05F-98C9-659E956E9E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190005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06" name="任意多边形: 形状 3605">
                        <a:extLst>
                          <a:ext uri="{FF2B5EF4-FFF2-40B4-BE49-F238E27FC236}">
                            <a16:creationId xmlns:a16="http://schemas.microsoft.com/office/drawing/2014/main" id="{35C447DB-4713-619C-14D8-D14651DF1A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190005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602" name="图形 38">
                      <a:extLst>
                        <a:ext uri="{FF2B5EF4-FFF2-40B4-BE49-F238E27FC236}">
                          <a16:creationId xmlns:a16="http://schemas.microsoft.com/office/drawing/2014/main" id="{1BE94259-0DA3-278D-C057-23CA22DFEE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29673" y="2819548"/>
                      <a:ext cx="53578" cy="53578"/>
                      <a:chOff x="7629673" y="2819548"/>
                      <a:chExt cx="53578" cy="53578"/>
                    </a:xfrm>
                  </p:grpSpPr>
                  <p:sp>
                    <p:nvSpPr>
                      <p:cNvPr id="3603" name="任意多边形: 形状 3602">
                        <a:extLst>
                          <a:ext uri="{FF2B5EF4-FFF2-40B4-BE49-F238E27FC236}">
                            <a16:creationId xmlns:a16="http://schemas.microsoft.com/office/drawing/2014/main" id="{9105136E-7BAF-A3D1-B820-AA135BBC7B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819548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04" name="任意多边形: 形状 3603">
                        <a:extLst>
                          <a:ext uri="{FF2B5EF4-FFF2-40B4-BE49-F238E27FC236}">
                            <a16:creationId xmlns:a16="http://schemas.microsoft.com/office/drawing/2014/main" id="{6BA9AF2D-F255-7EFC-291A-A39FD874EE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819548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3597" name="任意多边形: 形状 3596">
                    <a:extLst>
                      <a:ext uri="{FF2B5EF4-FFF2-40B4-BE49-F238E27FC236}">
                        <a16:creationId xmlns:a16="http://schemas.microsoft.com/office/drawing/2014/main" id="{933F7415-9D6D-BC18-3336-84B32830E2B7}"/>
                      </a:ext>
                    </a:extLst>
                  </p:cNvPr>
                  <p:cNvSpPr/>
                  <p:nvPr/>
                </p:nvSpPr>
                <p:spPr>
                  <a:xfrm>
                    <a:off x="7428755" y="2220143"/>
                    <a:ext cx="100458" cy="613469"/>
                  </a:xfrm>
                  <a:custGeom>
                    <a:avLst/>
                    <a:gdLst>
                      <a:gd name="connsiteX0" fmla="*/ 0 w 100458"/>
                      <a:gd name="connsiteY0" fmla="*/ 0 h 613469"/>
                      <a:gd name="connsiteX1" fmla="*/ 100459 w 100458"/>
                      <a:gd name="connsiteY1" fmla="*/ 2679 h 613469"/>
                      <a:gd name="connsiteX2" fmla="*/ 100459 w 100458"/>
                      <a:gd name="connsiteY2" fmla="*/ 613470 h 613469"/>
                      <a:gd name="connsiteX3" fmla="*/ 0 w 100458"/>
                      <a:gd name="connsiteY3" fmla="*/ 604093 h 6134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0458" h="613469">
                        <a:moveTo>
                          <a:pt x="0" y="0"/>
                        </a:moveTo>
                        <a:lnTo>
                          <a:pt x="100459" y="2679"/>
                        </a:lnTo>
                        <a:lnTo>
                          <a:pt x="100459" y="613470"/>
                        </a:lnTo>
                        <a:lnTo>
                          <a:pt x="0" y="604093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696969"/>
                      </a:gs>
                      <a:gs pos="36117">
                        <a:srgbClr val="D1D1D2"/>
                      </a:gs>
                      <a:gs pos="98424">
                        <a:srgbClr val="656668"/>
                      </a:gs>
                      <a:gs pos="100000">
                        <a:srgbClr val="7B7C7E"/>
                      </a:gs>
                    </a:gsLst>
                    <a:lin ang="54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8" name="任意多边形: 形状 3597">
                    <a:extLst>
                      <a:ext uri="{FF2B5EF4-FFF2-40B4-BE49-F238E27FC236}">
                        <a16:creationId xmlns:a16="http://schemas.microsoft.com/office/drawing/2014/main" id="{5893991D-8D55-FA6C-A7DA-7A551D5C667B}"/>
                      </a:ext>
                    </a:extLst>
                  </p:cNvPr>
                  <p:cNvSpPr/>
                  <p:nvPr/>
                </p:nvSpPr>
                <p:spPr>
                  <a:xfrm>
                    <a:off x="7529214" y="2222822"/>
                    <a:ext cx="89073" cy="610790"/>
                  </a:xfrm>
                  <a:custGeom>
                    <a:avLst/>
                    <a:gdLst>
                      <a:gd name="connsiteX0" fmla="*/ 0 w 89073"/>
                      <a:gd name="connsiteY0" fmla="*/ 0 h 610790"/>
                      <a:gd name="connsiteX1" fmla="*/ 89074 w 89073"/>
                      <a:gd name="connsiteY1" fmla="*/ 0 h 610790"/>
                      <a:gd name="connsiteX2" fmla="*/ 89074 w 89073"/>
                      <a:gd name="connsiteY2" fmla="*/ 75679 h 610790"/>
                      <a:gd name="connsiteX3" fmla="*/ 73000 w 89073"/>
                      <a:gd name="connsiteY3" fmla="*/ 63624 h 610790"/>
                      <a:gd name="connsiteX4" fmla="*/ 53578 w 89073"/>
                      <a:gd name="connsiteY4" fmla="*/ 60945 h 610790"/>
                      <a:gd name="connsiteX5" fmla="*/ 44202 w 89073"/>
                      <a:gd name="connsiteY5" fmla="*/ 63624 h 610790"/>
                      <a:gd name="connsiteX6" fmla="*/ 28798 w 89073"/>
                      <a:gd name="connsiteY6" fmla="*/ 75009 h 610790"/>
                      <a:gd name="connsiteX7" fmla="*/ 21431 w 89073"/>
                      <a:gd name="connsiteY7" fmla="*/ 90413 h 610790"/>
                      <a:gd name="connsiteX8" fmla="*/ 20092 w 89073"/>
                      <a:gd name="connsiteY8" fmla="*/ 99120 h 610790"/>
                      <a:gd name="connsiteX9" fmla="*/ 20092 w 89073"/>
                      <a:gd name="connsiteY9" fmla="*/ 523726 h 610790"/>
                      <a:gd name="connsiteX10" fmla="*/ 21431 w 89073"/>
                      <a:gd name="connsiteY10" fmla="*/ 534442 h 610790"/>
                      <a:gd name="connsiteX11" fmla="*/ 25450 w 89073"/>
                      <a:gd name="connsiteY11" fmla="*/ 543818 h 610790"/>
                      <a:gd name="connsiteX12" fmla="*/ 39514 w 89073"/>
                      <a:gd name="connsiteY12" fmla="*/ 557882 h 610790"/>
                      <a:gd name="connsiteX13" fmla="*/ 48890 w 89073"/>
                      <a:gd name="connsiteY13" fmla="*/ 561901 h 610790"/>
                      <a:gd name="connsiteX14" fmla="*/ 59606 w 89073"/>
                      <a:gd name="connsiteY14" fmla="*/ 563240 h 610790"/>
                      <a:gd name="connsiteX15" fmla="*/ 70991 w 89073"/>
                      <a:gd name="connsiteY15" fmla="*/ 561901 h 610790"/>
                      <a:gd name="connsiteX16" fmla="*/ 80367 w 89073"/>
                      <a:gd name="connsiteY16" fmla="*/ 557882 h 610790"/>
                      <a:gd name="connsiteX17" fmla="*/ 89074 w 89073"/>
                      <a:gd name="connsiteY17" fmla="*/ 551185 h 610790"/>
                      <a:gd name="connsiteX18" fmla="*/ 89074 w 89073"/>
                      <a:gd name="connsiteY18" fmla="*/ 601415 h 610790"/>
                      <a:gd name="connsiteX19" fmla="*/ 0 w 89073"/>
                      <a:gd name="connsiteY19" fmla="*/ 610791 h 610790"/>
                      <a:gd name="connsiteX20" fmla="*/ 0 w 89073"/>
                      <a:gd name="connsiteY20" fmla="*/ 0 h 610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89073" h="610790">
                        <a:moveTo>
                          <a:pt x="0" y="0"/>
                        </a:moveTo>
                        <a:lnTo>
                          <a:pt x="89074" y="0"/>
                        </a:lnTo>
                        <a:lnTo>
                          <a:pt x="89074" y="75679"/>
                        </a:lnTo>
                        <a:lnTo>
                          <a:pt x="73000" y="63624"/>
                        </a:lnTo>
                        <a:lnTo>
                          <a:pt x="53578" y="60945"/>
                        </a:lnTo>
                        <a:lnTo>
                          <a:pt x="44202" y="63624"/>
                        </a:lnTo>
                        <a:lnTo>
                          <a:pt x="28798" y="75009"/>
                        </a:lnTo>
                        <a:lnTo>
                          <a:pt x="21431" y="90413"/>
                        </a:lnTo>
                        <a:lnTo>
                          <a:pt x="20092" y="99120"/>
                        </a:lnTo>
                        <a:lnTo>
                          <a:pt x="20092" y="523726"/>
                        </a:lnTo>
                        <a:lnTo>
                          <a:pt x="21431" y="534442"/>
                        </a:lnTo>
                        <a:lnTo>
                          <a:pt x="25450" y="543818"/>
                        </a:lnTo>
                        <a:lnTo>
                          <a:pt x="39514" y="557882"/>
                        </a:lnTo>
                        <a:lnTo>
                          <a:pt x="48890" y="561901"/>
                        </a:lnTo>
                        <a:lnTo>
                          <a:pt x="59606" y="563240"/>
                        </a:lnTo>
                        <a:lnTo>
                          <a:pt x="70991" y="561901"/>
                        </a:lnTo>
                        <a:lnTo>
                          <a:pt x="80367" y="557882"/>
                        </a:lnTo>
                        <a:lnTo>
                          <a:pt x="89074" y="551185"/>
                        </a:lnTo>
                        <a:lnTo>
                          <a:pt x="89074" y="601415"/>
                        </a:lnTo>
                        <a:lnTo>
                          <a:pt x="0" y="6107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BCBDBE"/>
                      </a:gs>
                      <a:gs pos="50000">
                        <a:srgbClr val="A1A2A4"/>
                      </a:gs>
                      <a:gs pos="100000">
                        <a:srgbClr val="87888A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82" name="图形 38">
                  <a:extLst>
                    <a:ext uri="{FF2B5EF4-FFF2-40B4-BE49-F238E27FC236}">
                      <a16:creationId xmlns:a16="http://schemas.microsoft.com/office/drawing/2014/main" id="{E484350D-2953-FAAF-BEB4-0D299ECD4AA2}"/>
                    </a:ext>
                  </a:extLst>
                </p:cNvPr>
                <p:cNvGrpSpPr/>
                <p:nvPr/>
              </p:nvGrpSpPr>
              <p:grpSpPr>
                <a:xfrm>
                  <a:off x="3450580" y="2397621"/>
                  <a:ext cx="247798" cy="696515"/>
                  <a:chOff x="3450580" y="2397621"/>
                  <a:chExt cx="247798" cy="696515"/>
                </a:xfrm>
              </p:grpSpPr>
              <p:grpSp>
                <p:nvGrpSpPr>
                  <p:cNvPr id="3583" name="图形 38">
                    <a:extLst>
                      <a:ext uri="{FF2B5EF4-FFF2-40B4-BE49-F238E27FC236}">
                        <a16:creationId xmlns:a16="http://schemas.microsoft.com/office/drawing/2014/main" id="{B45C12F4-E8F0-D086-0BC8-53F5B6F59681}"/>
                      </a:ext>
                    </a:extLst>
                  </p:cNvPr>
                  <p:cNvGrpSpPr/>
                  <p:nvPr/>
                </p:nvGrpSpPr>
                <p:grpSpPr>
                  <a:xfrm>
                    <a:off x="3516213" y="2397621"/>
                    <a:ext cx="182165" cy="696515"/>
                    <a:chOff x="3516213" y="2397621"/>
                    <a:chExt cx="182165" cy="696515"/>
                  </a:xfrm>
                </p:grpSpPr>
                <p:grpSp>
                  <p:nvGrpSpPr>
                    <p:cNvPr id="3586" name="图形 38">
                      <a:extLst>
                        <a:ext uri="{FF2B5EF4-FFF2-40B4-BE49-F238E27FC236}">
                          <a16:creationId xmlns:a16="http://schemas.microsoft.com/office/drawing/2014/main" id="{C0C273B4-37EA-655A-8E59-717488343F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6213" y="2397621"/>
                      <a:ext cx="171449" cy="696515"/>
                      <a:chOff x="3516213" y="2397621"/>
                      <a:chExt cx="171449" cy="696515"/>
                    </a:xfrm>
                  </p:grpSpPr>
                  <p:sp>
                    <p:nvSpPr>
                      <p:cNvPr id="3594" name="任意多边形: 形状 3593">
                        <a:extLst>
                          <a:ext uri="{FF2B5EF4-FFF2-40B4-BE49-F238E27FC236}">
                            <a16:creationId xmlns:a16="http://schemas.microsoft.com/office/drawing/2014/main" id="{0F2F81BA-9CBD-C946-DF31-FF06CA1B03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6213" y="2397621"/>
                        <a:ext cx="171449" cy="696515"/>
                      </a:xfrm>
                      <a:custGeom>
                        <a:avLst/>
                        <a:gdLst>
                          <a:gd name="connsiteX0" fmla="*/ 0 w 171449"/>
                          <a:gd name="connsiteY0" fmla="*/ 8037 h 696515"/>
                          <a:gd name="connsiteX1" fmla="*/ 171450 w 171449"/>
                          <a:gd name="connsiteY1" fmla="*/ 0 h 696515"/>
                          <a:gd name="connsiteX2" fmla="*/ 171450 w 171449"/>
                          <a:gd name="connsiteY2" fmla="*/ 696516 h 696515"/>
                          <a:gd name="connsiteX3" fmla="*/ 0 w 171449"/>
                          <a:gd name="connsiteY3" fmla="*/ 696516 h 6965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71449" h="696515">
                            <a:moveTo>
                              <a:pt x="0" y="8037"/>
                            </a:moveTo>
                            <a:lnTo>
                              <a:pt x="171450" y="0"/>
                            </a:lnTo>
                            <a:lnTo>
                              <a:pt x="171450" y="696516"/>
                            </a:lnTo>
                            <a:lnTo>
                              <a:pt x="0" y="696516"/>
                            </a:lnTo>
                            <a:close/>
                          </a:path>
                        </a:pathLst>
                      </a:custGeom>
                      <a:solidFill>
                        <a:srgbClr val="AEAFB1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95" name="任意多边形: 形状 3594">
                        <a:extLst>
                          <a:ext uri="{FF2B5EF4-FFF2-40B4-BE49-F238E27FC236}">
                            <a16:creationId xmlns:a16="http://schemas.microsoft.com/office/drawing/2014/main" id="{49932FA3-F81A-2AD7-F67E-471739E0D2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6213" y="2397621"/>
                        <a:ext cx="171449" cy="696515"/>
                      </a:xfrm>
                      <a:custGeom>
                        <a:avLst/>
                        <a:gdLst>
                          <a:gd name="connsiteX0" fmla="*/ 0 w 171449"/>
                          <a:gd name="connsiteY0" fmla="*/ 8037 h 696515"/>
                          <a:gd name="connsiteX1" fmla="*/ 171450 w 171449"/>
                          <a:gd name="connsiteY1" fmla="*/ 0 h 696515"/>
                          <a:gd name="connsiteX2" fmla="*/ 171450 w 171449"/>
                          <a:gd name="connsiteY2" fmla="*/ 696516 h 696515"/>
                          <a:gd name="connsiteX3" fmla="*/ 0 w 171449"/>
                          <a:gd name="connsiteY3" fmla="*/ 696516 h 6965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71449" h="696515">
                            <a:moveTo>
                              <a:pt x="0" y="8037"/>
                            </a:moveTo>
                            <a:lnTo>
                              <a:pt x="171450" y="0"/>
                            </a:lnTo>
                            <a:lnTo>
                              <a:pt x="171450" y="696516"/>
                            </a:lnTo>
                            <a:lnTo>
                              <a:pt x="0" y="696516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587" name="任意多边形: 形状 3586">
                      <a:extLst>
                        <a:ext uri="{FF2B5EF4-FFF2-40B4-BE49-F238E27FC236}">
                          <a16:creationId xmlns:a16="http://schemas.microsoft.com/office/drawing/2014/main" id="{773F5764-CFAB-97C6-ECC3-1B9DC727C8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84984" y="2397621"/>
                      <a:ext cx="13394" cy="696515"/>
                    </a:xfrm>
                    <a:custGeom>
                      <a:avLst/>
                      <a:gdLst>
                        <a:gd name="connsiteX0" fmla="*/ 0 w 13394"/>
                        <a:gd name="connsiteY0" fmla="*/ 0 h 696515"/>
                        <a:gd name="connsiteX1" fmla="*/ 13395 w 13394"/>
                        <a:gd name="connsiteY1" fmla="*/ 2679 h 696515"/>
                        <a:gd name="connsiteX2" fmla="*/ 13395 w 13394"/>
                        <a:gd name="connsiteY2" fmla="*/ 696516 h 696515"/>
                        <a:gd name="connsiteX3" fmla="*/ 0 w 13394"/>
                        <a:gd name="connsiteY3" fmla="*/ 696516 h 696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394" h="696515">
                          <a:moveTo>
                            <a:pt x="0" y="0"/>
                          </a:moveTo>
                          <a:lnTo>
                            <a:pt x="13395" y="2679"/>
                          </a:lnTo>
                          <a:lnTo>
                            <a:pt x="13395" y="696516"/>
                          </a:lnTo>
                          <a:lnTo>
                            <a:pt x="0" y="696516"/>
                          </a:lnTo>
                          <a:close/>
                        </a:path>
                      </a:pathLst>
                    </a:custGeom>
                    <a:solidFill>
                      <a:srgbClr val="8D8E9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588" name="图形 38">
                      <a:extLst>
                        <a:ext uri="{FF2B5EF4-FFF2-40B4-BE49-F238E27FC236}">
                          <a16:creationId xmlns:a16="http://schemas.microsoft.com/office/drawing/2014/main" id="{8569FE16-747E-CC01-AF70-AB717FFA66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13993" y="2447180"/>
                      <a:ext cx="43532" cy="43532"/>
                      <a:chOff x="3613993" y="2447180"/>
                      <a:chExt cx="43532" cy="43532"/>
                    </a:xfrm>
                  </p:grpSpPr>
                  <p:sp>
                    <p:nvSpPr>
                      <p:cNvPr id="3592" name="任意多边形: 形状 3591">
                        <a:extLst>
                          <a:ext uri="{FF2B5EF4-FFF2-40B4-BE49-F238E27FC236}">
                            <a16:creationId xmlns:a16="http://schemas.microsoft.com/office/drawing/2014/main" id="{B9FFEA52-E581-7F92-0500-A01520293F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2447180"/>
                        <a:ext cx="43532" cy="43532"/>
                      </a:xfrm>
                      <a:custGeom>
                        <a:avLst/>
                        <a:gdLst>
                          <a:gd name="connsiteX0" fmla="*/ 43532 w 43532"/>
                          <a:gd name="connsiteY0" fmla="*/ 21431 h 43532"/>
                          <a:gd name="connsiteX1" fmla="*/ 41523 w 43532"/>
                          <a:gd name="connsiteY1" fmla="*/ 30138 h 43532"/>
                          <a:gd name="connsiteX2" fmla="*/ 36835 w 43532"/>
                          <a:gd name="connsiteY2" fmla="*/ 37505 h 43532"/>
                          <a:gd name="connsiteX3" fmla="*/ 30138 w 43532"/>
                          <a:gd name="connsiteY3" fmla="*/ 42193 h 43532"/>
                          <a:gd name="connsiteX4" fmla="*/ 21431 w 43532"/>
                          <a:gd name="connsiteY4" fmla="*/ 43532 h 43532"/>
                          <a:gd name="connsiteX5" fmla="*/ 13395 w 43532"/>
                          <a:gd name="connsiteY5" fmla="*/ 42193 h 43532"/>
                          <a:gd name="connsiteX6" fmla="*/ 6028 w 43532"/>
                          <a:gd name="connsiteY6" fmla="*/ 37505 h 43532"/>
                          <a:gd name="connsiteX7" fmla="*/ 2009 w 43532"/>
                          <a:gd name="connsiteY7" fmla="*/ 30138 h 43532"/>
                          <a:gd name="connsiteX8" fmla="*/ 0 w 43532"/>
                          <a:gd name="connsiteY8" fmla="*/ 21431 h 43532"/>
                          <a:gd name="connsiteX9" fmla="*/ 2009 w 43532"/>
                          <a:gd name="connsiteY9" fmla="*/ 13395 h 43532"/>
                          <a:gd name="connsiteX10" fmla="*/ 6028 w 43532"/>
                          <a:gd name="connsiteY10" fmla="*/ 6027 h 43532"/>
                          <a:gd name="connsiteX11" fmla="*/ 13395 w 43532"/>
                          <a:gd name="connsiteY11" fmla="*/ 1340 h 43532"/>
                          <a:gd name="connsiteX12" fmla="*/ 21431 w 43532"/>
                          <a:gd name="connsiteY12" fmla="*/ 0 h 43532"/>
                          <a:gd name="connsiteX13" fmla="*/ 30138 w 43532"/>
                          <a:gd name="connsiteY13" fmla="*/ 1340 h 43532"/>
                          <a:gd name="connsiteX14" fmla="*/ 36835 w 43532"/>
                          <a:gd name="connsiteY14" fmla="*/ 6027 h 43532"/>
                          <a:gd name="connsiteX15" fmla="*/ 41523 w 43532"/>
                          <a:gd name="connsiteY15" fmla="*/ 13395 h 43532"/>
                          <a:gd name="connsiteX16" fmla="*/ 43532 w 43532"/>
                          <a:gd name="connsiteY16" fmla="*/ 21431 h 435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3532">
                            <a:moveTo>
                              <a:pt x="43532" y="21431"/>
                            </a:moveTo>
                            <a:lnTo>
                              <a:pt x="41523" y="30138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353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138"/>
                            </a:lnTo>
                            <a:lnTo>
                              <a:pt x="0" y="21431"/>
                            </a:lnTo>
                            <a:lnTo>
                              <a:pt x="2009" y="13395"/>
                            </a:lnTo>
                            <a:lnTo>
                              <a:pt x="6028" y="6027"/>
                            </a:lnTo>
                            <a:lnTo>
                              <a:pt x="13395" y="1340"/>
                            </a:lnTo>
                            <a:lnTo>
                              <a:pt x="21431" y="0"/>
                            </a:lnTo>
                            <a:lnTo>
                              <a:pt x="30138" y="1340"/>
                            </a:lnTo>
                            <a:lnTo>
                              <a:pt x="36835" y="6027"/>
                            </a:lnTo>
                            <a:lnTo>
                              <a:pt x="41523" y="13395"/>
                            </a:lnTo>
                            <a:lnTo>
                              <a:pt x="43532" y="21431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93" name="任意多边形: 形状 3592">
                        <a:extLst>
                          <a:ext uri="{FF2B5EF4-FFF2-40B4-BE49-F238E27FC236}">
                            <a16:creationId xmlns:a16="http://schemas.microsoft.com/office/drawing/2014/main" id="{62C27A11-6330-E380-F0E7-199420DB9F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2447180"/>
                        <a:ext cx="43532" cy="43532"/>
                      </a:xfrm>
                      <a:custGeom>
                        <a:avLst/>
                        <a:gdLst>
                          <a:gd name="connsiteX0" fmla="*/ 43532 w 43532"/>
                          <a:gd name="connsiteY0" fmla="*/ 21431 h 43532"/>
                          <a:gd name="connsiteX1" fmla="*/ 41523 w 43532"/>
                          <a:gd name="connsiteY1" fmla="*/ 30138 h 43532"/>
                          <a:gd name="connsiteX2" fmla="*/ 36835 w 43532"/>
                          <a:gd name="connsiteY2" fmla="*/ 37505 h 43532"/>
                          <a:gd name="connsiteX3" fmla="*/ 30138 w 43532"/>
                          <a:gd name="connsiteY3" fmla="*/ 42193 h 43532"/>
                          <a:gd name="connsiteX4" fmla="*/ 21431 w 43532"/>
                          <a:gd name="connsiteY4" fmla="*/ 43532 h 43532"/>
                          <a:gd name="connsiteX5" fmla="*/ 13395 w 43532"/>
                          <a:gd name="connsiteY5" fmla="*/ 42193 h 43532"/>
                          <a:gd name="connsiteX6" fmla="*/ 6028 w 43532"/>
                          <a:gd name="connsiteY6" fmla="*/ 37505 h 43532"/>
                          <a:gd name="connsiteX7" fmla="*/ 2009 w 43532"/>
                          <a:gd name="connsiteY7" fmla="*/ 30138 h 43532"/>
                          <a:gd name="connsiteX8" fmla="*/ 0 w 43532"/>
                          <a:gd name="connsiteY8" fmla="*/ 21431 h 43532"/>
                          <a:gd name="connsiteX9" fmla="*/ 2009 w 43532"/>
                          <a:gd name="connsiteY9" fmla="*/ 13395 h 43532"/>
                          <a:gd name="connsiteX10" fmla="*/ 6028 w 43532"/>
                          <a:gd name="connsiteY10" fmla="*/ 6027 h 43532"/>
                          <a:gd name="connsiteX11" fmla="*/ 13395 w 43532"/>
                          <a:gd name="connsiteY11" fmla="*/ 1340 h 43532"/>
                          <a:gd name="connsiteX12" fmla="*/ 21431 w 43532"/>
                          <a:gd name="connsiteY12" fmla="*/ 0 h 43532"/>
                          <a:gd name="connsiteX13" fmla="*/ 30138 w 43532"/>
                          <a:gd name="connsiteY13" fmla="*/ 1340 h 43532"/>
                          <a:gd name="connsiteX14" fmla="*/ 36835 w 43532"/>
                          <a:gd name="connsiteY14" fmla="*/ 6027 h 43532"/>
                          <a:gd name="connsiteX15" fmla="*/ 41523 w 43532"/>
                          <a:gd name="connsiteY15" fmla="*/ 13395 h 43532"/>
                          <a:gd name="connsiteX16" fmla="*/ 43532 w 43532"/>
                          <a:gd name="connsiteY16" fmla="*/ 21431 h 435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3532">
                            <a:moveTo>
                              <a:pt x="43532" y="21431"/>
                            </a:moveTo>
                            <a:lnTo>
                              <a:pt x="41523" y="30138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353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138"/>
                            </a:lnTo>
                            <a:lnTo>
                              <a:pt x="0" y="21431"/>
                            </a:lnTo>
                            <a:lnTo>
                              <a:pt x="2009" y="13395"/>
                            </a:lnTo>
                            <a:lnTo>
                              <a:pt x="6028" y="6027"/>
                            </a:lnTo>
                            <a:lnTo>
                              <a:pt x="13395" y="1340"/>
                            </a:lnTo>
                            <a:lnTo>
                              <a:pt x="21431" y="0"/>
                            </a:lnTo>
                            <a:lnTo>
                              <a:pt x="30138" y="1340"/>
                            </a:lnTo>
                            <a:lnTo>
                              <a:pt x="36835" y="6027"/>
                            </a:lnTo>
                            <a:lnTo>
                              <a:pt x="41523" y="13395"/>
                            </a:lnTo>
                            <a:lnTo>
                              <a:pt x="43532" y="2143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589" name="图形 38">
                      <a:extLst>
                        <a:ext uri="{FF2B5EF4-FFF2-40B4-BE49-F238E27FC236}">
                          <a16:creationId xmlns:a16="http://schemas.microsoft.com/office/drawing/2014/main" id="{AD8B5D8C-3A19-6B40-DAAC-B8AD318797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13993" y="3017118"/>
                      <a:ext cx="43532" cy="44201"/>
                      <a:chOff x="3613993" y="3017118"/>
                      <a:chExt cx="43532" cy="44201"/>
                    </a:xfrm>
                  </p:grpSpPr>
                  <p:sp>
                    <p:nvSpPr>
                      <p:cNvPr id="3590" name="任意多边形: 形状 3589">
                        <a:extLst>
                          <a:ext uri="{FF2B5EF4-FFF2-40B4-BE49-F238E27FC236}">
                            <a16:creationId xmlns:a16="http://schemas.microsoft.com/office/drawing/2014/main" id="{198155A1-592E-0113-A9E8-D0840FCBD8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3017118"/>
                        <a:ext cx="43532" cy="44201"/>
                      </a:xfrm>
                      <a:custGeom>
                        <a:avLst/>
                        <a:gdLst>
                          <a:gd name="connsiteX0" fmla="*/ 43532 w 43532"/>
                          <a:gd name="connsiteY0" fmla="*/ 22101 h 44201"/>
                          <a:gd name="connsiteX1" fmla="*/ 41523 w 43532"/>
                          <a:gd name="connsiteY1" fmla="*/ 30807 h 44201"/>
                          <a:gd name="connsiteX2" fmla="*/ 36835 w 43532"/>
                          <a:gd name="connsiteY2" fmla="*/ 37505 h 44201"/>
                          <a:gd name="connsiteX3" fmla="*/ 30138 w 43532"/>
                          <a:gd name="connsiteY3" fmla="*/ 42193 h 44201"/>
                          <a:gd name="connsiteX4" fmla="*/ 21431 w 43532"/>
                          <a:gd name="connsiteY4" fmla="*/ 44202 h 44201"/>
                          <a:gd name="connsiteX5" fmla="*/ 13395 w 43532"/>
                          <a:gd name="connsiteY5" fmla="*/ 42193 h 44201"/>
                          <a:gd name="connsiteX6" fmla="*/ 6028 w 43532"/>
                          <a:gd name="connsiteY6" fmla="*/ 37505 h 44201"/>
                          <a:gd name="connsiteX7" fmla="*/ 2009 w 43532"/>
                          <a:gd name="connsiteY7" fmla="*/ 30807 h 44201"/>
                          <a:gd name="connsiteX8" fmla="*/ 0 w 43532"/>
                          <a:gd name="connsiteY8" fmla="*/ 22101 h 44201"/>
                          <a:gd name="connsiteX9" fmla="*/ 2009 w 43532"/>
                          <a:gd name="connsiteY9" fmla="*/ 13395 h 44201"/>
                          <a:gd name="connsiteX10" fmla="*/ 6028 w 43532"/>
                          <a:gd name="connsiteY10" fmla="*/ 6697 h 44201"/>
                          <a:gd name="connsiteX11" fmla="*/ 13395 w 43532"/>
                          <a:gd name="connsiteY11" fmla="*/ 2009 h 44201"/>
                          <a:gd name="connsiteX12" fmla="*/ 21431 w 43532"/>
                          <a:gd name="connsiteY12" fmla="*/ 0 h 44201"/>
                          <a:gd name="connsiteX13" fmla="*/ 30138 w 43532"/>
                          <a:gd name="connsiteY13" fmla="*/ 2009 h 44201"/>
                          <a:gd name="connsiteX14" fmla="*/ 36835 w 43532"/>
                          <a:gd name="connsiteY14" fmla="*/ 6697 h 44201"/>
                          <a:gd name="connsiteX15" fmla="*/ 41523 w 43532"/>
                          <a:gd name="connsiteY15" fmla="*/ 13395 h 44201"/>
                          <a:gd name="connsiteX16" fmla="*/ 43532 w 43532"/>
                          <a:gd name="connsiteY16" fmla="*/ 22101 h 442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4201">
                            <a:moveTo>
                              <a:pt x="43532" y="22101"/>
                            </a:moveTo>
                            <a:lnTo>
                              <a:pt x="41523" y="30807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420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807"/>
                            </a:lnTo>
                            <a:lnTo>
                              <a:pt x="0" y="22101"/>
                            </a:lnTo>
                            <a:lnTo>
                              <a:pt x="2009" y="13395"/>
                            </a:lnTo>
                            <a:lnTo>
                              <a:pt x="6028" y="6697"/>
                            </a:lnTo>
                            <a:lnTo>
                              <a:pt x="13395" y="2009"/>
                            </a:lnTo>
                            <a:lnTo>
                              <a:pt x="21431" y="0"/>
                            </a:lnTo>
                            <a:lnTo>
                              <a:pt x="30138" y="2009"/>
                            </a:lnTo>
                            <a:lnTo>
                              <a:pt x="36835" y="6697"/>
                            </a:lnTo>
                            <a:lnTo>
                              <a:pt x="41523" y="13395"/>
                            </a:lnTo>
                            <a:lnTo>
                              <a:pt x="43532" y="22101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91" name="任意多边形: 形状 3590">
                        <a:extLst>
                          <a:ext uri="{FF2B5EF4-FFF2-40B4-BE49-F238E27FC236}">
                            <a16:creationId xmlns:a16="http://schemas.microsoft.com/office/drawing/2014/main" id="{5956B430-22C7-D2C6-6C82-B59CA5F0D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3017118"/>
                        <a:ext cx="43532" cy="44201"/>
                      </a:xfrm>
                      <a:custGeom>
                        <a:avLst/>
                        <a:gdLst>
                          <a:gd name="connsiteX0" fmla="*/ 43532 w 43532"/>
                          <a:gd name="connsiteY0" fmla="*/ 22101 h 44201"/>
                          <a:gd name="connsiteX1" fmla="*/ 41523 w 43532"/>
                          <a:gd name="connsiteY1" fmla="*/ 30807 h 44201"/>
                          <a:gd name="connsiteX2" fmla="*/ 36835 w 43532"/>
                          <a:gd name="connsiteY2" fmla="*/ 37505 h 44201"/>
                          <a:gd name="connsiteX3" fmla="*/ 30138 w 43532"/>
                          <a:gd name="connsiteY3" fmla="*/ 42193 h 44201"/>
                          <a:gd name="connsiteX4" fmla="*/ 21431 w 43532"/>
                          <a:gd name="connsiteY4" fmla="*/ 44202 h 44201"/>
                          <a:gd name="connsiteX5" fmla="*/ 13395 w 43532"/>
                          <a:gd name="connsiteY5" fmla="*/ 42193 h 44201"/>
                          <a:gd name="connsiteX6" fmla="*/ 6028 w 43532"/>
                          <a:gd name="connsiteY6" fmla="*/ 37505 h 44201"/>
                          <a:gd name="connsiteX7" fmla="*/ 2009 w 43532"/>
                          <a:gd name="connsiteY7" fmla="*/ 30807 h 44201"/>
                          <a:gd name="connsiteX8" fmla="*/ 0 w 43532"/>
                          <a:gd name="connsiteY8" fmla="*/ 22101 h 44201"/>
                          <a:gd name="connsiteX9" fmla="*/ 2009 w 43532"/>
                          <a:gd name="connsiteY9" fmla="*/ 13395 h 44201"/>
                          <a:gd name="connsiteX10" fmla="*/ 6028 w 43532"/>
                          <a:gd name="connsiteY10" fmla="*/ 6697 h 44201"/>
                          <a:gd name="connsiteX11" fmla="*/ 13395 w 43532"/>
                          <a:gd name="connsiteY11" fmla="*/ 2009 h 44201"/>
                          <a:gd name="connsiteX12" fmla="*/ 21431 w 43532"/>
                          <a:gd name="connsiteY12" fmla="*/ 0 h 44201"/>
                          <a:gd name="connsiteX13" fmla="*/ 30138 w 43532"/>
                          <a:gd name="connsiteY13" fmla="*/ 2009 h 44201"/>
                          <a:gd name="connsiteX14" fmla="*/ 36835 w 43532"/>
                          <a:gd name="connsiteY14" fmla="*/ 6697 h 44201"/>
                          <a:gd name="connsiteX15" fmla="*/ 41523 w 43532"/>
                          <a:gd name="connsiteY15" fmla="*/ 13395 h 44201"/>
                          <a:gd name="connsiteX16" fmla="*/ 43532 w 43532"/>
                          <a:gd name="connsiteY16" fmla="*/ 22101 h 442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4201">
                            <a:moveTo>
                              <a:pt x="43532" y="22101"/>
                            </a:moveTo>
                            <a:lnTo>
                              <a:pt x="41523" y="30807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420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807"/>
                            </a:lnTo>
                            <a:lnTo>
                              <a:pt x="0" y="22101"/>
                            </a:lnTo>
                            <a:lnTo>
                              <a:pt x="2009" y="13395"/>
                            </a:lnTo>
                            <a:lnTo>
                              <a:pt x="6028" y="6697"/>
                            </a:lnTo>
                            <a:lnTo>
                              <a:pt x="13395" y="2009"/>
                            </a:lnTo>
                            <a:lnTo>
                              <a:pt x="21431" y="0"/>
                            </a:lnTo>
                            <a:lnTo>
                              <a:pt x="30138" y="2009"/>
                            </a:lnTo>
                            <a:lnTo>
                              <a:pt x="36835" y="6697"/>
                            </a:lnTo>
                            <a:lnTo>
                              <a:pt x="41523" y="13395"/>
                            </a:lnTo>
                            <a:lnTo>
                              <a:pt x="43532" y="2210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3584" name="任意多边形: 形状 3583">
                    <a:extLst>
                      <a:ext uri="{FF2B5EF4-FFF2-40B4-BE49-F238E27FC236}">
                        <a16:creationId xmlns:a16="http://schemas.microsoft.com/office/drawing/2014/main" id="{86CBFC4B-EDF7-496D-E974-0E2577C20250}"/>
                      </a:ext>
                    </a:extLst>
                  </p:cNvPr>
                  <p:cNvSpPr/>
                  <p:nvPr/>
                </p:nvSpPr>
                <p:spPr>
                  <a:xfrm>
                    <a:off x="3450580" y="2478658"/>
                    <a:ext cx="81706" cy="529753"/>
                  </a:xfrm>
                  <a:custGeom>
                    <a:avLst/>
                    <a:gdLst>
                      <a:gd name="connsiteX0" fmla="*/ 0 w 81706"/>
                      <a:gd name="connsiteY0" fmla="*/ 0 h 529753"/>
                      <a:gd name="connsiteX1" fmla="*/ 81707 w 81706"/>
                      <a:gd name="connsiteY1" fmla="*/ 2679 h 529753"/>
                      <a:gd name="connsiteX2" fmla="*/ 81707 w 81706"/>
                      <a:gd name="connsiteY2" fmla="*/ 529754 h 529753"/>
                      <a:gd name="connsiteX3" fmla="*/ 0 w 81706"/>
                      <a:gd name="connsiteY3" fmla="*/ 521717 h 5297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1706" h="529753">
                        <a:moveTo>
                          <a:pt x="0" y="0"/>
                        </a:moveTo>
                        <a:lnTo>
                          <a:pt x="81707" y="2679"/>
                        </a:lnTo>
                        <a:lnTo>
                          <a:pt x="81707" y="529754"/>
                        </a:lnTo>
                        <a:lnTo>
                          <a:pt x="0" y="5217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696969"/>
                      </a:gs>
                      <a:gs pos="36117">
                        <a:srgbClr val="D1D1D2"/>
                      </a:gs>
                      <a:gs pos="98424">
                        <a:srgbClr val="656668"/>
                      </a:gs>
                      <a:gs pos="100000">
                        <a:srgbClr val="7B7C7E"/>
                      </a:gs>
                    </a:gsLst>
                    <a:lin ang="54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85" name="任意多边形: 形状 3584">
                    <a:extLst>
                      <a:ext uri="{FF2B5EF4-FFF2-40B4-BE49-F238E27FC236}">
                        <a16:creationId xmlns:a16="http://schemas.microsoft.com/office/drawing/2014/main" id="{3DCD4D16-8B52-96A1-BD02-C25AABFA11D9}"/>
                      </a:ext>
                    </a:extLst>
                  </p:cNvPr>
                  <p:cNvSpPr/>
                  <p:nvPr/>
                </p:nvSpPr>
                <p:spPr>
                  <a:xfrm>
                    <a:off x="3532286" y="2481336"/>
                    <a:ext cx="72330" cy="527074"/>
                  </a:xfrm>
                  <a:custGeom>
                    <a:avLst/>
                    <a:gdLst>
                      <a:gd name="connsiteX0" fmla="*/ 0 w 72330"/>
                      <a:gd name="connsiteY0" fmla="*/ 0 h 527074"/>
                      <a:gd name="connsiteX1" fmla="*/ 72330 w 72330"/>
                      <a:gd name="connsiteY1" fmla="*/ 0 h 527074"/>
                      <a:gd name="connsiteX2" fmla="*/ 72330 w 72330"/>
                      <a:gd name="connsiteY2" fmla="*/ 64964 h 527074"/>
                      <a:gd name="connsiteX3" fmla="*/ 59606 w 72330"/>
                      <a:gd name="connsiteY3" fmla="*/ 54918 h 527074"/>
                      <a:gd name="connsiteX4" fmla="*/ 44202 w 72330"/>
                      <a:gd name="connsiteY4" fmla="*/ 52239 h 527074"/>
                      <a:gd name="connsiteX5" fmla="*/ 36165 w 72330"/>
                      <a:gd name="connsiteY5" fmla="*/ 54248 h 527074"/>
                      <a:gd name="connsiteX6" fmla="*/ 23440 w 72330"/>
                      <a:gd name="connsiteY6" fmla="*/ 62954 h 527074"/>
                      <a:gd name="connsiteX7" fmla="*/ 17413 w 72330"/>
                      <a:gd name="connsiteY7" fmla="*/ 75679 h 527074"/>
                      <a:gd name="connsiteX8" fmla="*/ 16073 w 72330"/>
                      <a:gd name="connsiteY8" fmla="*/ 83046 h 527074"/>
                      <a:gd name="connsiteX9" fmla="*/ 16073 w 72330"/>
                      <a:gd name="connsiteY9" fmla="*/ 454075 h 527074"/>
                      <a:gd name="connsiteX10" fmla="*/ 20762 w 72330"/>
                      <a:gd name="connsiteY10" fmla="*/ 470148 h 527074"/>
                      <a:gd name="connsiteX11" fmla="*/ 32147 w 72330"/>
                      <a:gd name="connsiteY11" fmla="*/ 481533 h 527074"/>
                      <a:gd name="connsiteX12" fmla="*/ 39514 w 72330"/>
                      <a:gd name="connsiteY12" fmla="*/ 484882 h 527074"/>
                      <a:gd name="connsiteX13" fmla="*/ 57597 w 72330"/>
                      <a:gd name="connsiteY13" fmla="*/ 484882 h 527074"/>
                      <a:gd name="connsiteX14" fmla="*/ 72330 w 72330"/>
                      <a:gd name="connsiteY14" fmla="*/ 475506 h 527074"/>
                      <a:gd name="connsiteX15" fmla="*/ 72330 w 72330"/>
                      <a:gd name="connsiteY15" fmla="*/ 519038 h 527074"/>
                      <a:gd name="connsiteX16" fmla="*/ 0 w 72330"/>
                      <a:gd name="connsiteY16" fmla="*/ 527075 h 527074"/>
                      <a:gd name="connsiteX17" fmla="*/ 0 w 72330"/>
                      <a:gd name="connsiteY17" fmla="*/ 0 h 527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2330" h="527074">
                        <a:moveTo>
                          <a:pt x="0" y="0"/>
                        </a:moveTo>
                        <a:lnTo>
                          <a:pt x="72330" y="0"/>
                        </a:lnTo>
                        <a:lnTo>
                          <a:pt x="72330" y="64964"/>
                        </a:lnTo>
                        <a:lnTo>
                          <a:pt x="59606" y="54918"/>
                        </a:lnTo>
                        <a:lnTo>
                          <a:pt x="44202" y="52239"/>
                        </a:lnTo>
                        <a:lnTo>
                          <a:pt x="36165" y="54248"/>
                        </a:lnTo>
                        <a:lnTo>
                          <a:pt x="23440" y="62954"/>
                        </a:lnTo>
                        <a:lnTo>
                          <a:pt x="17413" y="75679"/>
                        </a:lnTo>
                        <a:lnTo>
                          <a:pt x="16073" y="83046"/>
                        </a:lnTo>
                        <a:lnTo>
                          <a:pt x="16073" y="454075"/>
                        </a:lnTo>
                        <a:lnTo>
                          <a:pt x="20762" y="470148"/>
                        </a:lnTo>
                        <a:lnTo>
                          <a:pt x="32147" y="481533"/>
                        </a:lnTo>
                        <a:lnTo>
                          <a:pt x="39514" y="484882"/>
                        </a:lnTo>
                        <a:lnTo>
                          <a:pt x="57597" y="484882"/>
                        </a:lnTo>
                        <a:lnTo>
                          <a:pt x="72330" y="475506"/>
                        </a:lnTo>
                        <a:lnTo>
                          <a:pt x="72330" y="519038"/>
                        </a:lnTo>
                        <a:lnTo>
                          <a:pt x="0" y="5270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BCBDBE"/>
                      </a:gs>
                      <a:gs pos="50000">
                        <a:srgbClr val="A1A2A4"/>
                      </a:gs>
                      <a:gs pos="100000">
                        <a:srgbClr val="87888A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3118" name="图形 38">
                <a:extLst>
                  <a:ext uri="{FF2B5EF4-FFF2-40B4-BE49-F238E27FC236}">
                    <a16:creationId xmlns:a16="http://schemas.microsoft.com/office/drawing/2014/main" id="{150394C9-67D8-816C-3DAF-FF61A56CCFB2}"/>
                  </a:ext>
                </a:extLst>
              </p:cNvPr>
              <p:cNvGrpSpPr/>
              <p:nvPr/>
            </p:nvGrpSpPr>
            <p:grpSpPr>
              <a:xfrm flipV="1">
                <a:off x="4705176" y="3040687"/>
                <a:ext cx="1205184" cy="249532"/>
                <a:chOff x="3450580" y="2062757"/>
                <a:chExt cx="5320977" cy="1101700"/>
              </a:xfrm>
            </p:grpSpPr>
            <p:grpSp>
              <p:nvGrpSpPr>
                <p:cNvPr id="3343" name="图形 38">
                  <a:extLst>
                    <a:ext uri="{FF2B5EF4-FFF2-40B4-BE49-F238E27FC236}">
                      <a16:creationId xmlns:a16="http://schemas.microsoft.com/office/drawing/2014/main" id="{FADFABEF-0F3A-C60A-8408-7052DEE2D0FB}"/>
                    </a:ext>
                  </a:extLst>
                </p:cNvPr>
                <p:cNvGrpSpPr/>
                <p:nvPr/>
              </p:nvGrpSpPr>
              <p:grpSpPr>
                <a:xfrm>
                  <a:off x="7611591" y="2062757"/>
                  <a:ext cx="1159966" cy="1101700"/>
                  <a:chOff x="7611591" y="2062757"/>
                  <a:chExt cx="1159966" cy="1101700"/>
                </a:xfrm>
              </p:grpSpPr>
              <p:sp>
                <p:nvSpPr>
                  <p:cNvPr id="3562" name="任意多边形: 形状 3561">
                    <a:extLst>
                      <a:ext uri="{FF2B5EF4-FFF2-40B4-BE49-F238E27FC236}">
                        <a16:creationId xmlns:a16="http://schemas.microsoft.com/office/drawing/2014/main" id="{E89F6874-A168-0E28-14CC-293EA7990DDA}"/>
                      </a:ext>
                    </a:extLst>
                  </p:cNvPr>
                  <p:cNvSpPr/>
                  <p:nvPr/>
                </p:nvSpPr>
                <p:spPr>
                  <a:xfrm>
                    <a:off x="7611591" y="2062757"/>
                    <a:ext cx="1136526" cy="1101700"/>
                  </a:xfrm>
                  <a:custGeom>
                    <a:avLst/>
                    <a:gdLst>
                      <a:gd name="connsiteX0" fmla="*/ 1340 w 1136526"/>
                      <a:gd name="connsiteY0" fmla="*/ 957709 h 1101700"/>
                      <a:gd name="connsiteX1" fmla="*/ 1136526 w 1136526"/>
                      <a:gd name="connsiteY1" fmla="*/ 1101700 h 1101700"/>
                      <a:gd name="connsiteX2" fmla="*/ 1136526 w 1136526"/>
                      <a:gd name="connsiteY2" fmla="*/ 612800 h 1101700"/>
                      <a:gd name="connsiteX3" fmla="*/ 1126480 w 1136526"/>
                      <a:gd name="connsiteY3" fmla="*/ 606103 h 1101700"/>
                      <a:gd name="connsiteX4" fmla="*/ 1126480 w 1136526"/>
                      <a:gd name="connsiteY4" fmla="*/ 311423 h 1101700"/>
                      <a:gd name="connsiteX5" fmla="*/ 480194 w 1136526"/>
                      <a:gd name="connsiteY5" fmla="*/ 137294 h 1101700"/>
                      <a:gd name="connsiteX6" fmla="*/ 480194 w 1136526"/>
                      <a:gd name="connsiteY6" fmla="*/ 120551 h 1101700"/>
                      <a:gd name="connsiteX7" fmla="*/ 0 w 1136526"/>
                      <a:gd name="connsiteY7" fmla="*/ 0 h 11017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36526" h="1101700">
                        <a:moveTo>
                          <a:pt x="1340" y="957709"/>
                        </a:moveTo>
                        <a:lnTo>
                          <a:pt x="1136526" y="1101700"/>
                        </a:lnTo>
                        <a:lnTo>
                          <a:pt x="1136526" y="612800"/>
                        </a:lnTo>
                        <a:lnTo>
                          <a:pt x="1126480" y="606103"/>
                        </a:lnTo>
                        <a:lnTo>
                          <a:pt x="1126480" y="311423"/>
                        </a:lnTo>
                        <a:lnTo>
                          <a:pt x="480194" y="137294"/>
                        </a:lnTo>
                        <a:lnTo>
                          <a:pt x="480194" y="1205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A8E8F"/>
                      </a:gs>
                      <a:gs pos="50000">
                        <a:srgbClr val="9DA0A1"/>
                      </a:gs>
                      <a:gs pos="100000">
                        <a:srgbClr val="B1B2B4"/>
                      </a:gs>
                    </a:gsLst>
                    <a:lin ang="11192567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3" name="任意多边形: 形状 3562">
                    <a:extLst>
                      <a:ext uri="{FF2B5EF4-FFF2-40B4-BE49-F238E27FC236}">
                        <a16:creationId xmlns:a16="http://schemas.microsoft.com/office/drawing/2014/main" id="{473D2447-AF46-950A-255D-F4ECCA0A839A}"/>
                      </a:ext>
                    </a:extLst>
                  </p:cNvPr>
                  <p:cNvSpPr/>
                  <p:nvPr/>
                </p:nvSpPr>
                <p:spPr>
                  <a:xfrm>
                    <a:off x="8091785" y="2123033"/>
                    <a:ext cx="6697" cy="468808"/>
                  </a:xfrm>
                  <a:custGeom>
                    <a:avLst/>
                    <a:gdLst>
                      <a:gd name="connsiteX0" fmla="*/ 0 w 6697"/>
                      <a:gd name="connsiteY0" fmla="*/ 0 h 468808"/>
                      <a:gd name="connsiteX1" fmla="*/ 6697 w 6697"/>
                      <a:gd name="connsiteY1" fmla="*/ 3349 h 468808"/>
                      <a:gd name="connsiteX2" fmla="*/ 6697 w 6697"/>
                      <a:gd name="connsiteY2" fmla="*/ 468809 h 468808"/>
                      <a:gd name="connsiteX3" fmla="*/ 0 w 6697"/>
                      <a:gd name="connsiteY3" fmla="*/ 465460 h 4688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97" h="468808">
                        <a:moveTo>
                          <a:pt x="0" y="0"/>
                        </a:moveTo>
                        <a:lnTo>
                          <a:pt x="6697" y="3349"/>
                        </a:lnTo>
                        <a:lnTo>
                          <a:pt x="6697" y="468809"/>
                        </a:lnTo>
                        <a:lnTo>
                          <a:pt x="0" y="465460"/>
                        </a:lnTo>
                        <a:close/>
                      </a:path>
                    </a:pathLst>
                  </a:custGeom>
                  <a:solidFill>
                    <a:srgbClr val="767D7F"/>
                  </a:soli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4" name="任意多边形: 形状 3563">
                    <a:extLst>
                      <a:ext uri="{FF2B5EF4-FFF2-40B4-BE49-F238E27FC236}">
                        <a16:creationId xmlns:a16="http://schemas.microsoft.com/office/drawing/2014/main" id="{77603E7E-DFE9-3591-A2D2-5082851DC212}"/>
                      </a:ext>
                    </a:extLst>
                  </p:cNvPr>
                  <p:cNvSpPr/>
                  <p:nvPr/>
                </p:nvSpPr>
                <p:spPr>
                  <a:xfrm>
                    <a:off x="7817197" y="2228849"/>
                    <a:ext cx="542478" cy="605432"/>
                  </a:xfrm>
                  <a:custGeom>
                    <a:avLst/>
                    <a:gdLst>
                      <a:gd name="connsiteX0" fmla="*/ 175468 w 542478"/>
                      <a:gd name="connsiteY0" fmla="*/ 0 h 605432"/>
                      <a:gd name="connsiteX1" fmla="*/ 369689 w 542478"/>
                      <a:gd name="connsiteY1" fmla="*/ 1340 h 605432"/>
                      <a:gd name="connsiteX2" fmla="*/ 393799 w 542478"/>
                      <a:gd name="connsiteY2" fmla="*/ 3349 h 605432"/>
                      <a:gd name="connsiteX3" fmla="*/ 415900 w 542478"/>
                      <a:gd name="connsiteY3" fmla="*/ 8037 h 605432"/>
                      <a:gd name="connsiteX4" fmla="*/ 437331 w 542478"/>
                      <a:gd name="connsiteY4" fmla="*/ 15404 h 605432"/>
                      <a:gd name="connsiteX5" fmla="*/ 457423 w 542478"/>
                      <a:gd name="connsiteY5" fmla="*/ 26120 h 605432"/>
                      <a:gd name="connsiteX6" fmla="*/ 475506 w 542478"/>
                      <a:gd name="connsiteY6" fmla="*/ 38174 h 605432"/>
                      <a:gd name="connsiteX7" fmla="*/ 492249 w 542478"/>
                      <a:gd name="connsiteY7" fmla="*/ 52909 h 605432"/>
                      <a:gd name="connsiteX8" fmla="*/ 506313 w 542478"/>
                      <a:gd name="connsiteY8" fmla="*/ 69652 h 605432"/>
                      <a:gd name="connsiteX9" fmla="*/ 519038 w 542478"/>
                      <a:gd name="connsiteY9" fmla="*/ 88404 h 605432"/>
                      <a:gd name="connsiteX10" fmla="*/ 529084 w 542478"/>
                      <a:gd name="connsiteY10" fmla="*/ 108496 h 605432"/>
                      <a:gd name="connsiteX11" fmla="*/ 536451 w 542478"/>
                      <a:gd name="connsiteY11" fmla="*/ 129257 h 605432"/>
                      <a:gd name="connsiteX12" fmla="*/ 541139 w 542478"/>
                      <a:gd name="connsiteY12" fmla="*/ 152028 h 605432"/>
                      <a:gd name="connsiteX13" fmla="*/ 542479 w 542478"/>
                      <a:gd name="connsiteY13" fmla="*/ 175468 h 605432"/>
                      <a:gd name="connsiteX14" fmla="*/ 542479 w 542478"/>
                      <a:gd name="connsiteY14" fmla="*/ 431304 h 605432"/>
                      <a:gd name="connsiteX15" fmla="*/ 541139 w 542478"/>
                      <a:gd name="connsiteY15" fmla="*/ 455414 h 605432"/>
                      <a:gd name="connsiteX16" fmla="*/ 536451 w 542478"/>
                      <a:gd name="connsiteY16" fmla="*/ 478185 h 605432"/>
                      <a:gd name="connsiteX17" fmla="*/ 529084 w 542478"/>
                      <a:gd name="connsiteY17" fmla="*/ 499616 h 605432"/>
                      <a:gd name="connsiteX18" fmla="*/ 518369 w 542478"/>
                      <a:gd name="connsiteY18" fmla="*/ 519708 h 605432"/>
                      <a:gd name="connsiteX19" fmla="*/ 506313 w 542478"/>
                      <a:gd name="connsiteY19" fmla="*/ 537791 h 605432"/>
                      <a:gd name="connsiteX20" fmla="*/ 491579 w 542478"/>
                      <a:gd name="connsiteY20" fmla="*/ 554534 h 605432"/>
                      <a:gd name="connsiteX21" fmla="*/ 474836 w 542478"/>
                      <a:gd name="connsiteY21" fmla="*/ 569268 h 605432"/>
                      <a:gd name="connsiteX22" fmla="*/ 456084 w 542478"/>
                      <a:gd name="connsiteY22" fmla="*/ 581993 h 605432"/>
                      <a:gd name="connsiteX23" fmla="*/ 435992 w 542478"/>
                      <a:gd name="connsiteY23" fmla="*/ 592038 h 605432"/>
                      <a:gd name="connsiteX24" fmla="*/ 414561 w 542478"/>
                      <a:gd name="connsiteY24" fmla="*/ 599405 h 605432"/>
                      <a:gd name="connsiteX25" fmla="*/ 392460 w 542478"/>
                      <a:gd name="connsiteY25" fmla="*/ 604093 h 605432"/>
                      <a:gd name="connsiteX26" fmla="*/ 368350 w 542478"/>
                      <a:gd name="connsiteY26" fmla="*/ 605433 h 605432"/>
                      <a:gd name="connsiteX27" fmla="*/ 172789 w 542478"/>
                      <a:gd name="connsiteY27" fmla="*/ 604093 h 605432"/>
                      <a:gd name="connsiteX28" fmla="*/ 148679 w 542478"/>
                      <a:gd name="connsiteY28" fmla="*/ 602084 h 605432"/>
                      <a:gd name="connsiteX29" fmla="*/ 126578 w 542478"/>
                      <a:gd name="connsiteY29" fmla="*/ 597396 h 605432"/>
                      <a:gd name="connsiteX30" fmla="*/ 105147 w 542478"/>
                      <a:gd name="connsiteY30" fmla="*/ 590029 h 605432"/>
                      <a:gd name="connsiteX31" fmla="*/ 85055 w 542478"/>
                      <a:gd name="connsiteY31" fmla="*/ 579314 h 605432"/>
                      <a:gd name="connsiteX32" fmla="*/ 66973 w 542478"/>
                      <a:gd name="connsiteY32" fmla="*/ 567259 h 605432"/>
                      <a:gd name="connsiteX33" fmla="*/ 50229 w 542478"/>
                      <a:gd name="connsiteY33" fmla="*/ 552524 h 605432"/>
                      <a:gd name="connsiteX34" fmla="*/ 36165 w 542478"/>
                      <a:gd name="connsiteY34" fmla="*/ 535781 h 605432"/>
                      <a:gd name="connsiteX35" fmla="*/ 23440 w 542478"/>
                      <a:gd name="connsiteY35" fmla="*/ 517029 h 605432"/>
                      <a:gd name="connsiteX36" fmla="*/ 13395 w 542478"/>
                      <a:gd name="connsiteY36" fmla="*/ 496937 h 605432"/>
                      <a:gd name="connsiteX37" fmla="*/ 6028 w 542478"/>
                      <a:gd name="connsiteY37" fmla="*/ 476176 h 605432"/>
                      <a:gd name="connsiteX38" fmla="*/ 1340 w 542478"/>
                      <a:gd name="connsiteY38" fmla="*/ 453405 h 605432"/>
                      <a:gd name="connsiteX39" fmla="*/ 0 w 542478"/>
                      <a:gd name="connsiteY39" fmla="*/ 429965 h 605432"/>
                      <a:gd name="connsiteX40" fmla="*/ 0 w 542478"/>
                      <a:gd name="connsiteY40" fmla="*/ 174129 h 605432"/>
                      <a:gd name="connsiteX41" fmla="*/ 1340 w 542478"/>
                      <a:gd name="connsiteY41" fmla="*/ 150019 h 605432"/>
                      <a:gd name="connsiteX42" fmla="*/ 6028 w 542478"/>
                      <a:gd name="connsiteY42" fmla="*/ 127248 h 605432"/>
                      <a:gd name="connsiteX43" fmla="*/ 13395 w 542478"/>
                      <a:gd name="connsiteY43" fmla="*/ 105817 h 605432"/>
                      <a:gd name="connsiteX44" fmla="*/ 24110 w 542478"/>
                      <a:gd name="connsiteY44" fmla="*/ 85725 h 605432"/>
                      <a:gd name="connsiteX45" fmla="*/ 36165 w 542478"/>
                      <a:gd name="connsiteY45" fmla="*/ 67642 h 605432"/>
                      <a:gd name="connsiteX46" fmla="*/ 50899 w 542478"/>
                      <a:gd name="connsiteY46" fmla="*/ 50899 h 605432"/>
                      <a:gd name="connsiteX47" fmla="*/ 67642 w 542478"/>
                      <a:gd name="connsiteY47" fmla="*/ 36165 h 605432"/>
                      <a:gd name="connsiteX48" fmla="*/ 86395 w 542478"/>
                      <a:gd name="connsiteY48" fmla="*/ 23440 h 605432"/>
                      <a:gd name="connsiteX49" fmla="*/ 106487 w 542478"/>
                      <a:gd name="connsiteY49" fmla="*/ 13395 h 605432"/>
                      <a:gd name="connsiteX50" fmla="*/ 127918 w 542478"/>
                      <a:gd name="connsiteY50" fmla="*/ 6028 h 605432"/>
                      <a:gd name="connsiteX51" fmla="*/ 150019 w 542478"/>
                      <a:gd name="connsiteY51" fmla="*/ 1340 h 605432"/>
                      <a:gd name="connsiteX52" fmla="*/ 175468 w 542478"/>
                      <a:gd name="connsiteY52" fmla="*/ 0 h 605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</a:cxnLst>
                    <a:rect l="l" t="t" r="r" b="b"/>
                    <a:pathLst>
                      <a:path w="542478" h="605432">
                        <a:moveTo>
                          <a:pt x="175468" y="0"/>
                        </a:moveTo>
                        <a:lnTo>
                          <a:pt x="369689" y="1340"/>
                        </a:lnTo>
                        <a:lnTo>
                          <a:pt x="393799" y="3349"/>
                        </a:lnTo>
                        <a:lnTo>
                          <a:pt x="415900" y="8037"/>
                        </a:lnTo>
                        <a:lnTo>
                          <a:pt x="437331" y="15404"/>
                        </a:lnTo>
                        <a:lnTo>
                          <a:pt x="457423" y="26120"/>
                        </a:lnTo>
                        <a:lnTo>
                          <a:pt x="475506" y="38174"/>
                        </a:lnTo>
                        <a:lnTo>
                          <a:pt x="492249" y="52909"/>
                        </a:lnTo>
                        <a:lnTo>
                          <a:pt x="506313" y="69652"/>
                        </a:lnTo>
                        <a:lnTo>
                          <a:pt x="519038" y="88404"/>
                        </a:lnTo>
                        <a:lnTo>
                          <a:pt x="529084" y="108496"/>
                        </a:lnTo>
                        <a:lnTo>
                          <a:pt x="536451" y="129257"/>
                        </a:lnTo>
                        <a:lnTo>
                          <a:pt x="541139" y="152028"/>
                        </a:lnTo>
                        <a:lnTo>
                          <a:pt x="542479" y="175468"/>
                        </a:lnTo>
                        <a:lnTo>
                          <a:pt x="542479" y="431304"/>
                        </a:lnTo>
                        <a:lnTo>
                          <a:pt x="541139" y="455414"/>
                        </a:lnTo>
                        <a:lnTo>
                          <a:pt x="536451" y="478185"/>
                        </a:lnTo>
                        <a:lnTo>
                          <a:pt x="529084" y="499616"/>
                        </a:lnTo>
                        <a:lnTo>
                          <a:pt x="518369" y="519708"/>
                        </a:lnTo>
                        <a:lnTo>
                          <a:pt x="506313" y="537791"/>
                        </a:lnTo>
                        <a:lnTo>
                          <a:pt x="491579" y="554534"/>
                        </a:lnTo>
                        <a:lnTo>
                          <a:pt x="474836" y="569268"/>
                        </a:lnTo>
                        <a:lnTo>
                          <a:pt x="456084" y="581993"/>
                        </a:lnTo>
                        <a:lnTo>
                          <a:pt x="435992" y="592038"/>
                        </a:lnTo>
                        <a:lnTo>
                          <a:pt x="414561" y="599405"/>
                        </a:lnTo>
                        <a:lnTo>
                          <a:pt x="392460" y="604093"/>
                        </a:lnTo>
                        <a:lnTo>
                          <a:pt x="368350" y="605433"/>
                        </a:lnTo>
                        <a:lnTo>
                          <a:pt x="172789" y="604093"/>
                        </a:lnTo>
                        <a:lnTo>
                          <a:pt x="148679" y="602084"/>
                        </a:lnTo>
                        <a:lnTo>
                          <a:pt x="126578" y="597396"/>
                        </a:lnTo>
                        <a:lnTo>
                          <a:pt x="105147" y="590029"/>
                        </a:lnTo>
                        <a:lnTo>
                          <a:pt x="85055" y="579314"/>
                        </a:lnTo>
                        <a:lnTo>
                          <a:pt x="66973" y="567259"/>
                        </a:lnTo>
                        <a:lnTo>
                          <a:pt x="50229" y="552524"/>
                        </a:lnTo>
                        <a:lnTo>
                          <a:pt x="36165" y="535781"/>
                        </a:lnTo>
                        <a:lnTo>
                          <a:pt x="23440" y="517029"/>
                        </a:lnTo>
                        <a:lnTo>
                          <a:pt x="13395" y="496937"/>
                        </a:lnTo>
                        <a:lnTo>
                          <a:pt x="6028" y="476176"/>
                        </a:lnTo>
                        <a:lnTo>
                          <a:pt x="1340" y="453405"/>
                        </a:lnTo>
                        <a:lnTo>
                          <a:pt x="0" y="429965"/>
                        </a:lnTo>
                        <a:lnTo>
                          <a:pt x="0" y="174129"/>
                        </a:lnTo>
                        <a:lnTo>
                          <a:pt x="1340" y="150019"/>
                        </a:lnTo>
                        <a:lnTo>
                          <a:pt x="6028" y="127248"/>
                        </a:lnTo>
                        <a:lnTo>
                          <a:pt x="13395" y="105817"/>
                        </a:lnTo>
                        <a:lnTo>
                          <a:pt x="24110" y="85725"/>
                        </a:lnTo>
                        <a:lnTo>
                          <a:pt x="36165" y="67642"/>
                        </a:lnTo>
                        <a:lnTo>
                          <a:pt x="50899" y="50899"/>
                        </a:lnTo>
                        <a:lnTo>
                          <a:pt x="67642" y="36165"/>
                        </a:lnTo>
                        <a:lnTo>
                          <a:pt x="86395" y="23440"/>
                        </a:lnTo>
                        <a:lnTo>
                          <a:pt x="106487" y="13395"/>
                        </a:lnTo>
                        <a:lnTo>
                          <a:pt x="127918" y="6028"/>
                        </a:lnTo>
                        <a:lnTo>
                          <a:pt x="150019" y="1340"/>
                        </a:lnTo>
                        <a:lnTo>
                          <a:pt x="175468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21000"/>
                    </a:srgbClr>
                  </a:soli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5" name="任意多边形: 形状 3564">
                    <a:extLst>
                      <a:ext uri="{FF2B5EF4-FFF2-40B4-BE49-F238E27FC236}">
                        <a16:creationId xmlns:a16="http://schemas.microsoft.com/office/drawing/2014/main" id="{5E193311-4E55-C23C-2B41-8FD2C8816DA8}"/>
                      </a:ext>
                    </a:extLst>
                  </p:cNvPr>
                  <p:cNvSpPr/>
                  <p:nvPr/>
                </p:nvSpPr>
                <p:spPr>
                  <a:xfrm>
                    <a:off x="8098482" y="2581795"/>
                    <a:ext cx="673075" cy="137293"/>
                  </a:xfrm>
                  <a:custGeom>
                    <a:avLst/>
                    <a:gdLst>
                      <a:gd name="connsiteX0" fmla="*/ 0 w 673075"/>
                      <a:gd name="connsiteY0" fmla="*/ 0 h 137293"/>
                      <a:gd name="connsiteX1" fmla="*/ 673075 w 673075"/>
                      <a:gd name="connsiteY1" fmla="*/ 130597 h 137293"/>
                      <a:gd name="connsiteX2" fmla="*/ 673075 w 673075"/>
                      <a:gd name="connsiteY2" fmla="*/ 137294 h 137293"/>
                      <a:gd name="connsiteX3" fmla="*/ 0 w 673075"/>
                      <a:gd name="connsiteY3" fmla="*/ 10046 h 1372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73075" h="137293">
                        <a:moveTo>
                          <a:pt x="0" y="0"/>
                        </a:moveTo>
                        <a:lnTo>
                          <a:pt x="673075" y="130597"/>
                        </a:lnTo>
                        <a:lnTo>
                          <a:pt x="673075" y="137294"/>
                        </a:lnTo>
                        <a:lnTo>
                          <a:pt x="0" y="10046"/>
                        </a:lnTo>
                        <a:close/>
                      </a:path>
                    </a:pathLst>
                  </a:custGeom>
                  <a:solidFill>
                    <a:srgbClr val="767D7F"/>
                  </a:soli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344" name="任意多边形: 形状 3343">
                  <a:extLst>
                    <a:ext uri="{FF2B5EF4-FFF2-40B4-BE49-F238E27FC236}">
                      <a16:creationId xmlns:a16="http://schemas.microsoft.com/office/drawing/2014/main" id="{4835D98B-D82C-8FD7-C2E4-E57F2C562E80}"/>
                    </a:ext>
                  </a:extLst>
                </p:cNvPr>
                <p:cNvSpPr/>
                <p:nvPr/>
              </p:nvSpPr>
              <p:spPr>
                <a:xfrm>
                  <a:off x="3678287" y="2062757"/>
                  <a:ext cx="3934643" cy="1088305"/>
                </a:xfrm>
                <a:custGeom>
                  <a:avLst/>
                  <a:gdLst>
                    <a:gd name="connsiteX0" fmla="*/ 0 w 3934643"/>
                    <a:gd name="connsiteY0" fmla="*/ 301377 h 1088305"/>
                    <a:gd name="connsiteX1" fmla="*/ 3934644 w 3934643"/>
                    <a:gd name="connsiteY1" fmla="*/ 0 h 1088305"/>
                    <a:gd name="connsiteX2" fmla="*/ 3934644 w 3934643"/>
                    <a:gd name="connsiteY2" fmla="*/ 957709 h 1088305"/>
                    <a:gd name="connsiteX3" fmla="*/ 0 w 3934643"/>
                    <a:gd name="connsiteY3" fmla="*/ 1088306 h 1088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4643" h="1088305">
                      <a:moveTo>
                        <a:pt x="0" y="301377"/>
                      </a:moveTo>
                      <a:lnTo>
                        <a:pt x="3934644" y="0"/>
                      </a:lnTo>
                      <a:lnTo>
                        <a:pt x="3934644" y="957709"/>
                      </a:lnTo>
                      <a:lnTo>
                        <a:pt x="0" y="1088306"/>
                      </a:lnTo>
                      <a:close/>
                    </a:path>
                  </a:pathLst>
                </a:custGeom>
                <a:solidFill>
                  <a:srgbClr val="AEAFB1"/>
                </a:soli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45" name="任意多边形: 形状 3344">
                  <a:extLst>
                    <a:ext uri="{FF2B5EF4-FFF2-40B4-BE49-F238E27FC236}">
                      <a16:creationId xmlns:a16="http://schemas.microsoft.com/office/drawing/2014/main" id="{5776484F-7B01-8CF7-5B98-BC30E97920CE}"/>
                    </a:ext>
                  </a:extLst>
                </p:cNvPr>
                <p:cNvSpPr/>
                <p:nvPr/>
              </p:nvSpPr>
              <p:spPr>
                <a:xfrm>
                  <a:off x="3751957" y="2106290"/>
                  <a:ext cx="3807395" cy="977800"/>
                </a:xfrm>
                <a:custGeom>
                  <a:avLst/>
                  <a:gdLst>
                    <a:gd name="connsiteX0" fmla="*/ 0 w 3807395"/>
                    <a:gd name="connsiteY0" fmla="*/ 298028 h 977800"/>
                    <a:gd name="connsiteX1" fmla="*/ 3807396 w 3807395"/>
                    <a:gd name="connsiteY1" fmla="*/ 0 h 977800"/>
                    <a:gd name="connsiteX2" fmla="*/ 3807396 w 3807395"/>
                    <a:gd name="connsiteY2" fmla="*/ 850553 h 977800"/>
                    <a:gd name="connsiteX3" fmla="*/ 0 w 3807395"/>
                    <a:gd name="connsiteY3" fmla="*/ 977801 h 977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7395" h="977800">
                      <a:moveTo>
                        <a:pt x="0" y="298028"/>
                      </a:moveTo>
                      <a:lnTo>
                        <a:pt x="3807396" y="0"/>
                      </a:lnTo>
                      <a:lnTo>
                        <a:pt x="3807396" y="850553"/>
                      </a:lnTo>
                      <a:lnTo>
                        <a:pt x="0" y="977801"/>
                      </a:lnTo>
                      <a:close/>
                    </a:path>
                  </a:pathLst>
                </a:custGeom>
                <a:solidFill>
                  <a:srgbClr val="1B1C1E"/>
                </a:soli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46" name="任意多边形: 形状 3345">
                  <a:extLst>
                    <a:ext uri="{FF2B5EF4-FFF2-40B4-BE49-F238E27FC236}">
                      <a16:creationId xmlns:a16="http://schemas.microsoft.com/office/drawing/2014/main" id="{015C4C43-34CE-2304-F966-B47A77FF0FEF}"/>
                    </a:ext>
                  </a:extLst>
                </p:cNvPr>
                <p:cNvSpPr/>
                <p:nvPr/>
              </p:nvSpPr>
              <p:spPr>
                <a:xfrm>
                  <a:off x="3718470" y="2390923"/>
                  <a:ext cx="33486" cy="709910"/>
                </a:xfrm>
                <a:custGeom>
                  <a:avLst/>
                  <a:gdLst>
                    <a:gd name="connsiteX0" fmla="*/ 0 w 33486"/>
                    <a:gd name="connsiteY0" fmla="*/ 0 h 709910"/>
                    <a:gd name="connsiteX1" fmla="*/ 33486 w 33486"/>
                    <a:gd name="connsiteY1" fmla="*/ 13395 h 709910"/>
                    <a:gd name="connsiteX2" fmla="*/ 33486 w 33486"/>
                    <a:gd name="connsiteY2" fmla="*/ 709910 h 709910"/>
                    <a:gd name="connsiteX3" fmla="*/ 0 w 33486"/>
                    <a:gd name="connsiteY3" fmla="*/ 709910 h 709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486" h="709910">
                      <a:moveTo>
                        <a:pt x="0" y="0"/>
                      </a:moveTo>
                      <a:lnTo>
                        <a:pt x="33486" y="13395"/>
                      </a:lnTo>
                      <a:lnTo>
                        <a:pt x="33486" y="709910"/>
                      </a:lnTo>
                      <a:lnTo>
                        <a:pt x="0" y="70991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EAFB1"/>
                    </a:gs>
                    <a:gs pos="50000">
                      <a:srgbClr val="C2C3C5"/>
                    </a:gs>
                    <a:gs pos="100000">
                      <a:srgbClr val="D7D8D9"/>
                    </a:gs>
                  </a:gsLst>
                  <a:lin ang="10800000" scaled="1"/>
                </a:gra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347" name="图形 38">
                  <a:extLst>
                    <a:ext uri="{FF2B5EF4-FFF2-40B4-BE49-F238E27FC236}">
                      <a16:creationId xmlns:a16="http://schemas.microsoft.com/office/drawing/2014/main" id="{F4E94A7D-2DCA-5A79-D8DF-0BCE4094AAF2}"/>
                    </a:ext>
                  </a:extLst>
                </p:cNvPr>
                <p:cNvGrpSpPr/>
                <p:nvPr/>
              </p:nvGrpSpPr>
              <p:grpSpPr>
                <a:xfrm>
                  <a:off x="3745259" y="2347391"/>
                  <a:ext cx="930919" cy="271239"/>
                  <a:chOff x="3745259" y="2347391"/>
                  <a:chExt cx="930919" cy="271239"/>
                </a:xfrm>
              </p:grpSpPr>
              <p:grpSp>
                <p:nvGrpSpPr>
                  <p:cNvPr id="3551" name="图形 38">
                    <a:extLst>
                      <a:ext uri="{FF2B5EF4-FFF2-40B4-BE49-F238E27FC236}">
                        <a16:creationId xmlns:a16="http://schemas.microsoft.com/office/drawing/2014/main" id="{F850D05E-2188-3767-F446-03F3CED95BA3}"/>
                      </a:ext>
                    </a:extLst>
                  </p:cNvPr>
                  <p:cNvGrpSpPr/>
                  <p:nvPr/>
                </p:nvGrpSpPr>
                <p:grpSpPr>
                  <a:xfrm>
                    <a:off x="3751957" y="2347391"/>
                    <a:ext cx="924222" cy="271239"/>
                    <a:chOff x="3751957" y="2347391"/>
                    <a:chExt cx="924222" cy="271239"/>
                  </a:xfrm>
                </p:grpSpPr>
                <p:sp>
                  <p:nvSpPr>
                    <p:cNvPr id="3559" name="任意多边形: 形状 3558">
                      <a:extLst>
                        <a:ext uri="{FF2B5EF4-FFF2-40B4-BE49-F238E27FC236}">
                          <a16:creationId xmlns:a16="http://schemas.microsoft.com/office/drawing/2014/main" id="{CC06281B-9682-8851-3383-4332543D0C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347391"/>
                      <a:ext cx="924222" cy="271239"/>
                    </a:xfrm>
                    <a:custGeom>
                      <a:avLst/>
                      <a:gdLst>
                        <a:gd name="connsiteX0" fmla="*/ 0 w 924222"/>
                        <a:gd name="connsiteY0" fmla="*/ 73670 h 271239"/>
                        <a:gd name="connsiteX1" fmla="*/ 924223 w 924222"/>
                        <a:gd name="connsiteY1" fmla="*/ 0 h 271239"/>
                        <a:gd name="connsiteX2" fmla="*/ 924223 w 924222"/>
                        <a:gd name="connsiteY2" fmla="*/ 214313 h 271239"/>
                        <a:gd name="connsiteX3" fmla="*/ 0 w 924222"/>
                        <a:gd name="connsiteY3" fmla="*/ 271239 h 2712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71239">
                          <a:moveTo>
                            <a:pt x="0" y="73670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71239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60" name="任意多边形: 形状 3559">
                      <a:extLst>
                        <a:ext uri="{FF2B5EF4-FFF2-40B4-BE49-F238E27FC236}">
                          <a16:creationId xmlns:a16="http://schemas.microsoft.com/office/drawing/2014/main" id="{FB52D599-5123-338B-9A12-0A46243692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347391"/>
                      <a:ext cx="924222" cy="271239"/>
                    </a:xfrm>
                    <a:custGeom>
                      <a:avLst/>
                      <a:gdLst>
                        <a:gd name="connsiteX0" fmla="*/ 0 w 924222"/>
                        <a:gd name="connsiteY0" fmla="*/ 73670 h 271239"/>
                        <a:gd name="connsiteX1" fmla="*/ 924223 w 924222"/>
                        <a:gd name="connsiteY1" fmla="*/ 0 h 271239"/>
                        <a:gd name="connsiteX2" fmla="*/ 924223 w 924222"/>
                        <a:gd name="connsiteY2" fmla="*/ 214313 h 271239"/>
                        <a:gd name="connsiteX3" fmla="*/ 0 w 924222"/>
                        <a:gd name="connsiteY3" fmla="*/ 271239 h 2712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71239">
                          <a:moveTo>
                            <a:pt x="0" y="73670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7123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61" name="任意多边形: 形状 3560">
                      <a:extLst>
                        <a:ext uri="{FF2B5EF4-FFF2-40B4-BE49-F238E27FC236}">
                          <a16:creationId xmlns:a16="http://schemas.microsoft.com/office/drawing/2014/main" id="{11D5B9C9-FE87-7659-20B4-3CB4E9479D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8654" y="2354758"/>
                      <a:ext cx="910828" cy="256505"/>
                    </a:xfrm>
                    <a:custGeom>
                      <a:avLst/>
                      <a:gdLst>
                        <a:gd name="connsiteX0" fmla="*/ 910828 w 910828"/>
                        <a:gd name="connsiteY0" fmla="*/ 0 h 256505"/>
                        <a:gd name="connsiteX1" fmla="*/ 910828 w 910828"/>
                        <a:gd name="connsiteY1" fmla="*/ 200918 h 256505"/>
                        <a:gd name="connsiteX2" fmla="*/ 0 w 910828"/>
                        <a:gd name="connsiteY2" fmla="*/ 256505 h 256505"/>
                        <a:gd name="connsiteX3" fmla="*/ 0 w 910828"/>
                        <a:gd name="connsiteY3" fmla="*/ 72330 h 256505"/>
                        <a:gd name="connsiteX4" fmla="*/ 910828 w 910828"/>
                        <a:gd name="connsiteY4" fmla="*/ 0 h 2565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0828" h="256505">
                          <a:moveTo>
                            <a:pt x="910828" y="0"/>
                          </a:moveTo>
                          <a:lnTo>
                            <a:pt x="910828" y="200918"/>
                          </a:lnTo>
                          <a:lnTo>
                            <a:pt x="0" y="256505"/>
                          </a:lnTo>
                          <a:lnTo>
                            <a:pt x="0" y="72330"/>
                          </a:lnTo>
                          <a:lnTo>
                            <a:pt x="910828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363636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552" name="任意多边形: 形状 3551">
                    <a:extLst>
                      <a:ext uri="{FF2B5EF4-FFF2-40B4-BE49-F238E27FC236}">
                        <a16:creationId xmlns:a16="http://schemas.microsoft.com/office/drawing/2014/main" id="{8545C0B5-3D3B-9BF3-0DED-5EAE25C912E2}"/>
                      </a:ext>
                    </a:extLst>
                  </p:cNvPr>
                  <p:cNvSpPr/>
                  <p:nvPr/>
                </p:nvSpPr>
                <p:spPr>
                  <a:xfrm>
                    <a:off x="4076774" y="2431107"/>
                    <a:ext cx="512340" cy="107156"/>
                  </a:xfrm>
                  <a:custGeom>
                    <a:avLst/>
                    <a:gdLst>
                      <a:gd name="connsiteX0" fmla="*/ 0 w 512340"/>
                      <a:gd name="connsiteY0" fmla="*/ 33486 h 107156"/>
                      <a:gd name="connsiteX1" fmla="*/ 512341 w 512340"/>
                      <a:gd name="connsiteY1" fmla="*/ 0 h 107156"/>
                      <a:gd name="connsiteX2" fmla="*/ 512341 w 512340"/>
                      <a:gd name="connsiteY2" fmla="*/ 73670 h 107156"/>
                      <a:gd name="connsiteX3" fmla="*/ 0 w 512340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2340" h="107156">
                        <a:moveTo>
                          <a:pt x="0" y="33486"/>
                        </a:moveTo>
                        <a:lnTo>
                          <a:pt x="512341" y="0"/>
                        </a:lnTo>
                        <a:lnTo>
                          <a:pt x="512341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53" name="任意多边形: 形状 3552">
                    <a:extLst>
                      <a:ext uri="{FF2B5EF4-FFF2-40B4-BE49-F238E27FC236}">
                        <a16:creationId xmlns:a16="http://schemas.microsoft.com/office/drawing/2014/main" id="{7A6371AA-E612-98C7-9A23-96089D5E9600}"/>
                      </a:ext>
                    </a:extLst>
                  </p:cNvPr>
                  <p:cNvSpPr/>
                  <p:nvPr/>
                </p:nvSpPr>
                <p:spPr>
                  <a:xfrm>
                    <a:off x="3828975" y="2474639"/>
                    <a:ext cx="130596" cy="83715"/>
                  </a:xfrm>
                  <a:custGeom>
                    <a:avLst/>
                    <a:gdLst>
                      <a:gd name="connsiteX0" fmla="*/ 0 w 130596"/>
                      <a:gd name="connsiteY0" fmla="*/ 10046 h 83715"/>
                      <a:gd name="connsiteX1" fmla="*/ 130597 w 130596"/>
                      <a:gd name="connsiteY1" fmla="*/ 0 h 83715"/>
                      <a:gd name="connsiteX2" fmla="*/ 130597 w 130596"/>
                      <a:gd name="connsiteY2" fmla="*/ 73670 h 83715"/>
                      <a:gd name="connsiteX3" fmla="*/ 0 w 130596"/>
                      <a:gd name="connsiteY3" fmla="*/ 83716 h 83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0596" h="83715">
                        <a:moveTo>
                          <a:pt x="0" y="10046"/>
                        </a:moveTo>
                        <a:lnTo>
                          <a:pt x="130597" y="0"/>
                        </a:lnTo>
                        <a:moveTo>
                          <a:pt x="130597" y="73670"/>
                        </a:moveTo>
                        <a:lnTo>
                          <a:pt x="0" y="8371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554" name="图形 38">
                    <a:extLst>
                      <a:ext uri="{FF2B5EF4-FFF2-40B4-BE49-F238E27FC236}">
                        <a16:creationId xmlns:a16="http://schemas.microsoft.com/office/drawing/2014/main" id="{7FAD4DA6-CC48-7A40-D501-DD0D3CC33F84}"/>
                      </a:ext>
                    </a:extLst>
                  </p:cNvPr>
                  <p:cNvGrpSpPr/>
                  <p:nvPr/>
                </p:nvGrpSpPr>
                <p:grpSpPr>
                  <a:xfrm>
                    <a:off x="3745259" y="2471291"/>
                    <a:ext cx="26789" cy="100458"/>
                    <a:chOff x="3745259" y="2471291"/>
                    <a:chExt cx="26789" cy="100458"/>
                  </a:xfrm>
                </p:grpSpPr>
                <p:sp>
                  <p:nvSpPr>
                    <p:cNvPr id="3555" name="任意多边形: 形状 3554">
                      <a:extLst>
                        <a:ext uri="{FF2B5EF4-FFF2-40B4-BE49-F238E27FC236}">
                          <a16:creationId xmlns:a16="http://schemas.microsoft.com/office/drawing/2014/main" id="{5B569A92-A552-9853-315A-04C55BD158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47129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56" name="任意多边形: 形状 3555">
                      <a:extLst>
                        <a:ext uri="{FF2B5EF4-FFF2-40B4-BE49-F238E27FC236}">
                          <a16:creationId xmlns:a16="http://schemas.microsoft.com/office/drawing/2014/main" id="{F7A1161A-0F23-2BF3-38CC-C3B72721F5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47129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57" name="任意多边形: 形状 3556">
                      <a:extLst>
                        <a:ext uri="{FF2B5EF4-FFF2-40B4-BE49-F238E27FC236}">
                          <a16:creationId xmlns:a16="http://schemas.microsoft.com/office/drawing/2014/main" id="{3813409C-E970-9F2B-2D31-9C9C836436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544960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58" name="任意多边形: 形状 3557">
                      <a:extLst>
                        <a:ext uri="{FF2B5EF4-FFF2-40B4-BE49-F238E27FC236}">
                          <a16:creationId xmlns:a16="http://schemas.microsoft.com/office/drawing/2014/main" id="{4849CF6E-7462-1746-1CB6-F5701A71AC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544960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348" name="图形 38">
                  <a:extLst>
                    <a:ext uri="{FF2B5EF4-FFF2-40B4-BE49-F238E27FC236}">
                      <a16:creationId xmlns:a16="http://schemas.microsoft.com/office/drawing/2014/main" id="{1FD72459-E5E6-1A08-EF59-46A9F7840477}"/>
                    </a:ext>
                  </a:extLst>
                </p:cNvPr>
                <p:cNvGrpSpPr/>
                <p:nvPr/>
              </p:nvGrpSpPr>
              <p:grpSpPr>
                <a:xfrm>
                  <a:off x="3745259" y="2585144"/>
                  <a:ext cx="930919" cy="254496"/>
                  <a:chOff x="3745259" y="2585144"/>
                  <a:chExt cx="930919" cy="254496"/>
                </a:xfrm>
              </p:grpSpPr>
              <p:grpSp>
                <p:nvGrpSpPr>
                  <p:cNvPr id="3540" name="图形 38">
                    <a:extLst>
                      <a:ext uri="{FF2B5EF4-FFF2-40B4-BE49-F238E27FC236}">
                        <a16:creationId xmlns:a16="http://schemas.microsoft.com/office/drawing/2014/main" id="{C750D200-13E0-7756-A991-1FCD86D8CC0E}"/>
                      </a:ext>
                    </a:extLst>
                  </p:cNvPr>
                  <p:cNvGrpSpPr/>
                  <p:nvPr/>
                </p:nvGrpSpPr>
                <p:grpSpPr>
                  <a:xfrm>
                    <a:off x="3751957" y="2585144"/>
                    <a:ext cx="924222" cy="254496"/>
                    <a:chOff x="3751957" y="2585144"/>
                    <a:chExt cx="924222" cy="254496"/>
                  </a:xfrm>
                </p:grpSpPr>
                <p:sp>
                  <p:nvSpPr>
                    <p:cNvPr id="3548" name="任意多边形: 形状 3547">
                      <a:extLst>
                        <a:ext uri="{FF2B5EF4-FFF2-40B4-BE49-F238E27FC236}">
                          <a16:creationId xmlns:a16="http://schemas.microsoft.com/office/drawing/2014/main" id="{F133D26A-B307-A4EA-572E-CAE574B998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585144"/>
                      <a:ext cx="924222" cy="254496"/>
                    </a:xfrm>
                    <a:custGeom>
                      <a:avLst/>
                      <a:gdLst>
                        <a:gd name="connsiteX0" fmla="*/ 0 w 924222"/>
                        <a:gd name="connsiteY0" fmla="*/ 56927 h 254496"/>
                        <a:gd name="connsiteX1" fmla="*/ 924223 w 924222"/>
                        <a:gd name="connsiteY1" fmla="*/ 0 h 254496"/>
                        <a:gd name="connsiteX2" fmla="*/ 924223 w 924222"/>
                        <a:gd name="connsiteY2" fmla="*/ 214313 h 254496"/>
                        <a:gd name="connsiteX3" fmla="*/ 0 w 924222"/>
                        <a:gd name="connsiteY3" fmla="*/ 254496 h 2544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54496">
                          <a:moveTo>
                            <a:pt x="0" y="56927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54496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49" name="任意多边形: 形状 3548">
                      <a:extLst>
                        <a:ext uri="{FF2B5EF4-FFF2-40B4-BE49-F238E27FC236}">
                          <a16:creationId xmlns:a16="http://schemas.microsoft.com/office/drawing/2014/main" id="{38102ADE-5F4A-A521-2830-BAD114D8FE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585144"/>
                      <a:ext cx="924222" cy="254496"/>
                    </a:xfrm>
                    <a:custGeom>
                      <a:avLst/>
                      <a:gdLst>
                        <a:gd name="connsiteX0" fmla="*/ 0 w 924222"/>
                        <a:gd name="connsiteY0" fmla="*/ 56927 h 254496"/>
                        <a:gd name="connsiteX1" fmla="*/ 924223 w 924222"/>
                        <a:gd name="connsiteY1" fmla="*/ 0 h 254496"/>
                        <a:gd name="connsiteX2" fmla="*/ 924223 w 924222"/>
                        <a:gd name="connsiteY2" fmla="*/ 214313 h 254496"/>
                        <a:gd name="connsiteX3" fmla="*/ 0 w 924222"/>
                        <a:gd name="connsiteY3" fmla="*/ 254496 h 2544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54496">
                          <a:moveTo>
                            <a:pt x="0" y="56927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5449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50" name="任意多边形: 形状 3549">
                      <a:extLst>
                        <a:ext uri="{FF2B5EF4-FFF2-40B4-BE49-F238E27FC236}">
                          <a16:creationId xmlns:a16="http://schemas.microsoft.com/office/drawing/2014/main" id="{A31039DD-07C0-FB1D-EA40-903936B444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8654" y="2592511"/>
                      <a:ext cx="910828" cy="240431"/>
                    </a:xfrm>
                    <a:custGeom>
                      <a:avLst/>
                      <a:gdLst>
                        <a:gd name="connsiteX0" fmla="*/ 910828 w 910828"/>
                        <a:gd name="connsiteY0" fmla="*/ 0 h 240431"/>
                        <a:gd name="connsiteX1" fmla="*/ 910828 w 910828"/>
                        <a:gd name="connsiteY1" fmla="*/ 200248 h 240431"/>
                        <a:gd name="connsiteX2" fmla="*/ 0 w 910828"/>
                        <a:gd name="connsiteY2" fmla="*/ 240432 h 240431"/>
                        <a:gd name="connsiteX3" fmla="*/ 0 w 910828"/>
                        <a:gd name="connsiteY3" fmla="*/ 55587 h 240431"/>
                        <a:gd name="connsiteX4" fmla="*/ 910828 w 910828"/>
                        <a:gd name="connsiteY4" fmla="*/ 0 h 2404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0828" h="240431">
                          <a:moveTo>
                            <a:pt x="910828" y="0"/>
                          </a:moveTo>
                          <a:lnTo>
                            <a:pt x="910828" y="200248"/>
                          </a:lnTo>
                          <a:lnTo>
                            <a:pt x="0" y="240432"/>
                          </a:lnTo>
                          <a:lnTo>
                            <a:pt x="0" y="55587"/>
                          </a:lnTo>
                          <a:lnTo>
                            <a:pt x="910828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363636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541" name="任意多边形: 形状 3540">
                    <a:extLst>
                      <a:ext uri="{FF2B5EF4-FFF2-40B4-BE49-F238E27FC236}">
                        <a16:creationId xmlns:a16="http://schemas.microsoft.com/office/drawing/2014/main" id="{65B06A6B-039B-1731-91E5-C3DEB96B3131}"/>
                      </a:ext>
                    </a:extLst>
                  </p:cNvPr>
                  <p:cNvSpPr/>
                  <p:nvPr/>
                </p:nvSpPr>
                <p:spPr>
                  <a:xfrm>
                    <a:off x="4076774" y="2652117"/>
                    <a:ext cx="512340" cy="107156"/>
                  </a:xfrm>
                  <a:custGeom>
                    <a:avLst/>
                    <a:gdLst>
                      <a:gd name="connsiteX0" fmla="*/ 0 w 512340"/>
                      <a:gd name="connsiteY0" fmla="*/ 33486 h 107156"/>
                      <a:gd name="connsiteX1" fmla="*/ 512341 w 512340"/>
                      <a:gd name="connsiteY1" fmla="*/ 0 h 107156"/>
                      <a:gd name="connsiteX2" fmla="*/ 512341 w 512340"/>
                      <a:gd name="connsiteY2" fmla="*/ 73670 h 107156"/>
                      <a:gd name="connsiteX3" fmla="*/ 0 w 512340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2340" h="107156">
                        <a:moveTo>
                          <a:pt x="0" y="33486"/>
                        </a:moveTo>
                        <a:lnTo>
                          <a:pt x="512341" y="0"/>
                        </a:lnTo>
                        <a:lnTo>
                          <a:pt x="512341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42" name="任意多边形: 形状 3541">
                    <a:extLst>
                      <a:ext uri="{FF2B5EF4-FFF2-40B4-BE49-F238E27FC236}">
                        <a16:creationId xmlns:a16="http://schemas.microsoft.com/office/drawing/2014/main" id="{0403E97F-433E-5C75-931B-36D279E6AAE0}"/>
                      </a:ext>
                    </a:extLst>
                  </p:cNvPr>
                  <p:cNvSpPr/>
                  <p:nvPr/>
                </p:nvSpPr>
                <p:spPr>
                  <a:xfrm>
                    <a:off x="3828975" y="2695649"/>
                    <a:ext cx="130596" cy="83715"/>
                  </a:xfrm>
                  <a:custGeom>
                    <a:avLst/>
                    <a:gdLst>
                      <a:gd name="connsiteX0" fmla="*/ 0 w 130596"/>
                      <a:gd name="connsiteY0" fmla="*/ 10046 h 83715"/>
                      <a:gd name="connsiteX1" fmla="*/ 130597 w 130596"/>
                      <a:gd name="connsiteY1" fmla="*/ 0 h 83715"/>
                      <a:gd name="connsiteX2" fmla="*/ 130597 w 130596"/>
                      <a:gd name="connsiteY2" fmla="*/ 73670 h 83715"/>
                      <a:gd name="connsiteX3" fmla="*/ 0 w 130596"/>
                      <a:gd name="connsiteY3" fmla="*/ 83716 h 83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0596" h="83715">
                        <a:moveTo>
                          <a:pt x="0" y="10046"/>
                        </a:moveTo>
                        <a:lnTo>
                          <a:pt x="130597" y="0"/>
                        </a:lnTo>
                        <a:moveTo>
                          <a:pt x="130597" y="73670"/>
                        </a:moveTo>
                        <a:lnTo>
                          <a:pt x="0" y="8371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543" name="图形 38">
                    <a:extLst>
                      <a:ext uri="{FF2B5EF4-FFF2-40B4-BE49-F238E27FC236}">
                        <a16:creationId xmlns:a16="http://schemas.microsoft.com/office/drawing/2014/main" id="{ADC95160-FE01-1006-4063-85E555D3A7B5}"/>
                      </a:ext>
                    </a:extLst>
                  </p:cNvPr>
                  <p:cNvGrpSpPr/>
                  <p:nvPr/>
                </p:nvGrpSpPr>
                <p:grpSpPr>
                  <a:xfrm>
                    <a:off x="3745259" y="2692300"/>
                    <a:ext cx="26789" cy="100458"/>
                    <a:chOff x="3745259" y="2692300"/>
                    <a:chExt cx="26789" cy="100458"/>
                  </a:xfrm>
                </p:grpSpPr>
                <p:sp>
                  <p:nvSpPr>
                    <p:cNvPr id="3544" name="任意多边形: 形状 3543">
                      <a:extLst>
                        <a:ext uri="{FF2B5EF4-FFF2-40B4-BE49-F238E27FC236}">
                          <a16:creationId xmlns:a16="http://schemas.microsoft.com/office/drawing/2014/main" id="{FE7FCEFD-CE83-60D2-B1BE-701389376A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692300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45" name="任意多边形: 形状 3544">
                      <a:extLst>
                        <a:ext uri="{FF2B5EF4-FFF2-40B4-BE49-F238E27FC236}">
                          <a16:creationId xmlns:a16="http://schemas.microsoft.com/office/drawing/2014/main" id="{293BB9A7-4212-3E8C-D070-12AFBF09EA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692300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46" name="任意多边形: 形状 3545">
                      <a:extLst>
                        <a:ext uri="{FF2B5EF4-FFF2-40B4-BE49-F238E27FC236}">
                          <a16:creationId xmlns:a16="http://schemas.microsoft.com/office/drawing/2014/main" id="{94A5319E-5A8B-4D4B-1D59-85B5B685E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765970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47" name="任意多边形: 形状 3546">
                      <a:extLst>
                        <a:ext uri="{FF2B5EF4-FFF2-40B4-BE49-F238E27FC236}">
                          <a16:creationId xmlns:a16="http://schemas.microsoft.com/office/drawing/2014/main" id="{B9641FFD-3D55-6D2B-D827-135BA6DD8B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765970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349" name="图形 38">
                  <a:extLst>
                    <a:ext uri="{FF2B5EF4-FFF2-40B4-BE49-F238E27FC236}">
                      <a16:creationId xmlns:a16="http://schemas.microsoft.com/office/drawing/2014/main" id="{71F92312-F6C1-C0CD-60A2-13259B84FDD7}"/>
                    </a:ext>
                  </a:extLst>
                </p:cNvPr>
                <p:cNvGrpSpPr/>
                <p:nvPr/>
              </p:nvGrpSpPr>
              <p:grpSpPr>
                <a:xfrm>
                  <a:off x="3745259" y="2826246"/>
                  <a:ext cx="930919" cy="241101"/>
                  <a:chOff x="3745259" y="2826246"/>
                  <a:chExt cx="930919" cy="241101"/>
                </a:xfrm>
              </p:grpSpPr>
              <p:grpSp>
                <p:nvGrpSpPr>
                  <p:cNvPr id="3529" name="图形 38">
                    <a:extLst>
                      <a:ext uri="{FF2B5EF4-FFF2-40B4-BE49-F238E27FC236}">
                        <a16:creationId xmlns:a16="http://schemas.microsoft.com/office/drawing/2014/main" id="{54FB2EA1-7C53-1393-B62D-1AF67EB91592}"/>
                      </a:ext>
                    </a:extLst>
                  </p:cNvPr>
                  <p:cNvGrpSpPr/>
                  <p:nvPr/>
                </p:nvGrpSpPr>
                <p:grpSpPr>
                  <a:xfrm>
                    <a:off x="3751957" y="2826246"/>
                    <a:ext cx="924222" cy="241101"/>
                    <a:chOff x="3751957" y="2826246"/>
                    <a:chExt cx="924222" cy="241101"/>
                  </a:xfrm>
                </p:grpSpPr>
                <p:sp>
                  <p:nvSpPr>
                    <p:cNvPr id="3537" name="任意多边形: 形状 3536">
                      <a:extLst>
                        <a:ext uri="{FF2B5EF4-FFF2-40B4-BE49-F238E27FC236}">
                          <a16:creationId xmlns:a16="http://schemas.microsoft.com/office/drawing/2014/main" id="{B8C3EEDB-6675-00CB-2239-8FA260E42C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826246"/>
                      <a:ext cx="924222" cy="241101"/>
                    </a:xfrm>
                    <a:custGeom>
                      <a:avLst/>
                      <a:gdLst>
                        <a:gd name="connsiteX0" fmla="*/ 0 w 924222"/>
                        <a:gd name="connsiteY0" fmla="*/ 43532 h 241101"/>
                        <a:gd name="connsiteX1" fmla="*/ 924223 w 924222"/>
                        <a:gd name="connsiteY1" fmla="*/ 0 h 241101"/>
                        <a:gd name="connsiteX2" fmla="*/ 924223 w 924222"/>
                        <a:gd name="connsiteY2" fmla="*/ 210964 h 241101"/>
                        <a:gd name="connsiteX3" fmla="*/ 0 w 924222"/>
                        <a:gd name="connsiteY3" fmla="*/ 241102 h 2411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41101">
                          <a:moveTo>
                            <a:pt x="0" y="43532"/>
                          </a:moveTo>
                          <a:lnTo>
                            <a:pt x="924223" y="0"/>
                          </a:lnTo>
                          <a:lnTo>
                            <a:pt x="924223" y="210964"/>
                          </a:lnTo>
                          <a:lnTo>
                            <a:pt x="0" y="24110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38" name="任意多边形: 形状 3537">
                      <a:extLst>
                        <a:ext uri="{FF2B5EF4-FFF2-40B4-BE49-F238E27FC236}">
                          <a16:creationId xmlns:a16="http://schemas.microsoft.com/office/drawing/2014/main" id="{63E34170-1D4D-2D4F-D963-D14057B53E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826246"/>
                      <a:ext cx="924222" cy="241101"/>
                    </a:xfrm>
                    <a:custGeom>
                      <a:avLst/>
                      <a:gdLst>
                        <a:gd name="connsiteX0" fmla="*/ 0 w 924222"/>
                        <a:gd name="connsiteY0" fmla="*/ 43532 h 241101"/>
                        <a:gd name="connsiteX1" fmla="*/ 924223 w 924222"/>
                        <a:gd name="connsiteY1" fmla="*/ 0 h 241101"/>
                        <a:gd name="connsiteX2" fmla="*/ 924223 w 924222"/>
                        <a:gd name="connsiteY2" fmla="*/ 210964 h 241101"/>
                        <a:gd name="connsiteX3" fmla="*/ 0 w 924222"/>
                        <a:gd name="connsiteY3" fmla="*/ 241102 h 2411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41101">
                          <a:moveTo>
                            <a:pt x="0" y="43532"/>
                          </a:moveTo>
                          <a:lnTo>
                            <a:pt x="924223" y="0"/>
                          </a:lnTo>
                          <a:lnTo>
                            <a:pt x="924223" y="210964"/>
                          </a:lnTo>
                          <a:lnTo>
                            <a:pt x="0" y="24110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39" name="任意多边形: 形状 3538">
                      <a:extLst>
                        <a:ext uri="{FF2B5EF4-FFF2-40B4-BE49-F238E27FC236}">
                          <a16:creationId xmlns:a16="http://schemas.microsoft.com/office/drawing/2014/main" id="{E5AEA32A-E5AC-4243-7F7C-0CEAB20DD1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8654" y="2832943"/>
                      <a:ext cx="910828" cy="227707"/>
                    </a:xfrm>
                    <a:custGeom>
                      <a:avLst/>
                      <a:gdLst>
                        <a:gd name="connsiteX0" fmla="*/ 910828 w 910828"/>
                        <a:gd name="connsiteY0" fmla="*/ 0 h 227707"/>
                        <a:gd name="connsiteX1" fmla="*/ 910828 w 910828"/>
                        <a:gd name="connsiteY1" fmla="*/ 197569 h 227707"/>
                        <a:gd name="connsiteX2" fmla="*/ 0 w 910828"/>
                        <a:gd name="connsiteY2" fmla="*/ 227707 h 227707"/>
                        <a:gd name="connsiteX3" fmla="*/ 0 w 910828"/>
                        <a:gd name="connsiteY3" fmla="*/ 43532 h 227707"/>
                        <a:gd name="connsiteX4" fmla="*/ 910828 w 910828"/>
                        <a:gd name="connsiteY4" fmla="*/ 0 h 2277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0828" h="227707">
                          <a:moveTo>
                            <a:pt x="910828" y="0"/>
                          </a:moveTo>
                          <a:lnTo>
                            <a:pt x="910828" y="197569"/>
                          </a:lnTo>
                          <a:lnTo>
                            <a:pt x="0" y="227707"/>
                          </a:lnTo>
                          <a:lnTo>
                            <a:pt x="0" y="43532"/>
                          </a:lnTo>
                          <a:lnTo>
                            <a:pt x="910828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363636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530" name="任意多边形: 形状 3529">
                    <a:extLst>
                      <a:ext uri="{FF2B5EF4-FFF2-40B4-BE49-F238E27FC236}">
                        <a16:creationId xmlns:a16="http://schemas.microsoft.com/office/drawing/2014/main" id="{69FE495E-C993-B82B-5C22-835B81490270}"/>
                      </a:ext>
                    </a:extLst>
                  </p:cNvPr>
                  <p:cNvSpPr/>
                  <p:nvPr/>
                </p:nvSpPr>
                <p:spPr>
                  <a:xfrm>
                    <a:off x="4076774" y="2899916"/>
                    <a:ext cx="512340" cy="93761"/>
                  </a:xfrm>
                  <a:custGeom>
                    <a:avLst/>
                    <a:gdLst>
                      <a:gd name="connsiteX0" fmla="*/ 0 w 512340"/>
                      <a:gd name="connsiteY0" fmla="*/ 20092 h 93761"/>
                      <a:gd name="connsiteX1" fmla="*/ 512341 w 512340"/>
                      <a:gd name="connsiteY1" fmla="*/ 0 h 93761"/>
                      <a:gd name="connsiteX2" fmla="*/ 512341 w 512340"/>
                      <a:gd name="connsiteY2" fmla="*/ 73670 h 93761"/>
                      <a:gd name="connsiteX3" fmla="*/ 0 w 512340"/>
                      <a:gd name="connsiteY3" fmla="*/ 93762 h 93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2340" h="93761">
                        <a:moveTo>
                          <a:pt x="0" y="20092"/>
                        </a:moveTo>
                        <a:lnTo>
                          <a:pt x="512341" y="0"/>
                        </a:lnTo>
                        <a:lnTo>
                          <a:pt x="512341" y="73670"/>
                        </a:lnTo>
                        <a:lnTo>
                          <a:pt x="0" y="93762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1" name="任意多边形: 形状 3530">
                    <a:extLst>
                      <a:ext uri="{FF2B5EF4-FFF2-40B4-BE49-F238E27FC236}">
                        <a16:creationId xmlns:a16="http://schemas.microsoft.com/office/drawing/2014/main" id="{E34DB556-104F-1296-BFEC-FDCCF6C9B689}"/>
                      </a:ext>
                    </a:extLst>
                  </p:cNvPr>
                  <p:cNvSpPr/>
                  <p:nvPr/>
                </p:nvSpPr>
                <p:spPr>
                  <a:xfrm>
                    <a:off x="3828975" y="2930053"/>
                    <a:ext cx="130596" cy="77018"/>
                  </a:xfrm>
                  <a:custGeom>
                    <a:avLst/>
                    <a:gdLst>
                      <a:gd name="connsiteX0" fmla="*/ 0 w 130596"/>
                      <a:gd name="connsiteY0" fmla="*/ 3349 h 77018"/>
                      <a:gd name="connsiteX1" fmla="*/ 130597 w 130596"/>
                      <a:gd name="connsiteY1" fmla="*/ 0 h 77018"/>
                      <a:gd name="connsiteX2" fmla="*/ 130597 w 130596"/>
                      <a:gd name="connsiteY2" fmla="*/ 70321 h 77018"/>
                      <a:gd name="connsiteX3" fmla="*/ 0 w 130596"/>
                      <a:gd name="connsiteY3" fmla="*/ 77019 h 770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0596" h="77018">
                        <a:moveTo>
                          <a:pt x="0" y="3349"/>
                        </a:moveTo>
                        <a:lnTo>
                          <a:pt x="130597" y="0"/>
                        </a:lnTo>
                        <a:moveTo>
                          <a:pt x="130597" y="70321"/>
                        </a:moveTo>
                        <a:lnTo>
                          <a:pt x="0" y="77019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532" name="图形 38">
                    <a:extLst>
                      <a:ext uri="{FF2B5EF4-FFF2-40B4-BE49-F238E27FC236}">
                        <a16:creationId xmlns:a16="http://schemas.microsoft.com/office/drawing/2014/main" id="{89E23029-0CF9-B2EC-E322-6C2AF69B31A7}"/>
                      </a:ext>
                    </a:extLst>
                  </p:cNvPr>
                  <p:cNvGrpSpPr/>
                  <p:nvPr/>
                </p:nvGrpSpPr>
                <p:grpSpPr>
                  <a:xfrm>
                    <a:off x="3745259" y="2920007"/>
                    <a:ext cx="26789" cy="100458"/>
                    <a:chOff x="3745259" y="2920007"/>
                    <a:chExt cx="26789" cy="100458"/>
                  </a:xfrm>
                </p:grpSpPr>
                <p:sp>
                  <p:nvSpPr>
                    <p:cNvPr id="3533" name="任意多边形: 形状 3532">
                      <a:extLst>
                        <a:ext uri="{FF2B5EF4-FFF2-40B4-BE49-F238E27FC236}">
                          <a16:creationId xmlns:a16="http://schemas.microsoft.com/office/drawing/2014/main" id="{E430AB3B-7D95-0933-6053-3EDA2DECF6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92000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34" name="任意多边形: 形状 3533">
                      <a:extLst>
                        <a:ext uri="{FF2B5EF4-FFF2-40B4-BE49-F238E27FC236}">
                          <a16:creationId xmlns:a16="http://schemas.microsoft.com/office/drawing/2014/main" id="{0BC31E49-5A4E-3795-F1BF-C77B22878E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92000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35" name="任意多边形: 形状 3534">
                      <a:extLst>
                        <a:ext uri="{FF2B5EF4-FFF2-40B4-BE49-F238E27FC236}">
                          <a16:creationId xmlns:a16="http://schemas.microsoft.com/office/drawing/2014/main" id="{7C840CBC-0781-E4F1-80A8-1FBF95914D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99367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36" name="任意多边形: 形状 3535">
                      <a:extLst>
                        <a:ext uri="{FF2B5EF4-FFF2-40B4-BE49-F238E27FC236}">
                          <a16:creationId xmlns:a16="http://schemas.microsoft.com/office/drawing/2014/main" id="{77C94A28-61D6-48E9-1C9E-F0E79070F0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99367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350" name="图形 38">
                  <a:extLst>
                    <a:ext uri="{FF2B5EF4-FFF2-40B4-BE49-F238E27FC236}">
                      <a16:creationId xmlns:a16="http://schemas.microsoft.com/office/drawing/2014/main" id="{2DAB2B72-1DEB-2D0E-4360-CE139074DE4E}"/>
                    </a:ext>
                  </a:extLst>
                </p:cNvPr>
                <p:cNvGrpSpPr/>
                <p:nvPr/>
              </p:nvGrpSpPr>
              <p:grpSpPr>
                <a:xfrm>
                  <a:off x="4696271" y="2270373"/>
                  <a:ext cx="1051470" cy="287982"/>
                  <a:chOff x="4696271" y="2270373"/>
                  <a:chExt cx="1051470" cy="287982"/>
                </a:xfrm>
              </p:grpSpPr>
              <p:grpSp>
                <p:nvGrpSpPr>
                  <p:cNvPr id="3518" name="图形 38">
                    <a:extLst>
                      <a:ext uri="{FF2B5EF4-FFF2-40B4-BE49-F238E27FC236}">
                        <a16:creationId xmlns:a16="http://schemas.microsoft.com/office/drawing/2014/main" id="{47C5C79A-DD98-AB39-B5CD-B03170D7605B}"/>
                      </a:ext>
                    </a:extLst>
                  </p:cNvPr>
                  <p:cNvGrpSpPr/>
                  <p:nvPr/>
                </p:nvGrpSpPr>
                <p:grpSpPr>
                  <a:xfrm>
                    <a:off x="4702968" y="2270373"/>
                    <a:ext cx="1044773" cy="287982"/>
                    <a:chOff x="4702968" y="2270373"/>
                    <a:chExt cx="1044773" cy="287982"/>
                  </a:xfrm>
                </p:grpSpPr>
                <p:sp>
                  <p:nvSpPr>
                    <p:cNvPr id="3526" name="任意多边形: 形状 3525">
                      <a:extLst>
                        <a:ext uri="{FF2B5EF4-FFF2-40B4-BE49-F238E27FC236}">
                          <a16:creationId xmlns:a16="http://schemas.microsoft.com/office/drawing/2014/main" id="{67021C1F-493D-AAB6-4AB2-66DEFF32B1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270373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20340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20340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27" name="任意多边形: 形状 3526">
                      <a:extLst>
                        <a:ext uri="{FF2B5EF4-FFF2-40B4-BE49-F238E27FC236}">
                          <a16:creationId xmlns:a16="http://schemas.microsoft.com/office/drawing/2014/main" id="{2CB6DD68-EAA2-BD36-ECC7-4270E59937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270373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20340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20340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28" name="任意多边形: 形状 3527">
                      <a:extLst>
                        <a:ext uri="{FF2B5EF4-FFF2-40B4-BE49-F238E27FC236}">
                          <a16:creationId xmlns:a16="http://schemas.microsoft.com/office/drawing/2014/main" id="{332D902F-76BA-23A9-C493-B42C2D2301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9666" y="2277740"/>
                      <a:ext cx="1031378" cy="273248"/>
                    </a:xfrm>
                    <a:custGeom>
                      <a:avLst/>
                      <a:gdLst>
                        <a:gd name="connsiteX0" fmla="*/ 1031379 w 1031378"/>
                        <a:gd name="connsiteY0" fmla="*/ 0 h 273248"/>
                        <a:gd name="connsiteX1" fmla="*/ 1031379 w 1031378"/>
                        <a:gd name="connsiteY1" fmla="*/ 206276 h 273248"/>
                        <a:gd name="connsiteX2" fmla="*/ 0 w 1031378"/>
                        <a:gd name="connsiteY2" fmla="*/ 273248 h 273248"/>
                        <a:gd name="connsiteX3" fmla="*/ 0 w 1031378"/>
                        <a:gd name="connsiteY3" fmla="*/ 73670 h 273248"/>
                        <a:gd name="connsiteX4" fmla="*/ 1031379 w 1031378"/>
                        <a:gd name="connsiteY4" fmla="*/ 0 h 2732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1378" h="273248">
                          <a:moveTo>
                            <a:pt x="1031379" y="0"/>
                          </a:moveTo>
                          <a:lnTo>
                            <a:pt x="1031379" y="206276"/>
                          </a:lnTo>
                          <a:lnTo>
                            <a:pt x="0" y="273248"/>
                          </a:lnTo>
                          <a:lnTo>
                            <a:pt x="0" y="73670"/>
                          </a:lnTo>
                          <a:lnTo>
                            <a:pt x="1031379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519" name="任意多边形: 形状 3518">
                    <a:extLst>
                      <a:ext uri="{FF2B5EF4-FFF2-40B4-BE49-F238E27FC236}">
                        <a16:creationId xmlns:a16="http://schemas.microsoft.com/office/drawing/2014/main" id="{A924E969-D23D-9C0A-6E8B-A63AFD8CA08C}"/>
                      </a:ext>
                    </a:extLst>
                  </p:cNvPr>
                  <p:cNvSpPr/>
                  <p:nvPr/>
                </p:nvSpPr>
                <p:spPr>
                  <a:xfrm>
                    <a:off x="5071318" y="2357437"/>
                    <a:ext cx="575964" cy="107156"/>
                  </a:xfrm>
                  <a:custGeom>
                    <a:avLst/>
                    <a:gdLst>
                      <a:gd name="connsiteX0" fmla="*/ 0 w 575964"/>
                      <a:gd name="connsiteY0" fmla="*/ 33486 h 107156"/>
                      <a:gd name="connsiteX1" fmla="*/ 575965 w 575964"/>
                      <a:gd name="connsiteY1" fmla="*/ 0 h 107156"/>
                      <a:gd name="connsiteX2" fmla="*/ 575965 w 575964"/>
                      <a:gd name="connsiteY2" fmla="*/ 73670 h 107156"/>
                      <a:gd name="connsiteX3" fmla="*/ 0 w 575964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75964" h="107156">
                        <a:moveTo>
                          <a:pt x="0" y="33486"/>
                        </a:moveTo>
                        <a:lnTo>
                          <a:pt x="575965" y="0"/>
                        </a:lnTo>
                        <a:lnTo>
                          <a:pt x="575965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0" name="任意多边形: 形状 3519">
                    <a:extLst>
                      <a:ext uri="{FF2B5EF4-FFF2-40B4-BE49-F238E27FC236}">
                        <a16:creationId xmlns:a16="http://schemas.microsoft.com/office/drawing/2014/main" id="{E89DBB3C-A4C6-6611-A92C-5D503312EADA}"/>
                      </a:ext>
                    </a:extLst>
                  </p:cNvPr>
                  <p:cNvSpPr/>
                  <p:nvPr/>
                </p:nvSpPr>
                <p:spPr>
                  <a:xfrm>
                    <a:off x="4790033" y="2397621"/>
                    <a:ext cx="147339" cy="87064"/>
                  </a:xfrm>
                  <a:custGeom>
                    <a:avLst/>
                    <a:gdLst>
                      <a:gd name="connsiteX0" fmla="*/ 0 w 147339"/>
                      <a:gd name="connsiteY0" fmla="*/ 10716 h 87064"/>
                      <a:gd name="connsiteX1" fmla="*/ 147340 w 147339"/>
                      <a:gd name="connsiteY1" fmla="*/ 0 h 87064"/>
                      <a:gd name="connsiteX2" fmla="*/ 147340 w 147339"/>
                      <a:gd name="connsiteY2" fmla="*/ 76349 h 87064"/>
                      <a:gd name="connsiteX3" fmla="*/ 0 w 147339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7339" h="87064">
                        <a:moveTo>
                          <a:pt x="0" y="10716"/>
                        </a:moveTo>
                        <a:lnTo>
                          <a:pt x="147340" y="0"/>
                        </a:lnTo>
                        <a:moveTo>
                          <a:pt x="147340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521" name="图形 38">
                    <a:extLst>
                      <a:ext uri="{FF2B5EF4-FFF2-40B4-BE49-F238E27FC236}">
                        <a16:creationId xmlns:a16="http://schemas.microsoft.com/office/drawing/2014/main" id="{4466FB0F-5A31-3EBA-B9AE-49BCF2C4714C}"/>
                      </a:ext>
                    </a:extLst>
                  </p:cNvPr>
                  <p:cNvGrpSpPr/>
                  <p:nvPr/>
                </p:nvGrpSpPr>
                <p:grpSpPr>
                  <a:xfrm>
                    <a:off x="4696271" y="2404318"/>
                    <a:ext cx="26789" cy="100458"/>
                    <a:chOff x="4696271" y="2404318"/>
                    <a:chExt cx="26789" cy="100458"/>
                  </a:xfrm>
                </p:grpSpPr>
                <p:sp>
                  <p:nvSpPr>
                    <p:cNvPr id="3522" name="任意多边形: 形状 3521">
                      <a:extLst>
                        <a:ext uri="{FF2B5EF4-FFF2-40B4-BE49-F238E27FC236}">
                          <a16:creationId xmlns:a16="http://schemas.microsoft.com/office/drawing/2014/main" id="{A07A1EE4-6FE4-A53E-D7CF-31B01D8D7B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404318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23" name="任意多边形: 形状 3522">
                      <a:extLst>
                        <a:ext uri="{FF2B5EF4-FFF2-40B4-BE49-F238E27FC236}">
                          <a16:creationId xmlns:a16="http://schemas.microsoft.com/office/drawing/2014/main" id="{58EC8E2D-CF13-5892-73B6-788D41F643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404318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24" name="任意多边形: 形状 3523">
                      <a:extLst>
                        <a:ext uri="{FF2B5EF4-FFF2-40B4-BE49-F238E27FC236}">
                          <a16:creationId xmlns:a16="http://schemas.microsoft.com/office/drawing/2014/main" id="{90813ED2-FB9E-67B6-B142-E219D5B70F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477988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25" name="任意多边形: 形状 3524">
                      <a:extLst>
                        <a:ext uri="{FF2B5EF4-FFF2-40B4-BE49-F238E27FC236}">
                          <a16:creationId xmlns:a16="http://schemas.microsoft.com/office/drawing/2014/main" id="{E658EFDC-B761-FC9A-C6B5-C996C59711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477988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351" name="图形 38">
                  <a:extLst>
                    <a:ext uri="{FF2B5EF4-FFF2-40B4-BE49-F238E27FC236}">
                      <a16:creationId xmlns:a16="http://schemas.microsoft.com/office/drawing/2014/main" id="{41CBBFBF-7AB3-A3E1-3612-77D9D4BA7D0D}"/>
                    </a:ext>
                  </a:extLst>
                </p:cNvPr>
                <p:cNvGrpSpPr/>
                <p:nvPr/>
              </p:nvGrpSpPr>
              <p:grpSpPr>
                <a:xfrm>
                  <a:off x="4696271" y="2511474"/>
                  <a:ext cx="1051470" cy="287982"/>
                  <a:chOff x="4696271" y="2511474"/>
                  <a:chExt cx="1051470" cy="287982"/>
                </a:xfrm>
              </p:grpSpPr>
              <p:grpSp>
                <p:nvGrpSpPr>
                  <p:cNvPr id="3507" name="图形 38">
                    <a:extLst>
                      <a:ext uri="{FF2B5EF4-FFF2-40B4-BE49-F238E27FC236}">
                        <a16:creationId xmlns:a16="http://schemas.microsoft.com/office/drawing/2014/main" id="{3FC880D8-CA3B-38D7-38F3-29802F6F2D7C}"/>
                      </a:ext>
                    </a:extLst>
                  </p:cNvPr>
                  <p:cNvGrpSpPr/>
                  <p:nvPr/>
                </p:nvGrpSpPr>
                <p:grpSpPr>
                  <a:xfrm>
                    <a:off x="4702968" y="2511474"/>
                    <a:ext cx="1044773" cy="287982"/>
                    <a:chOff x="4702968" y="2511474"/>
                    <a:chExt cx="1044773" cy="287982"/>
                  </a:xfrm>
                </p:grpSpPr>
                <p:sp>
                  <p:nvSpPr>
                    <p:cNvPr id="3515" name="任意多边形: 形状 3514">
                      <a:extLst>
                        <a:ext uri="{FF2B5EF4-FFF2-40B4-BE49-F238E27FC236}">
                          <a16:creationId xmlns:a16="http://schemas.microsoft.com/office/drawing/2014/main" id="{095AB2BF-A655-2E9A-AA76-CCAE12A7FE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511474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34404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34404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16" name="任意多边形: 形状 3515">
                      <a:extLst>
                        <a:ext uri="{FF2B5EF4-FFF2-40B4-BE49-F238E27FC236}">
                          <a16:creationId xmlns:a16="http://schemas.microsoft.com/office/drawing/2014/main" id="{6410A208-1B2A-27C0-3065-7202A784F7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511474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34404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34404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17" name="任意多边形: 形状 3516">
                      <a:extLst>
                        <a:ext uri="{FF2B5EF4-FFF2-40B4-BE49-F238E27FC236}">
                          <a16:creationId xmlns:a16="http://schemas.microsoft.com/office/drawing/2014/main" id="{8D2C1C33-0413-9505-2EA1-B8395DB30B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9666" y="2518841"/>
                      <a:ext cx="1031378" cy="273248"/>
                    </a:xfrm>
                    <a:custGeom>
                      <a:avLst/>
                      <a:gdLst>
                        <a:gd name="connsiteX0" fmla="*/ 1031379 w 1031378"/>
                        <a:gd name="connsiteY0" fmla="*/ 0 h 273248"/>
                        <a:gd name="connsiteX1" fmla="*/ 1031379 w 1031378"/>
                        <a:gd name="connsiteY1" fmla="*/ 220340 h 273248"/>
                        <a:gd name="connsiteX2" fmla="*/ 0 w 1031378"/>
                        <a:gd name="connsiteY2" fmla="*/ 273248 h 273248"/>
                        <a:gd name="connsiteX3" fmla="*/ 0 w 1031378"/>
                        <a:gd name="connsiteY3" fmla="*/ 73670 h 273248"/>
                        <a:gd name="connsiteX4" fmla="*/ 1031379 w 1031378"/>
                        <a:gd name="connsiteY4" fmla="*/ 0 h 2732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1378" h="273248">
                          <a:moveTo>
                            <a:pt x="1031379" y="0"/>
                          </a:moveTo>
                          <a:lnTo>
                            <a:pt x="1031379" y="220340"/>
                          </a:lnTo>
                          <a:lnTo>
                            <a:pt x="0" y="273248"/>
                          </a:lnTo>
                          <a:lnTo>
                            <a:pt x="0" y="73670"/>
                          </a:lnTo>
                          <a:lnTo>
                            <a:pt x="1031379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508" name="任意多边形: 形状 3507">
                    <a:extLst>
                      <a:ext uri="{FF2B5EF4-FFF2-40B4-BE49-F238E27FC236}">
                        <a16:creationId xmlns:a16="http://schemas.microsoft.com/office/drawing/2014/main" id="{80A47FFC-2A06-FAE8-06A0-7D05B05FAD32}"/>
                      </a:ext>
                    </a:extLst>
                  </p:cNvPr>
                  <p:cNvSpPr/>
                  <p:nvPr/>
                </p:nvSpPr>
                <p:spPr>
                  <a:xfrm>
                    <a:off x="5071318" y="2598539"/>
                    <a:ext cx="575964" cy="107156"/>
                  </a:xfrm>
                  <a:custGeom>
                    <a:avLst/>
                    <a:gdLst>
                      <a:gd name="connsiteX0" fmla="*/ 0 w 575964"/>
                      <a:gd name="connsiteY0" fmla="*/ 33486 h 107156"/>
                      <a:gd name="connsiteX1" fmla="*/ 575965 w 575964"/>
                      <a:gd name="connsiteY1" fmla="*/ 0 h 107156"/>
                      <a:gd name="connsiteX2" fmla="*/ 575965 w 575964"/>
                      <a:gd name="connsiteY2" fmla="*/ 73670 h 107156"/>
                      <a:gd name="connsiteX3" fmla="*/ 0 w 575964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75964" h="107156">
                        <a:moveTo>
                          <a:pt x="0" y="33486"/>
                        </a:moveTo>
                        <a:lnTo>
                          <a:pt x="575965" y="0"/>
                        </a:lnTo>
                        <a:lnTo>
                          <a:pt x="575965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9" name="任意多边形: 形状 3508">
                    <a:extLst>
                      <a:ext uri="{FF2B5EF4-FFF2-40B4-BE49-F238E27FC236}">
                        <a16:creationId xmlns:a16="http://schemas.microsoft.com/office/drawing/2014/main" id="{B0E9A815-6C13-9806-B92A-CF85704A23D2}"/>
                      </a:ext>
                    </a:extLst>
                  </p:cNvPr>
                  <p:cNvSpPr/>
                  <p:nvPr/>
                </p:nvSpPr>
                <p:spPr>
                  <a:xfrm>
                    <a:off x="4790033" y="2638722"/>
                    <a:ext cx="147339" cy="87064"/>
                  </a:xfrm>
                  <a:custGeom>
                    <a:avLst/>
                    <a:gdLst>
                      <a:gd name="connsiteX0" fmla="*/ 0 w 147339"/>
                      <a:gd name="connsiteY0" fmla="*/ 10716 h 87064"/>
                      <a:gd name="connsiteX1" fmla="*/ 147340 w 147339"/>
                      <a:gd name="connsiteY1" fmla="*/ 0 h 87064"/>
                      <a:gd name="connsiteX2" fmla="*/ 147340 w 147339"/>
                      <a:gd name="connsiteY2" fmla="*/ 76349 h 87064"/>
                      <a:gd name="connsiteX3" fmla="*/ 0 w 147339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7339" h="87064">
                        <a:moveTo>
                          <a:pt x="0" y="10716"/>
                        </a:moveTo>
                        <a:lnTo>
                          <a:pt x="147340" y="0"/>
                        </a:lnTo>
                        <a:moveTo>
                          <a:pt x="147340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510" name="图形 38">
                    <a:extLst>
                      <a:ext uri="{FF2B5EF4-FFF2-40B4-BE49-F238E27FC236}">
                        <a16:creationId xmlns:a16="http://schemas.microsoft.com/office/drawing/2014/main" id="{9C697B96-4184-14F2-D133-EE7DD87F5036}"/>
                      </a:ext>
                    </a:extLst>
                  </p:cNvPr>
                  <p:cNvGrpSpPr/>
                  <p:nvPr/>
                </p:nvGrpSpPr>
                <p:grpSpPr>
                  <a:xfrm>
                    <a:off x="4696271" y="2638722"/>
                    <a:ext cx="26789" cy="100458"/>
                    <a:chOff x="4696271" y="2638722"/>
                    <a:chExt cx="26789" cy="100458"/>
                  </a:xfrm>
                </p:grpSpPr>
                <p:sp>
                  <p:nvSpPr>
                    <p:cNvPr id="3511" name="任意多边形: 形状 3510">
                      <a:extLst>
                        <a:ext uri="{FF2B5EF4-FFF2-40B4-BE49-F238E27FC236}">
                          <a16:creationId xmlns:a16="http://schemas.microsoft.com/office/drawing/2014/main" id="{A1302E76-313C-42BB-09D2-66ED2E15C4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638722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12" name="任意多边形: 形状 3511">
                      <a:extLst>
                        <a:ext uri="{FF2B5EF4-FFF2-40B4-BE49-F238E27FC236}">
                          <a16:creationId xmlns:a16="http://schemas.microsoft.com/office/drawing/2014/main" id="{EB2E72D9-8CDA-FD14-7C60-1C44658A2E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638722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13" name="任意多边形: 形状 3512">
                      <a:extLst>
                        <a:ext uri="{FF2B5EF4-FFF2-40B4-BE49-F238E27FC236}">
                          <a16:creationId xmlns:a16="http://schemas.microsoft.com/office/drawing/2014/main" id="{78C18B20-9218-0B40-B7E9-53AAB17D29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712392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14" name="任意多边形: 形状 3513">
                      <a:extLst>
                        <a:ext uri="{FF2B5EF4-FFF2-40B4-BE49-F238E27FC236}">
                          <a16:creationId xmlns:a16="http://schemas.microsoft.com/office/drawing/2014/main" id="{E7794DB8-6FEC-745D-8CEF-7B5AEE91A5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712392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352" name="图形 38">
                  <a:extLst>
                    <a:ext uri="{FF2B5EF4-FFF2-40B4-BE49-F238E27FC236}">
                      <a16:creationId xmlns:a16="http://schemas.microsoft.com/office/drawing/2014/main" id="{B3789758-448D-B451-B22B-4925088DAB75}"/>
                    </a:ext>
                  </a:extLst>
                </p:cNvPr>
                <p:cNvGrpSpPr/>
                <p:nvPr/>
              </p:nvGrpSpPr>
              <p:grpSpPr>
                <a:xfrm>
                  <a:off x="4696271" y="2772667"/>
                  <a:ext cx="1051470" cy="264541"/>
                  <a:chOff x="4696271" y="2772667"/>
                  <a:chExt cx="1051470" cy="264541"/>
                </a:xfrm>
              </p:grpSpPr>
              <p:grpSp>
                <p:nvGrpSpPr>
                  <p:cNvPr id="3496" name="图形 38">
                    <a:extLst>
                      <a:ext uri="{FF2B5EF4-FFF2-40B4-BE49-F238E27FC236}">
                        <a16:creationId xmlns:a16="http://schemas.microsoft.com/office/drawing/2014/main" id="{591A4453-940A-305A-96B8-F0479637389B}"/>
                      </a:ext>
                    </a:extLst>
                  </p:cNvPr>
                  <p:cNvGrpSpPr/>
                  <p:nvPr/>
                </p:nvGrpSpPr>
                <p:grpSpPr>
                  <a:xfrm>
                    <a:off x="4702968" y="2772667"/>
                    <a:ext cx="1044773" cy="264541"/>
                    <a:chOff x="4702968" y="2772667"/>
                    <a:chExt cx="1044773" cy="264541"/>
                  </a:xfrm>
                </p:grpSpPr>
                <p:sp>
                  <p:nvSpPr>
                    <p:cNvPr id="3504" name="任意多边形: 形状 3503">
                      <a:extLst>
                        <a:ext uri="{FF2B5EF4-FFF2-40B4-BE49-F238E27FC236}">
                          <a16:creationId xmlns:a16="http://schemas.microsoft.com/office/drawing/2014/main" id="{B0FC7457-F001-037C-9422-0D915D46DA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772667"/>
                      <a:ext cx="1044773" cy="264541"/>
                    </a:xfrm>
                    <a:custGeom>
                      <a:avLst/>
                      <a:gdLst>
                        <a:gd name="connsiteX0" fmla="*/ 0 w 1044773"/>
                        <a:gd name="connsiteY0" fmla="*/ 53578 h 264541"/>
                        <a:gd name="connsiteX1" fmla="*/ 1044773 w 1044773"/>
                        <a:gd name="connsiteY1" fmla="*/ 0 h 264541"/>
                        <a:gd name="connsiteX2" fmla="*/ 1044773 w 1044773"/>
                        <a:gd name="connsiteY2" fmla="*/ 224358 h 264541"/>
                        <a:gd name="connsiteX3" fmla="*/ 0 w 1044773"/>
                        <a:gd name="connsiteY3" fmla="*/ 264542 h 2645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64541">
                          <a:moveTo>
                            <a:pt x="0" y="53578"/>
                          </a:moveTo>
                          <a:lnTo>
                            <a:pt x="1044773" y="0"/>
                          </a:lnTo>
                          <a:lnTo>
                            <a:pt x="1044773" y="224358"/>
                          </a:lnTo>
                          <a:lnTo>
                            <a:pt x="0" y="26454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05" name="任意多边形: 形状 3504">
                      <a:extLst>
                        <a:ext uri="{FF2B5EF4-FFF2-40B4-BE49-F238E27FC236}">
                          <a16:creationId xmlns:a16="http://schemas.microsoft.com/office/drawing/2014/main" id="{BE88A625-2DAC-718D-A1AE-E2766FFE2F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772667"/>
                      <a:ext cx="1044773" cy="264541"/>
                    </a:xfrm>
                    <a:custGeom>
                      <a:avLst/>
                      <a:gdLst>
                        <a:gd name="connsiteX0" fmla="*/ 0 w 1044773"/>
                        <a:gd name="connsiteY0" fmla="*/ 53578 h 264541"/>
                        <a:gd name="connsiteX1" fmla="*/ 1044773 w 1044773"/>
                        <a:gd name="connsiteY1" fmla="*/ 0 h 264541"/>
                        <a:gd name="connsiteX2" fmla="*/ 1044773 w 1044773"/>
                        <a:gd name="connsiteY2" fmla="*/ 224358 h 264541"/>
                        <a:gd name="connsiteX3" fmla="*/ 0 w 1044773"/>
                        <a:gd name="connsiteY3" fmla="*/ 264542 h 2645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64541">
                          <a:moveTo>
                            <a:pt x="0" y="53578"/>
                          </a:moveTo>
                          <a:lnTo>
                            <a:pt x="1044773" y="0"/>
                          </a:lnTo>
                          <a:lnTo>
                            <a:pt x="1044773" y="224358"/>
                          </a:lnTo>
                          <a:lnTo>
                            <a:pt x="0" y="26454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06" name="任意多边形: 形状 3505">
                      <a:extLst>
                        <a:ext uri="{FF2B5EF4-FFF2-40B4-BE49-F238E27FC236}">
                          <a16:creationId xmlns:a16="http://schemas.microsoft.com/office/drawing/2014/main" id="{96207329-F3A0-3892-3F2D-B8F226499A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9666" y="2780035"/>
                      <a:ext cx="1031378" cy="250477"/>
                    </a:xfrm>
                    <a:custGeom>
                      <a:avLst/>
                      <a:gdLst>
                        <a:gd name="connsiteX0" fmla="*/ 1031379 w 1031378"/>
                        <a:gd name="connsiteY0" fmla="*/ 0 h 250477"/>
                        <a:gd name="connsiteX1" fmla="*/ 1031379 w 1031378"/>
                        <a:gd name="connsiteY1" fmla="*/ 210294 h 250477"/>
                        <a:gd name="connsiteX2" fmla="*/ 0 w 1031378"/>
                        <a:gd name="connsiteY2" fmla="*/ 250478 h 250477"/>
                        <a:gd name="connsiteX3" fmla="*/ 0 w 1031378"/>
                        <a:gd name="connsiteY3" fmla="*/ 52908 h 250477"/>
                        <a:gd name="connsiteX4" fmla="*/ 1031379 w 1031378"/>
                        <a:gd name="connsiteY4" fmla="*/ 0 h 2504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1378" h="250477">
                          <a:moveTo>
                            <a:pt x="1031379" y="0"/>
                          </a:moveTo>
                          <a:lnTo>
                            <a:pt x="1031379" y="210294"/>
                          </a:lnTo>
                          <a:lnTo>
                            <a:pt x="0" y="250478"/>
                          </a:lnTo>
                          <a:lnTo>
                            <a:pt x="0" y="52908"/>
                          </a:lnTo>
                          <a:lnTo>
                            <a:pt x="1031379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497" name="任意多边形: 形状 3496">
                    <a:extLst>
                      <a:ext uri="{FF2B5EF4-FFF2-40B4-BE49-F238E27FC236}">
                        <a16:creationId xmlns:a16="http://schemas.microsoft.com/office/drawing/2014/main" id="{2B9D3927-1772-6887-1AD3-A457F090109E}"/>
                      </a:ext>
                    </a:extLst>
                  </p:cNvPr>
                  <p:cNvSpPr/>
                  <p:nvPr/>
                </p:nvSpPr>
                <p:spPr>
                  <a:xfrm>
                    <a:off x="5071318" y="2856383"/>
                    <a:ext cx="586010" cy="97110"/>
                  </a:xfrm>
                  <a:custGeom>
                    <a:avLst/>
                    <a:gdLst>
                      <a:gd name="connsiteX0" fmla="*/ 0 w 586010"/>
                      <a:gd name="connsiteY0" fmla="*/ 23440 h 97110"/>
                      <a:gd name="connsiteX1" fmla="*/ 586011 w 586010"/>
                      <a:gd name="connsiteY1" fmla="*/ 0 h 97110"/>
                      <a:gd name="connsiteX2" fmla="*/ 586011 w 586010"/>
                      <a:gd name="connsiteY2" fmla="*/ 73670 h 97110"/>
                      <a:gd name="connsiteX3" fmla="*/ 0 w 586010"/>
                      <a:gd name="connsiteY3" fmla="*/ 97110 h 971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86010" h="97110">
                        <a:moveTo>
                          <a:pt x="0" y="23440"/>
                        </a:moveTo>
                        <a:lnTo>
                          <a:pt x="586011" y="0"/>
                        </a:lnTo>
                        <a:lnTo>
                          <a:pt x="586011" y="73670"/>
                        </a:lnTo>
                        <a:lnTo>
                          <a:pt x="0" y="97110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98" name="任意多边形: 形状 3497">
                    <a:extLst>
                      <a:ext uri="{FF2B5EF4-FFF2-40B4-BE49-F238E27FC236}">
                        <a16:creationId xmlns:a16="http://schemas.microsoft.com/office/drawing/2014/main" id="{391EBEB7-DB45-65E3-47DA-A08E0E1B0AF2}"/>
                      </a:ext>
                    </a:extLst>
                  </p:cNvPr>
                  <p:cNvSpPr/>
                  <p:nvPr/>
                </p:nvSpPr>
                <p:spPr>
                  <a:xfrm>
                    <a:off x="4790033" y="2886521"/>
                    <a:ext cx="147339" cy="80367"/>
                  </a:xfrm>
                  <a:custGeom>
                    <a:avLst/>
                    <a:gdLst>
                      <a:gd name="connsiteX0" fmla="*/ 0 w 147339"/>
                      <a:gd name="connsiteY0" fmla="*/ 6697 h 80367"/>
                      <a:gd name="connsiteX1" fmla="*/ 147340 w 147339"/>
                      <a:gd name="connsiteY1" fmla="*/ 0 h 80367"/>
                      <a:gd name="connsiteX2" fmla="*/ 147340 w 147339"/>
                      <a:gd name="connsiteY2" fmla="*/ 73670 h 80367"/>
                      <a:gd name="connsiteX3" fmla="*/ 0 w 147339"/>
                      <a:gd name="connsiteY3" fmla="*/ 80367 h 803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7339" h="80367">
                        <a:moveTo>
                          <a:pt x="0" y="6697"/>
                        </a:moveTo>
                        <a:lnTo>
                          <a:pt x="147340" y="0"/>
                        </a:lnTo>
                        <a:moveTo>
                          <a:pt x="147340" y="73670"/>
                        </a:moveTo>
                        <a:lnTo>
                          <a:pt x="0" y="80367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499" name="图形 38">
                    <a:extLst>
                      <a:ext uri="{FF2B5EF4-FFF2-40B4-BE49-F238E27FC236}">
                        <a16:creationId xmlns:a16="http://schemas.microsoft.com/office/drawing/2014/main" id="{EBD5ED44-FDE4-B7C3-8A88-043AB25C7BD4}"/>
                      </a:ext>
                    </a:extLst>
                  </p:cNvPr>
                  <p:cNvGrpSpPr/>
                  <p:nvPr/>
                </p:nvGrpSpPr>
                <p:grpSpPr>
                  <a:xfrm>
                    <a:off x="4696271" y="2886521"/>
                    <a:ext cx="26789" cy="100458"/>
                    <a:chOff x="4696271" y="2886521"/>
                    <a:chExt cx="26789" cy="100458"/>
                  </a:xfrm>
                </p:grpSpPr>
                <p:sp>
                  <p:nvSpPr>
                    <p:cNvPr id="3500" name="任意多边形: 形状 3499">
                      <a:extLst>
                        <a:ext uri="{FF2B5EF4-FFF2-40B4-BE49-F238E27FC236}">
                          <a16:creationId xmlns:a16="http://schemas.microsoft.com/office/drawing/2014/main" id="{54E271AE-B4B1-F0E9-9A68-DDCC4FA878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88652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01" name="任意多边形: 形状 3500">
                      <a:extLst>
                        <a:ext uri="{FF2B5EF4-FFF2-40B4-BE49-F238E27FC236}">
                          <a16:creationId xmlns:a16="http://schemas.microsoft.com/office/drawing/2014/main" id="{9D84079E-FEFD-6477-CE1F-C1095B742A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88652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02" name="任意多边形: 形状 3501">
                      <a:extLst>
                        <a:ext uri="{FF2B5EF4-FFF2-40B4-BE49-F238E27FC236}">
                          <a16:creationId xmlns:a16="http://schemas.microsoft.com/office/drawing/2014/main" id="{BC88E9F6-90A3-AB7A-F606-8D31B10377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96019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03" name="任意多边形: 形状 3502">
                      <a:extLst>
                        <a:ext uri="{FF2B5EF4-FFF2-40B4-BE49-F238E27FC236}">
                          <a16:creationId xmlns:a16="http://schemas.microsoft.com/office/drawing/2014/main" id="{1EE235C7-740D-6C96-54F3-A1F6A4F5E8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96019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353" name="图形 38">
                  <a:extLst>
                    <a:ext uri="{FF2B5EF4-FFF2-40B4-BE49-F238E27FC236}">
                      <a16:creationId xmlns:a16="http://schemas.microsoft.com/office/drawing/2014/main" id="{34D2923B-55CD-3E82-1A61-FAC19F5AD9A9}"/>
                    </a:ext>
                  </a:extLst>
                </p:cNvPr>
                <p:cNvGrpSpPr/>
                <p:nvPr/>
              </p:nvGrpSpPr>
              <p:grpSpPr>
                <a:xfrm>
                  <a:off x="5767833" y="2176611"/>
                  <a:ext cx="1192113" cy="308074"/>
                  <a:chOff x="5767833" y="2176611"/>
                  <a:chExt cx="1192113" cy="308074"/>
                </a:xfrm>
              </p:grpSpPr>
              <p:grpSp>
                <p:nvGrpSpPr>
                  <p:cNvPr id="3485" name="图形 38">
                    <a:extLst>
                      <a:ext uri="{FF2B5EF4-FFF2-40B4-BE49-F238E27FC236}">
                        <a16:creationId xmlns:a16="http://schemas.microsoft.com/office/drawing/2014/main" id="{90338FB3-3C9D-B96D-6DC3-A5485B631B4C}"/>
                      </a:ext>
                    </a:extLst>
                  </p:cNvPr>
                  <p:cNvGrpSpPr/>
                  <p:nvPr/>
                </p:nvGrpSpPr>
                <p:grpSpPr>
                  <a:xfrm>
                    <a:off x="5774531" y="2176611"/>
                    <a:ext cx="1185416" cy="308074"/>
                    <a:chOff x="5774531" y="2176611"/>
                    <a:chExt cx="1185416" cy="308074"/>
                  </a:xfrm>
                </p:grpSpPr>
                <p:sp>
                  <p:nvSpPr>
                    <p:cNvPr id="3493" name="任意多边形: 形状 3492">
                      <a:extLst>
                        <a:ext uri="{FF2B5EF4-FFF2-40B4-BE49-F238E27FC236}">
                          <a16:creationId xmlns:a16="http://schemas.microsoft.com/office/drawing/2014/main" id="{C825DEF3-45C0-450A-F4CD-EC10623034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176611"/>
                      <a:ext cx="1185416" cy="308074"/>
                    </a:xfrm>
                    <a:custGeom>
                      <a:avLst/>
                      <a:gdLst>
                        <a:gd name="connsiteX0" fmla="*/ 0 w 1185416"/>
                        <a:gd name="connsiteY0" fmla="*/ 94431 h 308074"/>
                        <a:gd name="connsiteX1" fmla="*/ 1185416 w 1185416"/>
                        <a:gd name="connsiteY1" fmla="*/ 0 h 308074"/>
                        <a:gd name="connsiteX2" fmla="*/ 1185416 w 1185416"/>
                        <a:gd name="connsiteY2" fmla="*/ 254496 h 308074"/>
                        <a:gd name="connsiteX3" fmla="*/ 0 w 1185416"/>
                        <a:gd name="connsiteY3" fmla="*/ 308074 h 308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308074">
                          <a:moveTo>
                            <a:pt x="0" y="94431"/>
                          </a:moveTo>
                          <a:lnTo>
                            <a:pt x="1185416" y="0"/>
                          </a:lnTo>
                          <a:lnTo>
                            <a:pt x="1185416" y="254496"/>
                          </a:lnTo>
                          <a:lnTo>
                            <a:pt x="0" y="308074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E4E4E"/>
                        </a:gs>
                        <a:gs pos="50000">
                          <a:srgbClr val="3A3A3A"/>
                        </a:gs>
                        <a:gs pos="100000">
                          <a:srgbClr val="262626"/>
                        </a:gs>
                      </a:gsLst>
                      <a:lin ang="10800000" scaled="1"/>
                    </a:gra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94" name="任意多边形: 形状 3493">
                      <a:extLst>
                        <a:ext uri="{FF2B5EF4-FFF2-40B4-BE49-F238E27FC236}">
                          <a16:creationId xmlns:a16="http://schemas.microsoft.com/office/drawing/2014/main" id="{900D0AF3-3C3A-FAEA-C716-5785C3446B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176611"/>
                      <a:ext cx="1185416" cy="308074"/>
                    </a:xfrm>
                    <a:custGeom>
                      <a:avLst/>
                      <a:gdLst>
                        <a:gd name="connsiteX0" fmla="*/ 0 w 1185416"/>
                        <a:gd name="connsiteY0" fmla="*/ 94431 h 308074"/>
                        <a:gd name="connsiteX1" fmla="*/ 1185416 w 1185416"/>
                        <a:gd name="connsiteY1" fmla="*/ 0 h 308074"/>
                        <a:gd name="connsiteX2" fmla="*/ 1185416 w 1185416"/>
                        <a:gd name="connsiteY2" fmla="*/ 254496 h 308074"/>
                        <a:gd name="connsiteX3" fmla="*/ 0 w 1185416"/>
                        <a:gd name="connsiteY3" fmla="*/ 308074 h 308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308074">
                          <a:moveTo>
                            <a:pt x="0" y="94431"/>
                          </a:moveTo>
                          <a:lnTo>
                            <a:pt x="1185416" y="0"/>
                          </a:lnTo>
                          <a:lnTo>
                            <a:pt x="1185416" y="254496"/>
                          </a:lnTo>
                          <a:lnTo>
                            <a:pt x="0" y="30807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95" name="任意多边形: 形状 3494">
                      <a:extLst>
                        <a:ext uri="{FF2B5EF4-FFF2-40B4-BE49-F238E27FC236}">
                          <a16:creationId xmlns:a16="http://schemas.microsoft.com/office/drawing/2014/main" id="{9F3D433A-6C49-1ACD-6422-833E7C872F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1228" y="2183978"/>
                      <a:ext cx="1172021" cy="294009"/>
                    </a:xfrm>
                    <a:custGeom>
                      <a:avLst/>
                      <a:gdLst>
                        <a:gd name="connsiteX0" fmla="*/ 1172022 w 1172021"/>
                        <a:gd name="connsiteY0" fmla="*/ 0 h 294009"/>
                        <a:gd name="connsiteX1" fmla="*/ 1172022 w 1172021"/>
                        <a:gd name="connsiteY1" fmla="*/ 240432 h 294009"/>
                        <a:gd name="connsiteX2" fmla="*/ 0 w 1172021"/>
                        <a:gd name="connsiteY2" fmla="*/ 294010 h 294009"/>
                        <a:gd name="connsiteX3" fmla="*/ 0 w 1172021"/>
                        <a:gd name="connsiteY3" fmla="*/ 93762 h 294009"/>
                        <a:gd name="connsiteX4" fmla="*/ 1172022 w 1172021"/>
                        <a:gd name="connsiteY4" fmla="*/ 0 h 2940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72021" h="294009">
                          <a:moveTo>
                            <a:pt x="1172022" y="0"/>
                          </a:moveTo>
                          <a:lnTo>
                            <a:pt x="1172022" y="240432"/>
                          </a:lnTo>
                          <a:lnTo>
                            <a:pt x="0" y="294010"/>
                          </a:lnTo>
                          <a:lnTo>
                            <a:pt x="0" y="93762"/>
                          </a:lnTo>
                          <a:lnTo>
                            <a:pt x="1172022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486" name="任意多边形: 形状 3485">
                    <a:extLst>
                      <a:ext uri="{FF2B5EF4-FFF2-40B4-BE49-F238E27FC236}">
                        <a16:creationId xmlns:a16="http://schemas.microsoft.com/office/drawing/2014/main" id="{242A01CA-1782-1FE0-5BA8-F256F2D34CC2}"/>
                      </a:ext>
                    </a:extLst>
                  </p:cNvPr>
                  <p:cNvSpPr/>
                  <p:nvPr/>
                </p:nvSpPr>
                <p:spPr>
                  <a:xfrm>
                    <a:off x="6189761" y="2277070"/>
                    <a:ext cx="656332" cy="113853"/>
                  </a:xfrm>
                  <a:custGeom>
                    <a:avLst/>
                    <a:gdLst>
                      <a:gd name="connsiteX0" fmla="*/ 0 w 656332"/>
                      <a:gd name="connsiteY0" fmla="*/ 40184 h 113853"/>
                      <a:gd name="connsiteX1" fmla="*/ 656332 w 656332"/>
                      <a:gd name="connsiteY1" fmla="*/ 0 h 113853"/>
                      <a:gd name="connsiteX2" fmla="*/ 656332 w 656332"/>
                      <a:gd name="connsiteY2" fmla="*/ 73670 h 113853"/>
                      <a:gd name="connsiteX3" fmla="*/ 0 w 656332"/>
                      <a:gd name="connsiteY3" fmla="*/ 113854 h 1138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6332" h="113853">
                        <a:moveTo>
                          <a:pt x="0" y="40184"/>
                        </a:moveTo>
                        <a:lnTo>
                          <a:pt x="656332" y="0"/>
                        </a:lnTo>
                        <a:lnTo>
                          <a:pt x="656332" y="73670"/>
                        </a:lnTo>
                        <a:lnTo>
                          <a:pt x="0" y="11385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7" name="任意多边形: 形状 3486">
                    <a:extLst>
                      <a:ext uri="{FF2B5EF4-FFF2-40B4-BE49-F238E27FC236}">
                        <a16:creationId xmlns:a16="http://schemas.microsoft.com/office/drawing/2014/main" id="{D685DF9F-23A1-13B8-4872-43EDA27C197F}"/>
                      </a:ext>
                    </a:extLst>
                  </p:cNvPr>
                  <p:cNvSpPr/>
                  <p:nvPr/>
                </p:nvSpPr>
                <p:spPr>
                  <a:xfrm>
                    <a:off x="5874990" y="2323951"/>
                    <a:ext cx="167431" cy="87064"/>
                  </a:xfrm>
                  <a:custGeom>
                    <a:avLst/>
                    <a:gdLst>
                      <a:gd name="connsiteX0" fmla="*/ 0 w 167431"/>
                      <a:gd name="connsiteY0" fmla="*/ 10716 h 87064"/>
                      <a:gd name="connsiteX1" fmla="*/ 167432 w 167431"/>
                      <a:gd name="connsiteY1" fmla="*/ 0 h 87064"/>
                      <a:gd name="connsiteX2" fmla="*/ 167432 w 167431"/>
                      <a:gd name="connsiteY2" fmla="*/ 76349 h 87064"/>
                      <a:gd name="connsiteX3" fmla="*/ 0 w 167431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7431" h="87064">
                        <a:moveTo>
                          <a:pt x="0" y="10716"/>
                        </a:moveTo>
                        <a:lnTo>
                          <a:pt x="167432" y="0"/>
                        </a:lnTo>
                        <a:moveTo>
                          <a:pt x="167432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488" name="图形 38">
                    <a:extLst>
                      <a:ext uri="{FF2B5EF4-FFF2-40B4-BE49-F238E27FC236}">
                        <a16:creationId xmlns:a16="http://schemas.microsoft.com/office/drawing/2014/main" id="{6684E2D2-ADEF-05A6-36DC-E31CAAC4FFC7}"/>
                      </a:ext>
                    </a:extLst>
                  </p:cNvPr>
                  <p:cNvGrpSpPr/>
                  <p:nvPr/>
                </p:nvGrpSpPr>
                <p:grpSpPr>
                  <a:xfrm>
                    <a:off x="5767833" y="2323951"/>
                    <a:ext cx="26789" cy="100458"/>
                    <a:chOff x="5767833" y="2323951"/>
                    <a:chExt cx="26789" cy="100458"/>
                  </a:xfrm>
                </p:grpSpPr>
                <p:sp>
                  <p:nvSpPr>
                    <p:cNvPr id="3489" name="任意多边形: 形状 3488">
                      <a:extLst>
                        <a:ext uri="{FF2B5EF4-FFF2-40B4-BE49-F238E27FC236}">
                          <a16:creationId xmlns:a16="http://schemas.microsoft.com/office/drawing/2014/main" id="{B414D580-DEBB-9158-9D09-E1F12D5F44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32395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90" name="任意多边形: 形状 3489">
                      <a:extLst>
                        <a:ext uri="{FF2B5EF4-FFF2-40B4-BE49-F238E27FC236}">
                          <a16:creationId xmlns:a16="http://schemas.microsoft.com/office/drawing/2014/main" id="{F9AF0583-077D-C712-991F-99836051A9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32395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91" name="任意多边形: 形状 3490">
                      <a:extLst>
                        <a:ext uri="{FF2B5EF4-FFF2-40B4-BE49-F238E27FC236}">
                          <a16:creationId xmlns:a16="http://schemas.microsoft.com/office/drawing/2014/main" id="{6E913F88-E2D3-9546-E199-DD6A702612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39762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92" name="任意多边形: 形状 3491">
                      <a:extLst>
                        <a:ext uri="{FF2B5EF4-FFF2-40B4-BE49-F238E27FC236}">
                          <a16:creationId xmlns:a16="http://schemas.microsoft.com/office/drawing/2014/main" id="{612AA65B-57BB-B0D7-DB77-012F512A77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39762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354" name="图形 38">
                  <a:extLst>
                    <a:ext uri="{FF2B5EF4-FFF2-40B4-BE49-F238E27FC236}">
                      <a16:creationId xmlns:a16="http://schemas.microsoft.com/office/drawing/2014/main" id="{0259002D-EEEF-6CEE-DC80-DA26D94230D5}"/>
                    </a:ext>
                  </a:extLst>
                </p:cNvPr>
                <p:cNvGrpSpPr/>
                <p:nvPr/>
              </p:nvGrpSpPr>
              <p:grpSpPr>
                <a:xfrm>
                  <a:off x="5767833" y="2451199"/>
                  <a:ext cx="1192113" cy="294679"/>
                  <a:chOff x="5767833" y="2451199"/>
                  <a:chExt cx="1192113" cy="294679"/>
                </a:xfrm>
              </p:grpSpPr>
              <p:grpSp>
                <p:nvGrpSpPr>
                  <p:cNvPr id="3474" name="图形 38">
                    <a:extLst>
                      <a:ext uri="{FF2B5EF4-FFF2-40B4-BE49-F238E27FC236}">
                        <a16:creationId xmlns:a16="http://schemas.microsoft.com/office/drawing/2014/main" id="{7AB205FB-71B4-1077-447A-40F0E77E1FED}"/>
                      </a:ext>
                    </a:extLst>
                  </p:cNvPr>
                  <p:cNvGrpSpPr/>
                  <p:nvPr/>
                </p:nvGrpSpPr>
                <p:grpSpPr>
                  <a:xfrm>
                    <a:off x="5774531" y="2451199"/>
                    <a:ext cx="1185416" cy="294679"/>
                    <a:chOff x="5774531" y="2451199"/>
                    <a:chExt cx="1185416" cy="294679"/>
                  </a:xfrm>
                </p:grpSpPr>
                <p:sp>
                  <p:nvSpPr>
                    <p:cNvPr id="3482" name="任意多边形: 形状 3481">
                      <a:extLst>
                        <a:ext uri="{FF2B5EF4-FFF2-40B4-BE49-F238E27FC236}">
                          <a16:creationId xmlns:a16="http://schemas.microsoft.com/office/drawing/2014/main" id="{3BB5540B-6E6B-5944-6BA0-C3FEEF5C2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451199"/>
                      <a:ext cx="1185416" cy="294679"/>
                    </a:xfrm>
                    <a:custGeom>
                      <a:avLst/>
                      <a:gdLst>
                        <a:gd name="connsiteX0" fmla="*/ 0 w 1185416"/>
                        <a:gd name="connsiteY0" fmla="*/ 60275 h 294679"/>
                        <a:gd name="connsiteX1" fmla="*/ 1185416 w 1185416"/>
                        <a:gd name="connsiteY1" fmla="*/ 0 h 294679"/>
                        <a:gd name="connsiteX2" fmla="*/ 1185416 w 1185416"/>
                        <a:gd name="connsiteY2" fmla="*/ 231056 h 294679"/>
                        <a:gd name="connsiteX3" fmla="*/ 0 w 1185416"/>
                        <a:gd name="connsiteY3" fmla="*/ 294680 h 2946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94679">
                          <a:moveTo>
                            <a:pt x="0" y="60275"/>
                          </a:moveTo>
                          <a:lnTo>
                            <a:pt x="1185416" y="0"/>
                          </a:lnTo>
                          <a:lnTo>
                            <a:pt x="1185416" y="231056"/>
                          </a:lnTo>
                          <a:lnTo>
                            <a:pt x="0" y="29468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E4E4E"/>
                        </a:gs>
                        <a:gs pos="50000">
                          <a:srgbClr val="3A3A3A"/>
                        </a:gs>
                        <a:gs pos="100000">
                          <a:srgbClr val="262626"/>
                        </a:gs>
                      </a:gsLst>
                      <a:lin ang="10800000" scaled="1"/>
                    </a:gra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3" name="任意多边形: 形状 3482">
                      <a:extLst>
                        <a:ext uri="{FF2B5EF4-FFF2-40B4-BE49-F238E27FC236}">
                          <a16:creationId xmlns:a16="http://schemas.microsoft.com/office/drawing/2014/main" id="{CD920B03-D72A-954B-0625-36EE6C255D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451199"/>
                      <a:ext cx="1185416" cy="294679"/>
                    </a:xfrm>
                    <a:custGeom>
                      <a:avLst/>
                      <a:gdLst>
                        <a:gd name="connsiteX0" fmla="*/ 0 w 1185416"/>
                        <a:gd name="connsiteY0" fmla="*/ 60275 h 294679"/>
                        <a:gd name="connsiteX1" fmla="*/ 1185416 w 1185416"/>
                        <a:gd name="connsiteY1" fmla="*/ 0 h 294679"/>
                        <a:gd name="connsiteX2" fmla="*/ 1185416 w 1185416"/>
                        <a:gd name="connsiteY2" fmla="*/ 231056 h 294679"/>
                        <a:gd name="connsiteX3" fmla="*/ 0 w 1185416"/>
                        <a:gd name="connsiteY3" fmla="*/ 294680 h 2946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94679">
                          <a:moveTo>
                            <a:pt x="0" y="60275"/>
                          </a:moveTo>
                          <a:lnTo>
                            <a:pt x="1185416" y="0"/>
                          </a:lnTo>
                          <a:lnTo>
                            <a:pt x="1185416" y="231056"/>
                          </a:lnTo>
                          <a:lnTo>
                            <a:pt x="0" y="29468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4" name="任意多边形: 形状 3483">
                      <a:extLst>
                        <a:ext uri="{FF2B5EF4-FFF2-40B4-BE49-F238E27FC236}">
                          <a16:creationId xmlns:a16="http://schemas.microsoft.com/office/drawing/2014/main" id="{9E65D12F-6D97-5589-A0EA-033B31E4CA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1228" y="2458566"/>
                      <a:ext cx="1172021" cy="279945"/>
                    </a:xfrm>
                    <a:custGeom>
                      <a:avLst/>
                      <a:gdLst>
                        <a:gd name="connsiteX0" fmla="*/ 1172022 w 1172021"/>
                        <a:gd name="connsiteY0" fmla="*/ 0 h 279945"/>
                        <a:gd name="connsiteX1" fmla="*/ 1172022 w 1172021"/>
                        <a:gd name="connsiteY1" fmla="*/ 217661 h 279945"/>
                        <a:gd name="connsiteX2" fmla="*/ 0 w 1172021"/>
                        <a:gd name="connsiteY2" fmla="*/ 279946 h 279945"/>
                        <a:gd name="connsiteX3" fmla="*/ 0 w 1172021"/>
                        <a:gd name="connsiteY3" fmla="*/ 59606 h 279945"/>
                        <a:gd name="connsiteX4" fmla="*/ 1172022 w 1172021"/>
                        <a:gd name="connsiteY4" fmla="*/ 0 h 2799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72021" h="279945">
                          <a:moveTo>
                            <a:pt x="1172022" y="0"/>
                          </a:moveTo>
                          <a:lnTo>
                            <a:pt x="1172022" y="217661"/>
                          </a:lnTo>
                          <a:lnTo>
                            <a:pt x="0" y="279946"/>
                          </a:lnTo>
                          <a:lnTo>
                            <a:pt x="0" y="59606"/>
                          </a:lnTo>
                          <a:lnTo>
                            <a:pt x="1172022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475" name="任意多边形: 形状 3474">
                    <a:extLst>
                      <a:ext uri="{FF2B5EF4-FFF2-40B4-BE49-F238E27FC236}">
                        <a16:creationId xmlns:a16="http://schemas.microsoft.com/office/drawing/2014/main" id="{B114B522-4437-AFEE-54FB-2EC19E27CBC3}"/>
                      </a:ext>
                    </a:extLst>
                  </p:cNvPr>
                  <p:cNvSpPr/>
                  <p:nvPr/>
                </p:nvSpPr>
                <p:spPr>
                  <a:xfrm>
                    <a:off x="6189761" y="2538263"/>
                    <a:ext cx="656332" cy="107156"/>
                  </a:xfrm>
                  <a:custGeom>
                    <a:avLst/>
                    <a:gdLst>
                      <a:gd name="connsiteX0" fmla="*/ 0 w 656332"/>
                      <a:gd name="connsiteY0" fmla="*/ 33486 h 107156"/>
                      <a:gd name="connsiteX1" fmla="*/ 656332 w 656332"/>
                      <a:gd name="connsiteY1" fmla="*/ 0 h 107156"/>
                      <a:gd name="connsiteX2" fmla="*/ 656332 w 656332"/>
                      <a:gd name="connsiteY2" fmla="*/ 73670 h 107156"/>
                      <a:gd name="connsiteX3" fmla="*/ 0 w 656332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6332" h="107156">
                        <a:moveTo>
                          <a:pt x="0" y="33486"/>
                        </a:moveTo>
                        <a:lnTo>
                          <a:pt x="656332" y="0"/>
                        </a:lnTo>
                        <a:lnTo>
                          <a:pt x="656332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6" name="任意多边形: 形状 3475">
                    <a:extLst>
                      <a:ext uri="{FF2B5EF4-FFF2-40B4-BE49-F238E27FC236}">
                        <a16:creationId xmlns:a16="http://schemas.microsoft.com/office/drawing/2014/main" id="{F018EEBB-71AD-33F4-9947-1103C5F4AE56}"/>
                      </a:ext>
                    </a:extLst>
                  </p:cNvPr>
                  <p:cNvSpPr/>
                  <p:nvPr/>
                </p:nvSpPr>
                <p:spPr>
                  <a:xfrm>
                    <a:off x="5874990" y="2578447"/>
                    <a:ext cx="167431" cy="87064"/>
                  </a:xfrm>
                  <a:custGeom>
                    <a:avLst/>
                    <a:gdLst>
                      <a:gd name="connsiteX0" fmla="*/ 0 w 167431"/>
                      <a:gd name="connsiteY0" fmla="*/ 10716 h 87064"/>
                      <a:gd name="connsiteX1" fmla="*/ 167432 w 167431"/>
                      <a:gd name="connsiteY1" fmla="*/ 0 h 87064"/>
                      <a:gd name="connsiteX2" fmla="*/ 167432 w 167431"/>
                      <a:gd name="connsiteY2" fmla="*/ 76349 h 87064"/>
                      <a:gd name="connsiteX3" fmla="*/ 0 w 167431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7431" h="87064">
                        <a:moveTo>
                          <a:pt x="0" y="10716"/>
                        </a:moveTo>
                        <a:lnTo>
                          <a:pt x="167432" y="0"/>
                        </a:lnTo>
                        <a:moveTo>
                          <a:pt x="167432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477" name="图形 38">
                    <a:extLst>
                      <a:ext uri="{FF2B5EF4-FFF2-40B4-BE49-F238E27FC236}">
                        <a16:creationId xmlns:a16="http://schemas.microsoft.com/office/drawing/2014/main" id="{E3A9545A-D03C-9239-36BB-921E3295C969}"/>
                      </a:ext>
                    </a:extLst>
                  </p:cNvPr>
                  <p:cNvGrpSpPr/>
                  <p:nvPr/>
                </p:nvGrpSpPr>
                <p:grpSpPr>
                  <a:xfrm>
                    <a:off x="5767833" y="2578447"/>
                    <a:ext cx="26789" cy="100458"/>
                    <a:chOff x="5767833" y="2578447"/>
                    <a:chExt cx="26789" cy="100458"/>
                  </a:xfrm>
                </p:grpSpPr>
                <p:sp>
                  <p:nvSpPr>
                    <p:cNvPr id="3478" name="任意多边形: 形状 3477">
                      <a:extLst>
                        <a:ext uri="{FF2B5EF4-FFF2-40B4-BE49-F238E27FC236}">
                          <a16:creationId xmlns:a16="http://schemas.microsoft.com/office/drawing/2014/main" id="{CA1D3519-1A21-5794-0A30-F9A56FDE54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57844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79" name="任意多边形: 形状 3478">
                      <a:extLst>
                        <a:ext uri="{FF2B5EF4-FFF2-40B4-BE49-F238E27FC236}">
                          <a16:creationId xmlns:a16="http://schemas.microsoft.com/office/drawing/2014/main" id="{CD9DB957-4950-78A7-D92B-FE1BA94371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57844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0" name="任意多边形: 形状 3479">
                      <a:extLst>
                        <a:ext uri="{FF2B5EF4-FFF2-40B4-BE49-F238E27FC236}">
                          <a16:creationId xmlns:a16="http://schemas.microsoft.com/office/drawing/2014/main" id="{F68A9156-61BD-2C88-2798-4911FC46B5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65211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1" name="任意多边形: 形状 3480">
                      <a:extLst>
                        <a:ext uri="{FF2B5EF4-FFF2-40B4-BE49-F238E27FC236}">
                          <a16:creationId xmlns:a16="http://schemas.microsoft.com/office/drawing/2014/main" id="{D6D9638D-07E4-3637-B7BC-DC588DCB09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65211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355" name="图形 38">
                  <a:extLst>
                    <a:ext uri="{FF2B5EF4-FFF2-40B4-BE49-F238E27FC236}">
                      <a16:creationId xmlns:a16="http://schemas.microsoft.com/office/drawing/2014/main" id="{F89E4551-1F4F-D302-37FE-4A885DFB4FD8}"/>
                    </a:ext>
                  </a:extLst>
                </p:cNvPr>
                <p:cNvGrpSpPr/>
                <p:nvPr/>
              </p:nvGrpSpPr>
              <p:grpSpPr>
                <a:xfrm>
                  <a:off x="5767833" y="2705695"/>
                  <a:ext cx="1192113" cy="287982"/>
                  <a:chOff x="5767833" y="2705695"/>
                  <a:chExt cx="1192113" cy="287982"/>
                </a:xfrm>
              </p:grpSpPr>
              <p:grpSp>
                <p:nvGrpSpPr>
                  <p:cNvPr id="3463" name="图形 38">
                    <a:extLst>
                      <a:ext uri="{FF2B5EF4-FFF2-40B4-BE49-F238E27FC236}">
                        <a16:creationId xmlns:a16="http://schemas.microsoft.com/office/drawing/2014/main" id="{453405E6-7BFC-4C38-3CF5-68CE3EE33C92}"/>
                      </a:ext>
                    </a:extLst>
                  </p:cNvPr>
                  <p:cNvGrpSpPr/>
                  <p:nvPr/>
                </p:nvGrpSpPr>
                <p:grpSpPr>
                  <a:xfrm>
                    <a:off x="5774531" y="2705695"/>
                    <a:ext cx="1185416" cy="287982"/>
                    <a:chOff x="5774531" y="2705695"/>
                    <a:chExt cx="1185416" cy="287982"/>
                  </a:xfrm>
                </p:grpSpPr>
                <p:sp>
                  <p:nvSpPr>
                    <p:cNvPr id="3471" name="任意多边形: 形状 3470">
                      <a:extLst>
                        <a:ext uri="{FF2B5EF4-FFF2-40B4-BE49-F238E27FC236}">
                          <a16:creationId xmlns:a16="http://schemas.microsoft.com/office/drawing/2014/main" id="{198F2901-9896-3894-B6FC-AEE03DCFC6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705695"/>
                      <a:ext cx="1185416" cy="287982"/>
                    </a:xfrm>
                    <a:custGeom>
                      <a:avLst/>
                      <a:gdLst>
                        <a:gd name="connsiteX0" fmla="*/ 0 w 1185416"/>
                        <a:gd name="connsiteY0" fmla="*/ 63624 h 287982"/>
                        <a:gd name="connsiteX1" fmla="*/ 1185416 w 1185416"/>
                        <a:gd name="connsiteY1" fmla="*/ 0 h 287982"/>
                        <a:gd name="connsiteX2" fmla="*/ 1185416 w 1185416"/>
                        <a:gd name="connsiteY2" fmla="*/ 247799 h 287982"/>
                        <a:gd name="connsiteX3" fmla="*/ 0 w 1185416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87982">
                          <a:moveTo>
                            <a:pt x="0" y="63624"/>
                          </a:moveTo>
                          <a:lnTo>
                            <a:pt x="1185416" y="0"/>
                          </a:lnTo>
                          <a:lnTo>
                            <a:pt x="1185416" y="247799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E4E4E"/>
                        </a:gs>
                        <a:gs pos="50000">
                          <a:srgbClr val="3A3A3A"/>
                        </a:gs>
                        <a:gs pos="100000">
                          <a:srgbClr val="262626"/>
                        </a:gs>
                      </a:gsLst>
                      <a:lin ang="10800000" scaled="1"/>
                    </a:gra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72" name="任意多边形: 形状 3471">
                      <a:extLst>
                        <a:ext uri="{FF2B5EF4-FFF2-40B4-BE49-F238E27FC236}">
                          <a16:creationId xmlns:a16="http://schemas.microsoft.com/office/drawing/2014/main" id="{E1E83B98-844B-FB16-0B48-64108C2A2A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705695"/>
                      <a:ext cx="1185416" cy="287982"/>
                    </a:xfrm>
                    <a:custGeom>
                      <a:avLst/>
                      <a:gdLst>
                        <a:gd name="connsiteX0" fmla="*/ 0 w 1185416"/>
                        <a:gd name="connsiteY0" fmla="*/ 63624 h 287982"/>
                        <a:gd name="connsiteX1" fmla="*/ 1185416 w 1185416"/>
                        <a:gd name="connsiteY1" fmla="*/ 0 h 287982"/>
                        <a:gd name="connsiteX2" fmla="*/ 1185416 w 1185416"/>
                        <a:gd name="connsiteY2" fmla="*/ 247799 h 287982"/>
                        <a:gd name="connsiteX3" fmla="*/ 0 w 1185416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87982">
                          <a:moveTo>
                            <a:pt x="0" y="63624"/>
                          </a:moveTo>
                          <a:lnTo>
                            <a:pt x="1185416" y="0"/>
                          </a:lnTo>
                          <a:lnTo>
                            <a:pt x="1185416" y="247799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73" name="任意多边形: 形状 3472">
                      <a:extLst>
                        <a:ext uri="{FF2B5EF4-FFF2-40B4-BE49-F238E27FC236}">
                          <a16:creationId xmlns:a16="http://schemas.microsoft.com/office/drawing/2014/main" id="{B43D798B-D2F1-56C2-1DA4-BA1522013A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1228" y="2713062"/>
                      <a:ext cx="1172021" cy="273918"/>
                    </a:xfrm>
                    <a:custGeom>
                      <a:avLst/>
                      <a:gdLst>
                        <a:gd name="connsiteX0" fmla="*/ 1172022 w 1172021"/>
                        <a:gd name="connsiteY0" fmla="*/ 0 h 273918"/>
                        <a:gd name="connsiteX1" fmla="*/ 1172022 w 1172021"/>
                        <a:gd name="connsiteY1" fmla="*/ 233735 h 273918"/>
                        <a:gd name="connsiteX2" fmla="*/ 0 w 1172021"/>
                        <a:gd name="connsiteY2" fmla="*/ 273918 h 273918"/>
                        <a:gd name="connsiteX3" fmla="*/ 0 w 1172021"/>
                        <a:gd name="connsiteY3" fmla="*/ 62284 h 273918"/>
                        <a:gd name="connsiteX4" fmla="*/ 1172022 w 1172021"/>
                        <a:gd name="connsiteY4" fmla="*/ 0 h 2739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72021" h="273918">
                          <a:moveTo>
                            <a:pt x="1172022" y="0"/>
                          </a:moveTo>
                          <a:lnTo>
                            <a:pt x="1172022" y="233735"/>
                          </a:lnTo>
                          <a:lnTo>
                            <a:pt x="0" y="273918"/>
                          </a:lnTo>
                          <a:lnTo>
                            <a:pt x="0" y="62284"/>
                          </a:lnTo>
                          <a:lnTo>
                            <a:pt x="1172022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464" name="任意多边形: 形状 3463">
                    <a:extLst>
                      <a:ext uri="{FF2B5EF4-FFF2-40B4-BE49-F238E27FC236}">
                        <a16:creationId xmlns:a16="http://schemas.microsoft.com/office/drawing/2014/main" id="{03D17435-626C-6DDF-3179-BBACC2021B2B}"/>
                      </a:ext>
                    </a:extLst>
                  </p:cNvPr>
                  <p:cNvSpPr/>
                  <p:nvPr/>
                </p:nvSpPr>
                <p:spPr>
                  <a:xfrm>
                    <a:off x="6189761" y="2796108"/>
                    <a:ext cx="663029" cy="110504"/>
                  </a:xfrm>
                  <a:custGeom>
                    <a:avLst/>
                    <a:gdLst>
                      <a:gd name="connsiteX0" fmla="*/ 6697 w 663029"/>
                      <a:gd name="connsiteY0" fmla="*/ 30138 h 110504"/>
                      <a:gd name="connsiteX1" fmla="*/ 663029 w 663029"/>
                      <a:gd name="connsiteY1" fmla="*/ 0 h 110504"/>
                      <a:gd name="connsiteX2" fmla="*/ 663029 w 663029"/>
                      <a:gd name="connsiteY2" fmla="*/ 80367 h 110504"/>
                      <a:gd name="connsiteX3" fmla="*/ 0 w 663029"/>
                      <a:gd name="connsiteY3" fmla="*/ 110505 h 1105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3029" h="110504">
                        <a:moveTo>
                          <a:pt x="6697" y="30138"/>
                        </a:moveTo>
                        <a:lnTo>
                          <a:pt x="663029" y="0"/>
                        </a:lnTo>
                        <a:lnTo>
                          <a:pt x="663029" y="80367"/>
                        </a:lnTo>
                        <a:lnTo>
                          <a:pt x="0" y="110505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65" name="任意多边形: 形状 3464">
                    <a:extLst>
                      <a:ext uri="{FF2B5EF4-FFF2-40B4-BE49-F238E27FC236}">
                        <a16:creationId xmlns:a16="http://schemas.microsoft.com/office/drawing/2014/main" id="{E62DFC7E-DD8F-A425-0232-7E1706A80784}"/>
                      </a:ext>
                    </a:extLst>
                  </p:cNvPr>
                  <p:cNvSpPr/>
                  <p:nvPr/>
                </p:nvSpPr>
                <p:spPr>
                  <a:xfrm>
                    <a:off x="5874990" y="2839640"/>
                    <a:ext cx="167431" cy="87064"/>
                  </a:xfrm>
                  <a:custGeom>
                    <a:avLst/>
                    <a:gdLst>
                      <a:gd name="connsiteX0" fmla="*/ 0 w 167431"/>
                      <a:gd name="connsiteY0" fmla="*/ 10716 h 87064"/>
                      <a:gd name="connsiteX1" fmla="*/ 167432 w 167431"/>
                      <a:gd name="connsiteY1" fmla="*/ 0 h 87064"/>
                      <a:gd name="connsiteX2" fmla="*/ 167432 w 167431"/>
                      <a:gd name="connsiteY2" fmla="*/ 76349 h 87064"/>
                      <a:gd name="connsiteX3" fmla="*/ 0 w 167431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7431" h="87064">
                        <a:moveTo>
                          <a:pt x="0" y="10716"/>
                        </a:moveTo>
                        <a:lnTo>
                          <a:pt x="167432" y="0"/>
                        </a:lnTo>
                        <a:moveTo>
                          <a:pt x="167432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466" name="图形 38">
                    <a:extLst>
                      <a:ext uri="{FF2B5EF4-FFF2-40B4-BE49-F238E27FC236}">
                        <a16:creationId xmlns:a16="http://schemas.microsoft.com/office/drawing/2014/main" id="{5D87E6B0-9F7A-7258-AB1C-60C4D51F2153}"/>
                      </a:ext>
                    </a:extLst>
                  </p:cNvPr>
                  <p:cNvGrpSpPr/>
                  <p:nvPr/>
                </p:nvGrpSpPr>
                <p:grpSpPr>
                  <a:xfrm>
                    <a:off x="5767833" y="2832943"/>
                    <a:ext cx="26789" cy="100458"/>
                    <a:chOff x="5767833" y="2832943"/>
                    <a:chExt cx="26789" cy="100458"/>
                  </a:xfrm>
                </p:grpSpPr>
                <p:sp>
                  <p:nvSpPr>
                    <p:cNvPr id="3467" name="任意多边形: 形状 3466">
                      <a:extLst>
                        <a:ext uri="{FF2B5EF4-FFF2-40B4-BE49-F238E27FC236}">
                          <a16:creationId xmlns:a16="http://schemas.microsoft.com/office/drawing/2014/main" id="{901E50B0-9AB5-0197-3FA3-4AFA932CE9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832943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68" name="任意多边形: 形状 3467">
                      <a:extLst>
                        <a:ext uri="{FF2B5EF4-FFF2-40B4-BE49-F238E27FC236}">
                          <a16:creationId xmlns:a16="http://schemas.microsoft.com/office/drawing/2014/main" id="{5FB88C79-6A31-3262-0FF2-5991FE64FB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832943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69" name="任意多边形: 形状 3468">
                      <a:extLst>
                        <a:ext uri="{FF2B5EF4-FFF2-40B4-BE49-F238E27FC236}">
                          <a16:creationId xmlns:a16="http://schemas.microsoft.com/office/drawing/2014/main" id="{BA2B14BC-7B49-4489-334D-FC23AFF8A6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906613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70" name="任意多边形: 形状 3469">
                      <a:extLst>
                        <a:ext uri="{FF2B5EF4-FFF2-40B4-BE49-F238E27FC236}">
                          <a16:creationId xmlns:a16="http://schemas.microsoft.com/office/drawing/2014/main" id="{DA4CA759-1A7A-7C7F-625D-B9040229F9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906613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356" name="图形 38">
                  <a:extLst>
                    <a:ext uri="{FF2B5EF4-FFF2-40B4-BE49-F238E27FC236}">
                      <a16:creationId xmlns:a16="http://schemas.microsoft.com/office/drawing/2014/main" id="{C28EEC19-DAC8-BD85-0983-72118D4EDECE}"/>
                    </a:ext>
                  </a:extLst>
                </p:cNvPr>
                <p:cNvGrpSpPr/>
                <p:nvPr/>
              </p:nvGrpSpPr>
              <p:grpSpPr>
                <a:xfrm>
                  <a:off x="6986736" y="2129730"/>
                  <a:ext cx="549175" cy="796974"/>
                  <a:chOff x="6986736" y="2129730"/>
                  <a:chExt cx="549175" cy="796974"/>
                </a:xfrm>
              </p:grpSpPr>
              <p:sp>
                <p:nvSpPr>
                  <p:cNvPr id="3386" name="任意多边形: 形状 3385">
                    <a:extLst>
                      <a:ext uri="{FF2B5EF4-FFF2-40B4-BE49-F238E27FC236}">
                        <a16:creationId xmlns:a16="http://schemas.microsoft.com/office/drawing/2014/main" id="{B6DAD1B7-DDCC-EA3E-1FEE-38D7713BD0DA}"/>
                      </a:ext>
                    </a:extLst>
                  </p:cNvPr>
                  <p:cNvSpPr/>
                  <p:nvPr/>
                </p:nvSpPr>
                <p:spPr>
                  <a:xfrm>
                    <a:off x="6986736" y="2129730"/>
                    <a:ext cx="549175" cy="545827"/>
                  </a:xfrm>
                  <a:custGeom>
                    <a:avLst/>
                    <a:gdLst>
                      <a:gd name="connsiteX0" fmla="*/ 0 w 549175"/>
                      <a:gd name="connsiteY0" fmla="*/ 47551 h 545827"/>
                      <a:gd name="connsiteX1" fmla="*/ 549176 w 549175"/>
                      <a:gd name="connsiteY1" fmla="*/ 0 h 545827"/>
                      <a:gd name="connsiteX2" fmla="*/ 549176 w 549175"/>
                      <a:gd name="connsiteY2" fmla="*/ 519038 h 545827"/>
                      <a:gd name="connsiteX3" fmla="*/ 0 w 549175"/>
                      <a:gd name="connsiteY3" fmla="*/ 545827 h 5458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9175" h="545827">
                        <a:moveTo>
                          <a:pt x="0" y="47551"/>
                        </a:moveTo>
                        <a:lnTo>
                          <a:pt x="549176" y="0"/>
                        </a:lnTo>
                        <a:lnTo>
                          <a:pt x="549176" y="519038"/>
                        </a:lnTo>
                        <a:lnTo>
                          <a:pt x="0" y="545827"/>
                        </a:lnTo>
                        <a:close/>
                      </a:path>
                    </a:pathLst>
                  </a:custGeom>
                  <a:gradFill>
                    <a:gsLst>
                      <a:gs pos="199">
                        <a:srgbClr val="383838"/>
                      </a:gs>
                      <a:gs pos="100000">
                        <a:srgbClr val="262626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387" name="图形 38">
                    <a:extLst>
                      <a:ext uri="{FF2B5EF4-FFF2-40B4-BE49-F238E27FC236}">
                        <a16:creationId xmlns:a16="http://schemas.microsoft.com/office/drawing/2014/main" id="{8CE20E15-69E2-2776-23C2-688FFEF7FC47}"/>
                      </a:ext>
                    </a:extLst>
                  </p:cNvPr>
                  <p:cNvGrpSpPr/>
                  <p:nvPr/>
                </p:nvGrpSpPr>
                <p:grpSpPr>
                  <a:xfrm>
                    <a:off x="7033617" y="2451199"/>
                    <a:ext cx="40183" cy="40183"/>
                    <a:chOff x="7033617" y="2451199"/>
                    <a:chExt cx="40183" cy="40183"/>
                  </a:xfrm>
                </p:grpSpPr>
                <p:grpSp>
                  <p:nvGrpSpPr>
                    <p:cNvPr id="3458" name="图形 38">
                      <a:extLst>
                        <a:ext uri="{FF2B5EF4-FFF2-40B4-BE49-F238E27FC236}">
                          <a16:creationId xmlns:a16="http://schemas.microsoft.com/office/drawing/2014/main" id="{E78FC0AF-31C2-C508-D9D3-EE9F437006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33617" y="2451199"/>
                      <a:ext cx="40183" cy="40183"/>
                      <a:chOff x="7033617" y="2451199"/>
                      <a:chExt cx="40183" cy="40183"/>
                    </a:xfrm>
                  </p:grpSpPr>
                  <p:sp>
                    <p:nvSpPr>
                      <p:cNvPr id="3460" name="任意多边形: 形状 3459">
                        <a:extLst>
                          <a:ext uri="{FF2B5EF4-FFF2-40B4-BE49-F238E27FC236}">
                            <a16:creationId xmlns:a16="http://schemas.microsoft.com/office/drawing/2014/main" id="{2A71A108-44B2-B058-523A-8295B9450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45119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61" name="任意多边形: 形状 3460">
                        <a:extLst>
                          <a:ext uri="{FF2B5EF4-FFF2-40B4-BE49-F238E27FC236}">
                            <a16:creationId xmlns:a16="http://schemas.microsoft.com/office/drawing/2014/main" id="{CAF6D674-A397-5EF8-537E-C1E889E12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45119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62" name="任意多边形: 形状 3461">
                        <a:extLst>
                          <a:ext uri="{FF2B5EF4-FFF2-40B4-BE49-F238E27FC236}">
                            <a16:creationId xmlns:a16="http://schemas.microsoft.com/office/drawing/2014/main" id="{FC01C1E2-A5BD-168E-8DD1-70549BD98D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45119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59" name="任意多边形: 形状 3458">
                      <a:extLst>
                        <a:ext uri="{FF2B5EF4-FFF2-40B4-BE49-F238E27FC236}">
                          <a16:creationId xmlns:a16="http://schemas.microsoft.com/office/drawing/2014/main" id="{CEF5D3BF-F1BB-62B1-8AC0-78091D3A8C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7681" y="2458566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388" name="图形 38">
                    <a:extLst>
                      <a:ext uri="{FF2B5EF4-FFF2-40B4-BE49-F238E27FC236}">
                        <a16:creationId xmlns:a16="http://schemas.microsoft.com/office/drawing/2014/main" id="{E404779F-220C-C522-AC01-2DC30B326938}"/>
                      </a:ext>
                    </a:extLst>
                  </p:cNvPr>
                  <p:cNvGrpSpPr/>
                  <p:nvPr/>
                </p:nvGrpSpPr>
                <p:grpSpPr>
                  <a:xfrm>
                    <a:off x="7227837" y="2437804"/>
                    <a:ext cx="40183" cy="40183"/>
                    <a:chOff x="7227837" y="2437804"/>
                    <a:chExt cx="40183" cy="40183"/>
                  </a:xfrm>
                </p:grpSpPr>
                <p:grpSp>
                  <p:nvGrpSpPr>
                    <p:cNvPr id="3453" name="图形 38">
                      <a:extLst>
                        <a:ext uri="{FF2B5EF4-FFF2-40B4-BE49-F238E27FC236}">
                          <a16:creationId xmlns:a16="http://schemas.microsoft.com/office/drawing/2014/main" id="{4E5CC1FE-564B-8D23-7371-FE7E6192F5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7837" y="2437804"/>
                      <a:ext cx="40183" cy="40183"/>
                      <a:chOff x="7227837" y="2437804"/>
                      <a:chExt cx="40183" cy="40183"/>
                    </a:xfrm>
                  </p:grpSpPr>
                  <p:sp>
                    <p:nvSpPr>
                      <p:cNvPr id="3455" name="任意多边形: 形状 3454">
                        <a:extLst>
                          <a:ext uri="{FF2B5EF4-FFF2-40B4-BE49-F238E27FC236}">
                            <a16:creationId xmlns:a16="http://schemas.microsoft.com/office/drawing/2014/main" id="{06821559-BD20-07C2-B857-05F1A6A26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43780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56" name="任意多边形: 形状 3455">
                        <a:extLst>
                          <a:ext uri="{FF2B5EF4-FFF2-40B4-BE49-F238E27FC236}">
                            <a16:creationId xmlns:a16="http://schemas.microsoft.com/office/drawing/2014/main" id="{5E4513FD-841A-BBED-83E8-D6AA7156BC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43780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57" name="任意多边形: 形状 3456">
                        <a:extLst>
                          <a:ext uri="{FF2B5EF4-FFF2-40B4-BE49-F238E27FC236}">
                            <a16:creationId xmlns:a16="http://schemas.microsoft.com/office/drawing/2014/main" id="{6C5E8046-9A84-FDA6-2788-93C8B52711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43780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54" name="任意多边形: 形状 3453">
                      <a:extLst>
                        <a:ext uri="{FF2B5EF4-FFF2-40B4-BE49-F238E27FC236}">
                          <a16:creationId xmlns:a16="http://schemas.microsoft.com/office/drawing/2014/main" id="{296EC851-D134-C713-F70A-11169C9053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1901" y="2445171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389" name="图形 38">
                    <a:extLst>
                      <a:ext uri="{FF2B5EF4-FFF2-40B4-BE49-F238E27FC236}">
                        <a16:creationId xmlns:a16="http://schemas.microsoft.com/office/drawing/2014/main" id="{139E5A5D-D13B-9735-640A-18A8370464ED}"/>
                      </a:ext>
                    </a:extLst>
                  </p:cNvPr>
                  <p:cNvGrpSpPr/>
                  <p:nvPr/>
                </p:nvGrpSpPr>
                <p:grpSpPr>
                  <a:xfrm>
                    <a:off x="7408664" y="2424410"/>
                    <a:ext cx="40183" cy="40183"/>
                    <a:chOff x="7408664" y="2424410"/>
                    <a:chExt cx="40183" cy="40183"/>
                  </a:xfrm>
                </p:grpSpPr>
                <p:grpSp>
                  <p:nvGrpSpPr>
                    <p:cNvPr id="3448" name="图形 38">
                      <a:extLst>
                        <a:ext uri="{FF2B5EF4-FFF2-40B4-BE49-F238E27FC236}">
                          <a16:creationId xmlns:a16="http://schemas.microsoft.com/office/drawing/2014/main" id="{6BE43474-B14F-0459-D62B-048E0DE7BB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08664" y="2424410"/>
                      <a:ext cx="40183" cy="40183"/>
                      <a:chOff x="7408664" y="2424410"/>
                      <a:chExt cx="40183" cy="40183"/>
                    </a:xfrm>
                  </p:grpSpPr>
                  <p:sp>
                    <p:nvSpPr>
                      <p:cNvPr id="3450" name="任意多边形: 形状 3449">
                        <a:extLst>
                          <a:ext uri="{FF2B5EF4-FFF2-40B4-BE49-F238E27FC236}">
                            <a16:creationId xmlns:a16="http://schemas.microsoft.com/office/drawing/2014/main" id="{229A948A-91D1-2E1F-BC82-7AF702BB18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2441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51" name="任意多边形: 形状 3450">
                        <a:extLst>
                          <a:ext uri="{FF2B5EF4-FFF2-40B4-BE49-F238E27FC236}">
                            <a16:creationId xmlns:a16="http://schemas.microsoft.com/office/drawing/2014/main" id="{C1E399F2-A516-95EF-463C-24535B9A7A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2441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52" name="任意多边形: 形状 3451">
                        <a:extLst>
                          <a:ext uri="{FF2B5EF4-FFF2-40B4-BE49-F238E27FC236}">
                            <a16:creationId xmlns:a16="http://schemas.microsoft.com/office/drawing/2014/main" id="{C16CCCE7-DB9D-5F94-A19E-EEEFF82A67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2441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49" name="任意多边形: 形状 3448">
                      <a:extLst>
                        <a:ext uri="{FF2B5EF4-FFF2-40B4-BE49-F238E27FC236}">
                          <a16:creationId xmlns:a16="http://schemas.microsoft.com/office/drawing/2014/main" id="{5CBA2FA0-B4C2-1DAB-891F-60F1A53DDD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728" y="2431777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390" name="图形 38">
                    <a:extLst>
                      <a:ext uri="{FF2B5EF4-FFF2-40B4-BE49-F238E27FC236}">
                        <a16:creationId xmlns:a16="http://schemas.microsoft.com/office/drawing/2014/main" id="{C8C411A9-3ABF-8F2A-D457-25B4FCCC0A92}"/>
                      </a:ext>
                    </a:extLst>
                  </p:cNvPr>
                  <p:cNvGrpSpPr/>
                  <p:nvPr/>
                </p:nvGrpSpPr>
                <p:grpSpPr>
                  <a:xfrm>
                    <a:off x="7033617" y="2524869"/>
                    <a:ext cx="40183" cy="40183"/>
                    <a:chOff x="7033617" y="2524869"/>
                    <a:chExt cx="40183" cy="40183"/>
                  </a:xfrm>
                </p:grpSpPr>
                <p:grpSp>
                  <p:nvGrpSpPr>
                    <p:cNvPr id="3443" name="图形 38">
                      <a:extLst>
                        <a:ext uri="{FF2B5EF4-FFF2-40B4-BE49-F238E27FC236}">
                          <a16:creationId xmlns:a16="http://schemas.microsoft.com/office/drawing/2014/main" id="{9D5EC4E7-BF0F-6A5E-2580-B520921493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33617" y="2524869"/>
                      <a:ext cx="40183" cy="40183"/>
                      <a:chOff x="7033617" y="2524869"/>
                      <a:chExt cx="40183" cy="40183"/>
                    </a:xfrm>
                  </p:grpSpPr>
                  <p:sp>
                    <p:nvSpPr>
                      <p:cNvPr id="3445" name="任意多边形: 形状 3444">
                        <a:extLst>
                          <a:ext uri="{FF2B5EF4-FFF2-40B4-BE49-F238E27FC236}">
                            <a16:creationId xmlns:a16="http://schemas.microsoft.com/office/drawing/2014/main" id="{824E6674-E036-CA54-7ED6-ED4A0AE31B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2486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46" name="任意多边形: 形状 3445">
                        <a:extLst>
                          <a:ext uri="{FF2B5EF4-FFF2-40B4-BE49-F238E27FC236}">
                            <a16:creationId xmlns:a16="http://schemas.microsoft.com/office/drawing/2014/main" id="{FF45D1BF-0886-4F79-FB49-E33ADA52F4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2486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47" name="任意多边形: 形状 3446">
                        <a:extLst>
                          <a:ext uri="{FF2B5EF4-FFF2-40B4-BE49-F238E27FC236}">
                            <a16:creationId xmlns:a16="http://schemas.microsoft.com/office/drawing/2014/main" id="{B4D3F068-3559-D081-2DC7-C962964C23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2486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44" name="任意多边形: 形状 3443">
                      <a:extLst>
                        <a:ext uri="{FF2B5EF4-FFF2-40B4-BE49-F238E27FC236}">
                          <a16:creationId xmlns:a16="http://schemas.microsoft.com/office/drawing/2014/main" id="{21DDCB4B-C7A8-03F2-4DB7-EF03879916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7681" y="2532236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391" name="图形 38">
                    <a:extLst>
                      <a:ext uri="{FF2B5EF4-FFF2-40B4-BE49-F238E27FC236}">
                        <a16:creationId xmlns:a16="http://schemas.microsoft.com/office/drawing/2014/main" id="{57258829-E602-A196-9468-4B4A9F98B7BD}"/>
                      </a:ext>
                    </a:extLst>
                  </p:cNvPr>
                  <p:cNvGrpSpPr/>
                  <p:nvPr/>
                </p:nvGrpSpPr>
                <p:grpSpPr>
                  <a:xfrm>
                    <a:off x="7227837" y="2511474"/>
                    <a:ext cx="40183" cy="40183"/>
                    <a:chOff x="7227837" y="2511474"/>
                    <a:chExt cx="40183" cy="40183"/>
                  </a:xfrm>
                </p:grpSpPr>
                <p:grpSp>
                  <p:nvGrpSpPr>
                    <p:cNvPr id="3438" name="图形 38">
                      <a:extLst>
                        <a:ext uri="{FF2B5EF4-FFF2-40B4-BE49-F238E27FC236}">
                          <a16:creationId xmlns:a16="http://schemas.microsoft.com/office/drawing/2014/main" id="{BB8ED908-845F-4244-6EFB-958801BF6F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7837" y="2511474"/>
                      <a:ext cx="40183" cy="40183"/>
                      <a:chOff x="7227837" y="2511474"/>
                      <a:chExt cx="40183" cy="40183"/>
                    </a:xfrm>
                  </p:grpSpPr>
                  <p:sp>
                    <p:nvSpPr>
                      <p:cNvPr id="3440" name="任意多边形: 形状 3439">
                        <a:extLst>
                          <a:ext uri="{FF2B5EF4-FFF2-40B4-BE49-F238E27FC236}">
                            <a16:creationId xmlns:a16="http://schemas.microsoft.com/office/drawing/2014/main" id="{FF1FA048-38D6-1FAE-EB17-0B09CB615D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1147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41" name="任意多边形: 形状 3440">
                        <a:extLst>
                          <a:ext uri="{FF2B5EF4-FFF2-40B4-BE49-F238E27FC236}">
                            <a16:creationId xmlns:a16="http://schemas.microsoft.com/office/drawing/2014/main" id="{259F90F1-617E-92EF-44BB-4EE8C8C441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1147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42" name="任意多边形: 形状 3441">
                        <a:extLst>
                          <a:ext uri="{FF2B5EF4-FFF2-40B4-BE49-F238E27FC236}">
                            <a16:creationId xmlns:a16="http://schemas.microsoft.com/office/drawing/2014/main" id="{E1BFFB9C-878A-238B-05F5-926FCD2E9A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1147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39" name="任意多边形: 形状 3438">
                      <a:extLst>
                        <a:ext uri="{FF2B5EF4-FFF2-40B4-BE49-F238E27FC236}">
                          <a16:creationId xmlns:a16="http://schemas.microsoft.com/office/drawing/2014/main" id="{321A9402-A9B6-C543-1950-7F221400E4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1901" y="2518841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392" name="图形 38">
                    <a:extLst>
                      <a:ext uri="{FF2B5EF4-FFF2-40B4-BE49-F238E27FC236}">
                        <a16:creationId xmlns:a16="http://schemas.microsoft.com/office/drawing/2014/main" id="{3D03F16C-31F1-EA03-2A49-5FB8B939344C}"/>
                      </a:ext>
                    </a:extLst>
                  </p:cNvPr>
                  <p:cNvGrpSpPr/>
                  <p:nvPr/>
                </p:nvGrpSpPr>
                <p:grpSpPr>
                  <a:xfrm>
                    <a:off x="7408664" y="2498080"/>
                    <a:ext cx="40183" cy="40183"/>
                    <a:chOff x="7408664" y="2498080"/>
                    <a:chExt cx="40183" cy="40183"/>
                  </a:xfrm>
                </p:grpSpPr>
                <p:grpSp>
                  <p:nvGrpSpPr>
                    <p:cNvPr id="3433" name="图形 38">
                      <a:extLst>
                        <a:ext uri="{FF2B5EF4-FFF2-40B4-BE49-F238E27FC236}">
                          <a16:creationId xmlns:a16="http://schemas.microsoft.com/office/drawing/2014/main" id="{8B5F0EA3-9A46-D486-17A1-F23F72C923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08664" y="2498080"/>
                      <a:ext cx="40183" cy="40183"/>
                      <a:chOff x="7408664" y="2498080"/>
                      <a:chExt cx="40183" cy="40183"/>
                    </a:xfrm>
                  </p:grpSpPr>
                  <p:sp>
                    <p:nvSpPr>
                      <p:cNvPr id="3435" name="任意多边形: 形状 3434">
                        <a:extLst>
                          <a:ext uri="{FF2B5EF4-FFF2-40B4-BE49-F238E27FC236}">
                            <a16:creationId xmlns:a16="http://schemas.microsoft.com/office/drawing/2014/main" id="{211914D6-6B74-1F1C-E20A-0B789D5527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9808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36" name="任意多边形: 形状 3435">
                        <a:extLst>
                          <a:ext uri="{FF2B5EF4-FFF2-40B4-BE49-F238E27FC236}">
                            <a16:creationId xmlns:a16="http://schemas.microsoft.com/office/drawing/2014/main" id="{5A1F5113-E018-6771-36C9-FE45BCACEB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9808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37" name="任意多边形: 形状 3436">
                        <a:extLst>
                          <a:ext uri="{FF2B5EF4-FFF2-40B4-BE49-F238E27FC236}">
                            <a16:creationId xmlns:a16="http://schemas.microsoft.com/office/drawing/2014/main" id="{33AC674D-B62D-BF04-6EB2-CF7748982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9808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34" name="任意多边形: 形状 3433">
                      <a:extLst>
                        <a:ext uri="{FF2B5EF4-FFF2-40B4-BE49-F238E27FC236}">
                          <a16:creationId xmlns:a16="http://schemas.microsoft.com/office/drawing/2014/main" id="{F4BAD62E-DCC0-441E-17F7-39F87A7B83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728" y="2505447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393" name="图形 38">
                    <a:extLst>
                      <a:ext uri="{FF2B5EF4-FFF2-40B4-BE49-F238E27FC236}">
                        <a16:creationId xmlns:a16="http://schemas.microsoft.com/office/drawing/2014/main" id="{4C3065B6-9D51-1027-AE8E-9AA8615311AA}"/>
                      </a:ext>
                    </a:extLst>
                  </p:cNvPr>
                  <p:cNvGrpSpPr/>
                  <p:nvPr/>
                </p:nvGrpSpPr>
                <p:grpSpPr>
                  <a:xfrm>
                    <a:off x="7033617" y="2598539"/>
                    <a:ext cx="40183" cy="40183"/>
                    <a:chOff x="7033617" y="2598539"/>
                    <a:chExt cx="40183" cy="40183"/>
                  </a:xfrm>
                </p:grpSpPr>
                <p:grpSp>
                  <p:nvGrpSpPr>
                    <p:cNvPr id="3428" name="图形 38">
                      <a:extLst>
                        <a:ext uri="{FF2B5EF4-FFF2-40B4-BE49-F238E27FC236}">
                          <a16:creationId xmlns:a16="http://schemas.microsoft.com/office/drawing/2014/main" id="{B75610F5-AB8E-356F-686C-F73755F4DD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33617" y="2598539"/>
                      <a:ext cx="40183" cy="40183"/>
                      <a:chOff x="7033617" y="2598539"/>
                      <a:chExt cx="40183" cy="40183"/>
                    </a:xfrm>
                  </p:grpSpPr>
                  <p:sp>
                    <p:nvSpPr>
                      <p:cNvPr id="3430" name="任意多边形: 形状 3429">
                        <a:extLst>
                          <a:ext uri="{FF2B5EF4-FFF2-40B4-BE49-F238E27FC236}">
                            <a16:creationId xmlns:a16="http://schemas.microsoft.com/office/drawing/2014/main" id="{75698567-F63C-7DD0-93BA-664832428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9853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31" name="任意多边形: 形状 3430">
                        <a:extLst>
                          <a:ext uri="{FF2B5EF4-FFF2-40B4-BE49-F238E27FC236}">
                            <a16:creationId xmlns:a16="http://schemas.microsoft.com/office/drawing/2014/main" id="{3DD0CE8A-2DEC-763E-72B8-1FD2563F9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9853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32" name="任意多边形: 形状 3431">
                        <a:extLst>
                          <a:ext uri="{FF2B5EF4-FFF2-40B4-BE49-F238E27FC236}">
                            <a16:creationId xmlns:a16="http://schemas.microsoft.com/office/drawing/2014/main" id="{4F4D0A19-5FB3-BA83-95EE-46DE2286E6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9853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29" name="任意多边形: 形状 3428">
                      <a:extLst>
                        <a:ext uri="{FF2B5EF4-FFF2-40B4-BE49-F238E27FC236}">
                          <a16:creationId xmlns:a16="http://schemas.microsoft.com/office/drawing/2014/main" id="{8810D0BD-588B-A284-27BD-0D4E820AB4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7681" y="2605906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394" name="图形 38">
                    <a:extLst>
                      <a:ext uri="{FF2B5EF4-FFF2-40B4-BE49-F238E27FC236}">
                        <a16:creationId xmlns:a16="http://schemas.microsoft.com/office/drawing/2014/main" id="{B1AD7282-ADE9-09BF-23FB-FA4A62DFBCBD}"/>
                      </a:ext>
                    </a:extLst>
                  </p:cNvPr>
                  <p:cNvGrpSpPr/>
                  <p:nvPr/>
                </p:nvGrpSpPr>
                <p:grpSpPr>
                  <a:xfrm>
                    <a:off x="7227837" y="2585144"/>
                    <a:ext cx="40183" cy="40183"/>
                    <a:chOff x="7227837" y="2585144"/>
                    <a:chExt cx="40183" cy="40183"/>
                  </a:xfrm>
                </p:grpSpPr>
                <p:grpSp>
                  <p:nvGrpSpPr>
                    <p:cNvPr id="3423" name="图形 38">
                      <a:extLst>
                        <a:ext uri="{FF2B5EF4-FFF2-40B4-BE49-F238E27FC236}">
                          <a16:creationId xmlns:a16="http://schemas.microsoft.com/office/drawing/2014/main" id="{64FE5CDF-AA57-EC67-3DAF-1BBD766AAA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7837" y="2585144"/>
                      <a:ext cx="40183" cy="40183"/>
                      <a:chOff x="7227837" y="2585144"/>
                      <a:chExt cx="40183" cy="40183"/>
                    </a:xfrm>
                  </p:grpSpPr>
                  <p:sp>
                    <p:nvSpPr>
                      <p:cNvPr id="3425" name="任意多边形: 形状 3424">
                        <a:extLst>
                          <a:ext uri="{FF2B5EF4-FFF2-40B4-BE49-F238E27FC236}">
                            <a16:creationId xmlns:a16="http://schemas.microsoft.com/office/drawing/2014/main" id="{0D18723E-CEF8-28C7-9CDE-395C09F5D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8514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26" name="任意多边形: 形状 3425">
                        <a:extLst>
                          <a:ext uri="{FF2B5EF4-FFF2-40B4-BE49-F238E27FC236}">
                            <a16:creationId xmlns:a16="http://schemas.microsoft.com/office/drawing/2014/main" id="{A043D42C-544B-24E3-ACA4-CBF8455B8E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8514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27" name="任意多边形: 形状 3426">
                        <a:extLst>
                          <a:ext uri="{FF2B5EF4-FFF2-40B4-BE49-F238E27FC236}">
                            <a16:creationId xmlns:a16="http://schemas.microsoft.com/office/drawing/2014/main" id="{ED28D961-7013-D7E3-E3D6-881661057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8514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24" name="任意多边形: 形状 3423">
                      <a:extLst>
                        <a:ext uri="{FF2B5EF4-FFF2-40B4-BE49-F238E27FC236}">
                          <a16:creationId xmlns:a16="http://schemas.microsoft.com/office/drawing/2014/main" id="{CD62B00C-4A50-5130-5F4F-7121D91F60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1901" y="2592511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395" name="图形 38">
                    <a:extLst>
                      <a:ext uri="{FF2B5EF4-FFF2-40B4-BE49-F238E27FC236}">
                        <a16:creationId xmlns:a16="http://schemas.microsoft.com/office/drawing/2014/main" id="{EB4FBCC2-62A5-AE55-9271-0848C5845815}"/>
                      </a:ext>
                    </a:extLst>
                  </p:cNvPr>
                  <p:cNvGrpSpPr/>
                  <p:nvPr/>
                </p:nvGrpSpPr>
                <p:grpSpPr>
                  <a:xfrm>
                    <a:off x="7408664" y="2571750"/>
                    <a:ext cx="40183" cy="40183"/>
                    <a:chOff x="7408664" y="2571750"/>
                    <a:chExt cx="40183" cy="40183"/>
                  </a:xfrm>
                </p:grpSpPr>
                <p:grpSp>
                  <p:nvGrpSpPr>
                    <p:cNvPr id="3418" name="图形 38">
                      <a:extLst>
                        <a:ext uri="{FF2B5EF4-FFF2-40B4-BE49-F238E27FC236}">
                          <a16:creationId xmlns:a16="http://schemas.microsoft.com/office/drawing/2014/main" id="{B5103C1E-E0D2-7DDB-0354-526E33B2B7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08664" y="2571750"/>
                      <a:ext cx="40183" cy="40183"/>
                      <a:chOff x="7408664" y="2571750"/>
                      <a:chExt cx="40183" cy="40183"/>
                    </a:xfrm>
                  </p:grpSpPr>
                  <p:sp>
                    <p:nvSpPr>
                      <p:cNvPr id="3420" name="任意多边形: 形状 3419">
                        <a:extLst>
                          <a:ext uri="{FF2B5EF4-FFF2-40B4-BE49-F238E27FC236}">
                            <a16:creationId xmlns:a16="http://schemas.microsoft.com/office/drawing/2014/main" id="{CB9C4EC8-06C3-34D0-CD04-826A023B54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57175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21" name="任意多边形: 形状 3420">
                        <a:extLst>
                          <a:ext uri="{FF2B5EF4-FFF2-40B4-BE49-F238E27FC236}">
                            <a16:creationId xmlns:a16="http://schemas.microsoft.com/office/drawing/2014/main" id="{0DC23880-A874-C663-A5A2-06958D62EA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57175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22" name="任意多边形: 形状 3421">
                        <a:extLst>
                          <a:ext uri="{FF2B5EF4-FFF2-40B4-BE49-F238E27FC236}">
                            <a16:creationId xmlns:a16="http://schemas.microsoft.com/office/drawing/2014/main" id="{312A2820-181D-2196-23ED-F75A5D76FD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57175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19" name="任意多边形: 形状 3418">
                      <a:extLst>
                        <a:ext uri="{FF2B5EF4-FFF2-40B4-BE49-F238E27FC236}">
                          <a16:creationId xmlns:a16="http://schemas.microsoft.com/office/drawing/2014/main" id="{46E5CCBD-02E9-C425-6870-3CFB02218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728" y="2579117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396" name="任意多边形: 形状 3395">
                    <a:extLst>
                      <a:ext uri="{FF2B5EF4-FFF2-40B4-BE49-F238E27FC236}">
                        <a16:creationId xmlns:a16="http://schemas.microsoft.com/office/drawing/2014/main" id="{39D9BDC2-27D3-1133-695D-B747C4B55F11}"/>
                      </a:ext>
                    </a:extLst>
                  </p:cNvPr>
                  <p:cNvSpPr/>
                  <p:nvPr/>
                </p:nvSpPr>
                <p:spPr>
                  <a:xfrm>
                    <a:off x="6986736" y="2675557"/>
                    <a:ext cx="549175" cy="251147"/>
                  </a:xfrm>
                  <a:custGeom>
                    <a:avLst/>
                    <a:gdLst>
                      <a:gd name="connsiteX0" fmla="*/ 0 w 549175"/>
                      <a:gd name="connsiteY0" fmla="*/ 24110 h 251147"/>
                      <a:gd name="connsiteX1" fmla="*/ 549176 w 549175"/>
                      <a:gd name="connsiteY1" fmla="*/ 0 h 251147"/>
                      <a:gd name="connsiteX2" fmla="*/ 549176 w 549175"/>
                      <a:gd name="connsiteY2" fmla="*/ 231056 h 251147"/>
                      <a:gd name="connsiteX3" fmla="*/ 0 w 549175"/>
                      <a:gd name="connsiteY3" fmla="*/ 251147 h 2511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9175" h="251147">
                        <a:moveTo>
                          <a:pt x="0" y="24110"/>
                        </a:moveTo>
                        <a:lnTo>
                          <a:pt x="549176" y="0"/>
                        </a:lnTo>
                        <a:lnTo>
                          <a:pt x="549176" y="231056"/>
                        </a:lnTo>
                        <a:lnTo>
                          <a:pt x="0" y="25114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E4E4E"/>
                      </a:gs>
                      <a:gs pos="50000">
                        <a:srgbClr val="4C4C4C"/>
                      </a:gs>
                      <a:gs pos="100000">
                        <a:srgbClr val="4B4B4B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397" name="图形 38">
                    <a:extLst>
                      <a:ext uri="{FF2B5EF4-FFF2-40B4-BE49-F238E27FC236}">
                        <a16:creationId xmlns:a16="http://schemas.microsoft.com/office/drawing/2014/main" id="{774EA839-ED3A-525C-D750-020DF2074D91}"/>
                      </a:ext>
                    </a:extLst>
                  </p:cNvPr>
                  <p:cNvGrpSpPr/>
                  <p:nvPr/>
                </p:nvGrpSpPr>
                <p:grpSpPr>
                  <a:xfrm>
                    <a:off x="7358434" y="2742530"/>
                    <a:ext cx="100458" cy="107156"/>
                    <a:chOff x="7358434" y="2742530"/>
                    <a:chExt cx="100458" cy="107156"/>
                  </a:xfrm>
                </p:grpSpPr>
                <p:sp>
                  <p:nvSpPr>
                    <p:cNvPr id="3416" name="任意多边形: 形状 3415">
                      <a:extLst>
                        <a:ext uri="{FF2B5EF4-FFF2-40B4-BE49-F238E27FC236}">
                          <a16:creationId xmlns:a16="http://schemas.microsoft.com/office/drawing/2014/main" id="{9BC3E295-21E8-0F68-5185-FC9F05F62D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8434" y="2742530"/>
                      <a:ext cx="100458" cy="107156"/>
                    </a:xfrm>
                    <a:custGeom>
                      <a:avLst/>
                      <a:gdLst>
                        <a:gd name="connsiteX0" fmla="*/ 100459 w 100458"/>
                        <a:gd name="connsiteY0" fmla="*/ 53578 h 107156"/>
                        <a:gd name="connsiteX1" fmla="*/ 98450 w 100458"/>
                        <a:gd name="connsiteY1" fmla="*/ 67642 h 107156"/>
                        <a:gd name="connsiteX2" fmla="*/ 93762 w 100458"/>
                        <a:gd name="connsiteY2" fmla="*/ 80367 h 107156"/>
                        <a:gd name="connsiteX3" fmla="*/ 85725 w 100458"/>
                        <a:gd name="connsiteY3" fmla="*/ 91753 h 107156"/>
                        <a:gd name="connsiteX4" fmla="*/ 75679 w 100458"/>
                        <a:gd name="connsiteY4" fmla="*/ 99789 h 107156"/>
                        <a:gd name="connsiteX5" fmla="*/ 63624 w 100458"/>
                        <a:gd name="connsiteY5" fmla="*/ 105147 h 107156"/>
                        <a:gd name="connsiteX6" fmla="*/ 50229 w 100458"/>
                        <a:gd name="connsiteY6" fmla="*/ 107156 h 107156"/>
                        <a:gd name="connsiteX7" fmla="*/ 36835 w 100458"/>
                        <a:gd name="connsiteY7" fmla="*/ 105147 h 107156"/>
                        <a:gd name="connsiteX8" fmla="*/ 24780 w 100458"/>
                        <a:gd name="connsiteY8" fmla="*/ 99789 h 107156"/>
                        <a:gd name="connsiteX9" fmla="*/ 14734 w 100458"/>
                        <a:gd name="connsiteY9" fmla="*/ 91753 h 107156"/>
                        <a:gd name="connsiteX10" fmla="*/ 6697 w 100458"/>
                        <a:gd name="connsiteY10" fmla="*/ 80367 h 107156"/>
                        <a:gd name="connsiteX11" fmla="*/ 2009 w 100458"/>
                        <a:gd name="connsiteY11" fmla="*/ 67642 h 107156"/>
                        <a:gd name="connsiteX12" fmla="*/ 0 w 100458"/>
                        <a:gd name="connsiteY12" fmla="*/ 53578 h 107156"/>
                        <a:gd name="connsiteX13" fmla="*/ 2009 w 100458"/>
                        <a:gd name="connsiteY13" fmla="*/ 39514 h 107156"/>
                        <a:gd name="connsiteX14" fmla="*/ 6697 w 100458"/>
                        <a:gd name="connsiteY14" fmla="*/ 26789 h 107156"/>
                        <a:gd name="connsiteX15" fmla="*/ 14734 w 100458"/>
                        <a:gd name="connsiteY15" fmla="*/ 15404 h 107156"/>
                        <a:gd name="connsiteX16" fmla="*/ 24780 w 100458"/>
                        <a:gd name="connsiteY16" fmla="*/ 7367 h 107156"/>
                        <a:gd name="connsiteX17" fmla="*/ 36835 w 100458"/>
                        <a:gd name="connsiteY17" fmla="*/ 2009 h 107156"/>
                        <a:gd name="connsiteX18" fmla="*/ 50229 w 100458"/>
                        <a:gd name="connsiteY18" fmla="*/ 0 h 107156"/>
                        <a:gd name="connsiteX19" fmla="*/ 63624 w 100458"/>
                        <a:gd name="connsiteY19" fmla="*/ 2009 h 107156"/>
                        <a:gd name="connsiteX20" fmla="*/ 75679 w 100458"/>
                        <a:gd name="connsiteY20" fmla="*/ 7367 h 107156"/>
                        <a:gd name="connsiteX21" fmla="*/ 85725 w 100458"/>
                        <a:gd name="connsiteY21" fmla="*/ 15404 h 107156"/>
                        <a:gd name="connsiteX22" fmla="*/ 93762 w 100458"/>
                        <a:gd name="connsiteY22" fmla="*/ 26789 h 107156"/>
                        <a:gd name="connsiteX23" fmla="*/ 98450 w 100458"/>
                        <a:gd name="connsiteY23" fmla="*/ 39514 h 107156"/>
                        <a:gd name="connsiteX24" fmla="*/ 100459 w 100458"/>
                        <a:gd name="connsiteY24" fmla="*/ 53578 h 1071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100458" h="107156">
                          <a:moveTo>
                            <a:pt x="100459" y="53578"/>
                          </a:moveTo>
                          <a:lnTo>
                            <a:pt x="98450" y="67642"/>
                          </a:lnTo>
                          <a:lnTo>
                            <a:pt x="93762" y="80367"/>
                          </a:lnTo>
                          <a:lnTo>
                            <a:pt x="85725" y="91753"/>
                          </a:lnTo>
                          <a:lnTo>
                            <a:pt x="75679" y="99789"/>
                          </a:lnTo>
                          <a:lnTo>
                            <a:pt x="63624" y="105147"/>
                          </a:lnTo>
                          <a:lnTo>
                            <a:pt x="50229" y="107156"/>
                          </a:lnTo>
                          <a:lnTo>
                            <a:pt x="36835" y="105147"/>
                          </a:lnTo>
                          <a:lnTo>
                            <a:pt x="24780" y="99789"/>
                          </a:lnTo>
                          <a:lnTo>
                            <a:pt x="14734" y="91753"/>
                          </a:lnTo>
                          <a:lnTo>
                            <a:pt x="6697" y="80367"/>
                          </a:lnTo>
                          <a:lnTo>
                            <a:pt x="2009" y="67642"/>
                          </a:lnTo>
                          <a:lnTo>
                            <a:pt x="0" y="53578"/>
                          </a:lnTo>
                          <a:lnTo>
                            <a:pt x="2009" y="39514"/>
                          </a:lnTo>
                          <a:lnTo>
                            <a:pt x="6697" y="26789"/>
                          </a:lnTo>
                          <a:lnTo>
                            <a:pt x="14734" y="15404"/>
                          </a:lnTo>
                          <a:lnTo>
                            <a:pt x="24780" y="7367"/>
                          </a:lnTo>
                          <a:lnTo>
                            <a:pt x="36835" y="2009"/>
                          </a:lnTo>
                          <a:lnTo>
                            <a:pt x="50229" y="0"/>
                          </a:lnTo>
                          <a:lnTo>
                            <a:pt x="63624" y="2009"/>
                          </a:lnTo>
                          <a:lnTo>
                            <a:pt x="75679" y="7367"/>
                          </a:lnTo>
                          <a:lnTo>
                            <a:pt x="85725" y="15404"/>
                          </a:lnTo>
                          <a:lnTo>
                            <a:pt x="93762" y="26789"/>
                          </a:lnTo>
                          <a:lnTo>
                            <a:pt x="98450" y="39514"/>
                          </a:lnTo>
                          <a:lnTo>
                            <a:pt x="100459" y="53578"/>
                          </a:lnTo>
                          <a:close/>
                        </a:path>
                      </a:pathLst>
                    </a:custGeom>
                    <a:noFill/>
                    <a:ln w="6697" cap="flat">
                      <a:solidFill>
                        <a:srgbClr val="9A949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17" name="任意多边形: 形状 3416">
                      <a:extLst>
                        <a:ext uri="{FF2B5EF4-FFF2-40B4-BE49-F238E27FC236}">
                          <a16:creationId xmlns:a16="http://schemas.microsoft.com/office/drawing/2014/main" id="{86CF6848-9CA1-10BC-A886-C643F71E1E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1875" y="2764631"/>
                      <a:ext cx="53578" cy="62954"/>
                    </a:xfrm>
                    <a:custGeom>
                      <a:avLst/>
                      <a:gdLst>
                        <a:gd name="connsiteX0" fmla="*/ 53578 w 53578"/>
                        <a:gd name="connsiteY0" fmla="*/ 31477 h 62954"/>
                        <a:gd name="connsiteX1" fmla="*/ 51569 w 53578"/>
                        <a:gd name="connsiteY1" fmla="*/ 44202 h 62954"/>
                        <a:gd name="connsiteX2" fmla="*/ 45541 w 53578"/>
                        <a:gd name="connsiteY2" fmla="*/ 53578 h 62954"/>
                        <a:gd name="connsiteX3" fmla="*/ 34156 w 53578"/>
                        <a:gd name="connsiteY3" fmla="*/ 61615 h 62954"/>
                        <a:gd name="connsiteX4" fmla="*/ 26789 w 53578"/>
                        <a:gd name="connsiteY4" fmla="*/ 62954 h 62954"/>
                        <a:gd name="connsiteX5" fmla="*/ 13395 w 53578"/>
                        <a:gd name="connsiteY5" fmla="*/ 58936 h 62954"/>
                        <a:gd name="connsiteX6" fmla="*/ 8037 w 53578"/>
                        <a:gd name="connsiteY6" fmla="*/ 53578 h 62954"/>
                        <a:gd name="connsiteX7" fmla="*/ 2009 w 53578"/>
                        <a:gd name="connsiteY7" fmla="*/ 44202 h 62954"/>
                        <a:gd name="connsiteX8" fmla="*/ 0 w 53578"/>
                        <a:gd name="connsiteY8" fmla="*/ 31477 h 62954"/>
                        <a:gd name="connsiteX9" fmla="*/ 2009 w 53578"/>
                        <a:gd name="connsiteY9" fmla="*/ 18752 h 62954"/>
                        <a:gd name="connsiteX10" fmla="*/ 8037 w 53578"/>
                        <a:gd name="connsiteY10" fmla="*/ 9376 h 62954"/>
                        <a:gd name="connsiteX11" fmla="*/ 19422 w 53578"/>
                        <a:gd name="connsiteY11" fmla="*/ 1340 h 62954"/>
                        <a:gd name="connsiteX12" fmla="*/ 26789 w 53578"/>
                        <a:gd name="connsiteY12" fmla="*/ 0 h 62954"/>
                        <a:gd name="connsiteX13" fmla="*/ 40184 w 53578"/>
                        <a:gd name="connsiteY13" fmla="*/ 4018 h 62954"/>
                        <a:gd name="connsiteX14" fmla="*/ 51569 w 53578"/>
                        <a:gd name="connsiteY14" fmla="*/ 18752 h 62954"/>
                        <a:gd name="connsiteX15" fmla="*/ 53578 w 53578"/>
                        <a:gd name="connsiteY15" fmla="*/ 31477 h 62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53578" h="62954">
                          <a:moveTo>
                            <a:pt x="53578" y="31477"/>
                          </a:moveTo>
                          <a:lnTo>
                            <a:pt x="51569" y="44202"/>
                          </a:lnTo>
                          <a:lnTo>
                            <a:pt x="45541" y="53578"/>
                          </a:lnTo>
                          <a:lnTo>
                            <a:pt x="34156" y="61615"/>
                          </a:lnTo>
                          <a:lnTo>
                            <a:pt x="26789" y="62954"/>
                          </a:lnTo>
                          <a:lnTo>
                            <a:pt x="13395" y="58936"/>
                          </a:lnTo>
                          <a:lnTo>
                            <a:pt x="8037" y="53578"/>
                          </a:lnTo>
                          <a:lnTo>
                            <a:pt x="2009" y="44202"/>
                          </a:lnTo>
                          <a:lnTo>
                            <a:pt x="0" y="31477"/>
                          </a:lnTo>
                          <a:lnTo>
                            <a:pt x="2009" y="18752"/>
                          </a:lnTo>
                          <a:lnTo>
                            <a:pt x="8037" y="9376"/>
                          </a:lnTo>
                          <a:lnTo>
                            <a:pt x="19422" y="1340"/>
                          </a:lnTo>
                          <a:lnTo>
                            <a:pt x="26789" y="0"/>
                          </a:lnTo>
                          <a:lnTo>
                            <a:pt x="40184" y="4018"/>
                          </a:lnTo>
                          <a:lnTo>
                            <a:pt x="51569" y="18752"/>
                          </a:lnTo>
                          <a:lnTo>
                            <a:pt x="53578" y="31477"/>
                          </a:lnTo>
                          <a:close/>
                        </a:path>
                      </a:pathLst>
                    </a:custGeom>
                    <a:solidFill>
                      <a:srgbClr val="D8D8D8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398" name="任意多边形: 形状 3397">
                    <a:extLst>
                      <a:ext uri="{FF2B5EF4-FFF2-40B4-BE49-F238E27FC236}">
                        <a16:creationId xmlns:a16="http://schemas.microsoft.com/office/drawing/2014/main" id="{FC2009C8-4014-4847-04A3-8A03A1C91913}"/>
                      </a:ext>
                    </a:extLst>
                  </p:cNvPr>
                  <p:cNvSpPr/>
                  <p:nvPr/>
                </p:nvSpPr>
                <p:spPr>
                  <a:xfrm>
                    <a:off x="7020222" y="2179959"/>
                    <a:ext cx="478854" cy="247798"/>
                  </a:xfrm>
                  <a:custGeom>
                    <a:avLst/>
                    <a:gdLst>
                      <a:gd name="connsiteX0" fmla="*/ 0 w 478854"/>
                      <a:gd name="connsiteY0" fmla="*/ 37505 h 247798"/>
                      <a:gd name="connsiteX1" fmla="*/ 478855 w 478854"/>
                      <a:gd name="connsiteY1" fmla="*/ 0 h 247798"/>
                      <a:gd name="connsiteX2" fmla="*/ 478855 w 478854"/>
                      <a:gd name="connsiteY2" fmla="*/ 214313 h 247798"/>
                      <a:gd name="connsiteX3" fmla="*/ 0 w 478854"/>
                      <a:gd name="connsiteY3" fmla="*/ 247799 h 2477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78854" h="247798">
                        <a:moveTo>
                          <a:pt x="0" y="37505"/>
                        </a:moveTo>
                        <a:lnTo>
                          <a:pt x="478855" y="0"/>
                        </a:lnTo>
                        <a:lnTo>
                          <a:pt x="478855" y="214313"/>
                        </a:lnTo>
                        <a:lnTo>
                          <a:pt x="0" y="24779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00"/>
                      </a:gs>
                      <a:gs pos="50000">
                        <a:srgbClr val="000000"/>
                      </a:gs>
                      <a:gs pos="100000">
                        <a:srgbClr val="010101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399" name="图形 38">
                    <a:extLst>
                      <a:ext uri="{FF2B5EF4-FFF2-40B4-BE49-F238E27FC236}">
                        <a16:creationId xmlns:a16="http://schemas.microsoft.com/office/drawing/2014/main" id="{AFA918E1-77A4-BB07-D981-AE7F4376720D}"/>
                      </a:ext>
                    </a:extLst>
                  </p:cNvPr>
                  <p:cNvGrpSpPr/>
                  <p:nvPr/>
                </p:nvGrpSpPr>
                <p:grpSpPr>
                  <a:xfrm>
                    <a:off x="7060406" y="2812851"/>
                    <a:ext cx="40183" cy="40183"/>
                    <a:chOff x="7060406" y="2812851"/>
                    <a:chExt cx="40183" cy="40183"/>
                  </a:xfrm>
                </p:grpSpPr>
                <p:grpSp>
                  <p:nvGrpSpPr>
                    <p:cNvPr id="3411" name="图形 38">
                      <a:extLst>
                        <a:ext uri="{FF2B5EF4-FFF2-40B4-BE49-F238E27FC236}">
                          <a16:creationId xmlns:a16="http://schemas.microsoft.com/office/drawing/2014/main" id="{F1318438-2ECE-61F9-C18F-2DD3562432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60406" y="2812851"/>
                      <a:ext cx="40183" cy="40183"/>
                      <a:chOff x="7060406" y="2812851"/>
                      <a:chExt cx="40183" cy="40183"/>
                    </a:xfrm>
                  </p:grpSpPr>
                  <p:sp>
                    <p:nvSpPr>
                      <p:cNvPr id="3413" name="任意多边形: 形状 3412">
                        <a:extLst>
                          <a:ext uri="{FF2B5EF4-FFF2-40B4-BE49-F238E27FC236}">
                            <a16:creationId xmlns:a16="http://schemas.microsoft.com/office/drawing/2014/main" id="{05813BDD-65C5-1C7E-29F0-9A9CE1F14B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60406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14" name="任意多边形: 形状 3413">
                        <a:extLst>
                          <a:ext uri="{FF2B5EF4-FFF2-40B4-BE49-F238E27FC236}">
                            <a16:creationId xmlns:a16="http://schemas.microsoft.com/office/drawing/2014/main" id="{2BD5A8C9-FB59-B3FD-76F9-2C3DD14E6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60406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598F3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15" name="任意多边形: 形状 3414">
                        <a:extLst>
                          <a:ext uri="{FF2B5EF4-FFF2-40B4-BE49-F238E27FC236}">
                            <a16:creationId xmlns:a16="http://schemas.microsoft.com/office/drawing/2014/main" id="{7685C634-CEBB-3B2B-8A51-3AFB031529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60406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12" name="任意多边形: 形状 3411">
                      <a:extLst>
                        <a:ext uri="{FF2B5EF4-FFF2-40B4-BE49-F238E27FC236}">
                          <a16:creationId xmlns:a16="http://schemas.microsoft.com/office/drawing/2014/main" id="{A5964B57-D045-6ABF-7C0A-0998F3E34F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4470" y="2820218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85F1FF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400" name="图形 38">
                    <a:extLst>
                      <a:ext uri="{FF2B5EF4-FFF2-40B4-BE49-F238E27FC236}">
                        <a16:creationId xmlns:a16="http://schemas.microsoft.com/office/drawing/2014/main" id="{17902D0E-01B3-8B58-8B43-B3772298B1B5}"/>
                      </a:ext>
                    </a:extLst>
                  </p:cNvPr>
                  <p:cNvGrpSpPr/>
                  <p:nvPr/>
                </p:nvGrpSpPr>
                <p:grpSpPr>
                  <a:xfrm>
                    <a:off x="7180957" y="2812851"/>
                    <a:ext cx="40183" cy="40183"/>
                    <a:chOff x="7180957" y="2812851"/>
                    <a:chExt cx="40183" cy="40183"/>
                  </a:xfrm>
                </p:grpSpPr>
                <p:grpSp>
                  <p:nvGrpSpPr>
                    <p:cNvPr id="3406" name="图形 38">
                      <a:extLst>
                        <a:ext uri="{FF2B5EF4-FFF2-40B4-BE49-F238E27FC236}">
                          <a16:creationId xmlns:a16="http://schemas.microsoft.com/office/drawing/2014/main" id="{62A83A0B-F420-0528-CD12-AF3E6FD4DB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80957" y="2812851"/>
                      <a:ext cx="40183" cy="40183"/>
                      <a:chOff x="7180957" y="2812851"/>
                      <a:chExt cx="40183" cy="40183"/>
                    </a:xfrm>
                  </p:grpSpPr>
                  <p:sp>
                    <p:nvSpPr>
                      <p:cNvPr id="3408" name="任意多边形: 形状 3407">
                        <a:extLst>
                          <a:ext uri="{FF2B5EF4-FFF2-40B4-BE49-F238E27FC236}">
                            <a16:creationId xmlns:a16="http://schemas.microsoft.com/office/drawing/2014/main" id="{650357F1-ABB8-BC13-DC7A-B21883E8FC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80957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09" name="任意多边形: 形状 3408">
                        <a:extLst>
                          <a:ext uri="{FF2B5EF4-FFF2-40B4-BE49-F238E27FC236}">
                            <a16:creationId xmlns:a16="http://schemas.microsoft.com/office/drawing/2014/main" id="{624932D3-FC17-508A-28E9-79AD4ABE27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80957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FFA01C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10" name="任意多边形: 形状 3409">
                        <a:extLst>
                          <a:ext uri="{FF2B5EF4-FFF2-40B4-BE49-F238E27FC236}">
                            <a16:creationId xmlns:a16="http://schemas.microsoft.com/office/drawing/2014/main" id="{C96B42C8-31FD-63AA-DEA3-A06E8E2A56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80957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07" name="任意多边形: 形状 3406">
                      <a:extLst>
                        <a:ext uri="{FF2B5EF4-FFF2-40B4-BE49-F238E27FC236}">
                          <a16:creationId xmlns:a16="http://schemas.microsoft.com/office/drawing/2014/main" id="{1CB95053-AF94-32DF-63A4-E47685D7D0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5021" y="2820218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FFEC85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401" name="任意多边形: 形状 3400">
                    <a:extLst>
                      <a:ext uri="{FF2B5EF4-FFF2-40B4-BE49-F238E27FC236}">
                        <a16:creationId xmlns:a16="http://schemas.microsoft.com/office/drawing/2014/main" id="{2FD05CCE-AA04-2E2E-5793-C2F354B0738D}"/>
                      </a:ext>
                    </a:extLst>
                  </p:cNvPr>
                  <p:cNvSpPr/>
                  <p:nvPr/>
                </p:nvSpPr>
                <p:spPr>
                  <a:xfrm>
                    <a:off x="7323608" y="2707704"/>
                    <a:ext cx="174128" cy="183505"/>
                  </a:xfrm>
                  <a:custGeom>
                    <a:avLst/>
                    <a:gdLst>
                      <a:gd name="connsiteX0" fmla="*/ 174129 w 174128"/>
                      <a:gd name="connsiteY0" fmla="*/ 0 h 183505"/>
                      <a:gd name="connsiteX1" fmla="*/ 174129 w 174128"/>
                      <a:gd name="connsiteY1" fmla="*/ 177478 h 183505"/>
                      <a:gd name="connsiteX2" fmla="*/ 0 w 174128"/>
                      <a:gd name="connsiteY2" fmla="*/ 183505 h 183505"/>
                      <a:gd name="connsiteX3" fmla="*/ 0 w 174128"/>
                      <a:gd name="connsiteY3" fmla="*/ 6028 h 183505"/>
                      <a:gd name="connsiteX4" fmla="*/ 174129 w 174128"/>
                      <a:gd name="connsiteY4" fmla="*/ 0 h 1835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128" h="183505">
                        <a:moveTo>
                          <a:pt x="174129" y="0"/>
                        </a:moveTo>
                        <a:lnTo>
                          <a:pt x="174129" y="177478"/>
                        </a:lnTo>
                        <a:lnTo>
                          <a:pt x="0" y="183505"/>
                        </a:lnTo>
                        <a:lnTo>
                          <a:pt x="0" y="6028"/>
                        </a:lnTo>
                        <a:lnTo>
                          <a:pt x="174129" y="0"/>
                        </a:lnTo>
                        <a:close/>
                      </a:path>
                    </a:pathLst>
                  </a:custGeom>
                  <a:noFill/>
                  <a:ln w="3349" cap="flat">
                    <a:solidFill>
                      <a:srgbClr val="282727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02" name="任意多边形: 形状 3401">
                    <a:extLst>
                      <a:ext uri="{FF2B5EF4-FFF2-40B4-BE49-F238E27FC236}">
                        <a16:creationId xmlns:a16="http://schemas.microsoft.com/office/drawing/2014/main" id="{187C631B-C1B4-8567-A6E2-212EBB62AB29}"/>
                      </a:ext>
                    </a:extLst>
                  </p:cNvPr>
                  <p:cNvSpPr/>
                  <p:nvPr/>
                </p:nvSpPr>
                <p:spPr>
                  <a:xfrm>
                    <a:off x="7144122" y="2425079"/>
                    <a:ext cx="6697" cy="243780"/>
                  </a:xfrm>
                  <a:custGeom>
                    <a:avLst/>
                    <a:gdLst>
                      <a:gd name="connsiteX0" fmla="*/ 0 w 6697"/>
                      <a:gd name="connsiteY0" fmla="*/ 0 h 243780"/>
                      <a:gd name="connsiteX1" fmla="*/ 0 w 6697"/>
                      <a:gd name="connsiteY1" fmla="*/ 243780 h 2437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3780">
                        <a:moveTo>
                          <a:pt x="0" y="0"/>
                        </a:moveTo>
                        <a:lnTo>
                          <a:pt x="0" y="243780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03" name="任意多边形: 形状 3402">
                    <a:extLst>
                      <a:ext uri="{FF2B5EF4-FFF2-40B4-BE49-F238E27FC236}">
                        <a16:creationId xmlns:a16="http://schemas.microsoft.com/office/drawing/2014/main" id="{2C1E70DB-9C66-CD6F-40A6-7109428E2ABC}"/>
                      </a:ext>
                    </a:extLst>
                  </p:cNvPr>
                  <p:cNvSpPr/>
                  <p:nvPr/>
                </p:nvSpPr>
                <p:spPr>
                  <a:xfrm>
                    <a:off x="7137424" y="2425079"/>
                    <a:ext cx="6697" cy="243780"/>
                  </a:xfrm>
                  <a:custGeom>
                    <a:avLst/>
                    <a:gdLst>
                      <a:gd name="connsiteX0" fmla="*/ 0 w 6697"/>
                      <a:gd name="connsiteY0" fmla="*/ 0 h 243780"/>
                      <a:gd name="connsiteX1" fmla="*/ 0 w 6697"/>
                      <a:gd name="connsiteY1" fmla="*/ 243780 h 2437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3780">
                        <a:moveTo>
                          <a:pt x="0" y="0"/>
                        </a:moveTo>
                        <a:lnTo>
                          <a:pt x="0" y="243780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04" name="任意多边形: 形状 3403">
                    <a:extLst>
                      <a:ext uri="{FF2B5EF4-FFF2-40B4-BE49-F238E27FC236}">
                        <a16:creationId xmlns:a16="http://schemas.microsoft.com/office/drawing/2014/main" id="{D583FDEB-89E7-E095-B611-511672000DB6}"/>
                      </a:ext>
                    </a:extLst>
                  </p:cNvPr>
                  <p:cNvSpPr/>
                  <p:nvPr/>
                </p:nvSpPr>
                <p:spPr>
                  <a:xfrm>
                    <a:off x="7351737" y="2407666"/>
                    <a:ext cx="6697" cy="247798"/>
                  </a:xfrm>
                  <a:custGeom>
                    <a:avLst/>
                    <a:gdLst>
                      <a:gd name="connsiteX0" fmla="*/ 0 w 6697"/>
                      <a:gd name="connsiteY0" fmla="*/ 0 h 247798"/>
                      <a:gd name="connsiteX1" fmla="*/ 0 w 6697"/>
                      <a:gd name="connsiteY1" fmla="*/ 247799 h 2477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7798">
                        <a:moveTo>
                          <a:pt x="0" y="0"/>
                        </a:moveTo>
                        <a:lnTo>
                          <a:pt x="0" y="247799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05" name="任意多边形: 形状 3404">
                    <a:extLst>
                      <a:ext uri="{FF2B5EF4-FFF2-40B4-BE49-F238E27FC236}">
                        <a16:creationId xmlns:a16="http://schemas.microsoft.com/office/drawing/2014/main" id="{661D36F9-CFE3-4247-3197-80F2BCA80368}"/>
                      </a:ext>
                    </a:extLst>
                  </p:cNvPr>
                  <p:cNvSpPr/>
                  <p:nvPr/>
                </p:nvSpPr>
                <p:spPr>
                  <a:xfrm>
                    <a:off x="7345040" y="2407666"/>
                    <a:ext cx="6697" cy="247798"/>
                  </a:xfrm>
                  <a:custGeom>
                    <a:avLst/>
                    <a:gdLst>
                      <a:gd name="connsiteX0" fmla="*/ 0 w 6697"/>
                      <a:gd name="connsiteY0" fmla="*/ 0 h 247798"/>
                      <a:gd name="connsiteX1" fmla="*/ 0 w 6697"/>
                      <a:gd name="connsiteY1" fmla="*/ 247799 h 2477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7798">
                        <a:moveTo>
                          <a:pt x="0" y="0"/>
                        </a:moveTo>
                        <a:lnTo>
                          <a:pt x="0" y="247799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357" name="任意多边形: 形状 3356">
                  <a:extLst>
                    <a:ext uri="{FF2B5EF4-FFF2-40B4-BE49-F238E27FC236}">
                      <a16:creationId xmlns:a16="http://schemas.microsoft.com/office/drawing/2014/main" id="{3C95AE1F-C553-F60A-96A0-F0702D8E922C}"/>
                    </a:ext>
                  </a:extLst>
                </p:cNvPr>
                <p:cNvSpPr/>
                <p:nvPr/>
              </p:nvSpPr>
              <p:spPr>
                <a:xfrm>
                  <a:off x="7067103" y="2294483"/>
                  <a:ext cx="409872" cy="99119"/>
                </a:xfrm>
                <a:custGeom>
                  <a:avLst/>
                  <a:gdLst>
                    <a:gd name="connsiteX0" fmla="*/ 0 w 409872"/>
                    <a:gd name="connsiteY0" fmla="*/ 32147 h 99119"/>
                    <a:gd name="connsiteX1" fmla="*/ 0 w 409872"/>
                    <a:gd name="connsiteY1" fmla="*/ 99119 h 99119"/>
                    <a:gd name="connsiteX2" fmla="*/ 8706 w 409872"/>
                    <a:gd name="connsiteY2" fmla="*/ 98450 h 99119"/>
                    <a:gd name="connsiteX3" fmla="*/ 8706 w 409872"/>
                    <a:gd name="connsiteY3" fmla="*/ 72330 h 99119"/>
                    <a:gd name="connsiteX4" fmla="*/ 32817 w 409872"/>
                    <a:gd name="connsiteY4" fmla="*/ 69652 h 99119"/>
                    <a:gd name="connsiteX5" fmla="*/ 38844 w 409872"/>
                    <a:gd name="connsiteY5" fmla="*/ 64963 h 99119"/>
                    <a:gd name="connsiteX6" fmla="*/ 42863 w 409872"/>
                    <a:gd name="connsiteY6" fmla="*/ 58936 h 99119"/>
                    <a:gd name="connsiteX7" fmla="*/ 44202 w 409872"/>
                    <a:gd name="connsiteY7" fmla="*/ 49560 h 99119"/>
                    <a:gd name="connsiteX8" fmla="*/ 42863 w 409872"/>
                    <a:gd name="connsiteY8" fmla="*/ 40184 h 99119"/>
                    <a:gd name="connsiteX9" fmla="*/ 38844 w 409872"/>
                    <a:gd name="connsiteY9" fmla="*/ 34156 h 99119"/>
                    <a:gd name="connsiteX10" fmla="*/ 32817 w 409872"/>
                    <a:gd name="connsiteY10" fmla="*/ 30807 h 99119"/>
                    <a:gd name="connsiteX11" fmla="*/ 0 w 409872"/>
                    <a:gd name="connsiteY11" fmla="*/ 32147 h 99119"/>
                    <a:gd name="connsiteX12" fmla="*/ 8706 w 409872"/>
                    <a:gd name="connsiteY12" fmla="*/ 40184 h 99119"/>
                    <a:gd name="connsiteX13" fmla="*/ 28798 w 409872"/>
                    <a:gd name="connsiteY13" fmla="*/ 39514 h 99119"/>
                    <a:gd name="connsiteX14" fmla="*/ 34826 w 409872"/>
                    <a:gd name="connsiteY14" fmla="*/ 44202 h 99119"/>
                    <a:gd name="connsiteX15" fmla="*/ 35495 w 409872"/>
                    <a:gd name="connsiteY15" fmla="*/ 50229 h 99119"/>
                    <a:gd name="connsiteX16" fmla="*/ 34826 w 409872"/>
                    <a:gd name="connsiteY16" fmla="*/ 55587 h 99119"/>
                    <a:gd name="connsiteX17" fmla="*/ 28798 w 409872"/>
                    <a:gd name="connsiteY17" fmla="*/ 61615 h 99119"/>
                    <a:gd name="connsiteX18" fmla="*/ 8706 w 409872"/>
                    <a:gd name="connsiteY18" fmla="*/ 63624 h 99119"/>
                    <a:gd name="connsiteX19" fmla="*/ 8706 w 409872"/>
                    <a:gd name="connsiteY19" fmla="*/ 40184 h 99119"/>
                    <a:gd name="connsiteX20" fmla="*/ 77688 w 409872"/>
                    <a:gd name="connsiteY20" fmla="*/ 24780 h 99119"/>
                    <a:gd name="connsiteX21" fmla="*/ 69652 w 409872"/>
                    <a:gd name="connsiteY21" fmla="*/ 26789 h 99119"/>
                    <a:gd name="connsiteX22" fmla="*/ 56927 w 409872"/>
                    <a:gd name="connsiteY22" fmla="*/ 36835 h 99119"/>
                    <a:gd name="connsiteX23" fmla="*/ 51569 w 409872"/>
                    <a:gd name="connsiteY23" fmla="*/ 47551 h 99119"/>
                    <a:gd name="connsiteX24" fmla="*/ 50229 w 409872"/>
                    <a:gd name="connsiteY24" fmla="*/ 62284 h 99119"/>
                    <a:gd name="connsiteX25" fmla="*/ 50899 w 409872"/>
                    <a:gd name="connsiteY25" fmla="*/ 72330 h 99119"/>
                    <a:gd name="connsiteX26" fmla="*/ 56927 w 409872"/>
                    <a:gd name="connsiteY26" fmla="*/ 86395 h 99119"/>
                    <a:gd name="connsiteX27" fmla="*/ 69652 w 409872"/>
                    <a:gd name="connsiteY27" fmla="*/ 94431 h 99119"/>
                    <a:gd name="connsiteX28" fmla="*/ 77688 w 409872"/>
                    <a:gd name="connsiteY28" fmla="*/ 95101 h 99119"/>
                    <a:gd name="connsiteX29" fmla="*/ 85725 w 409872"/>
                    <a:gd name="connsiteY29" fmla="*/ 93762 h 99119"/>
                    <a:gd name="connsiteX30" fmla="*/ 98450 w 409872"/>
                    <a:gd name="connsiteY30" fmla="*/ 83716 h 99119"/>
                    <a:gd name="connsiteX31" fmla="*/ 103808 w 409872"/>
                    <a:gd name="connsiteY31" fmla="*/ 73000 h 99119"/>
                    <a:gd name="connsiteX32" fmla="*/ 105817 w 409872"/>
                    <a:gd name="connsiteY32" fmla="*/ 58266 h 99119"/>
                    <a:gd name="connsiteX33" fmla="*/ 105147 w 409872"/>
                    <a:gd name="connsiteY33" fmla="*/ 47551 h 99119"/>
                    <a:gd name="connsiteX34" fmla="*/ 98450 w 409872"/>
                    <a:gd name="connsiteY34" fmla="*/ 33486 h 99119"/>
                    <a:gd name="connsiteX35" fmla="*/ 86395 w 409872"/>
                    <a:gd name="connsiteY35" fmla="*/ 25450 h 99119"/>
                    <a:gd name="connsiteX36" fmla="*/ 77688 w 409872"/>
                    <a:gd name="connsiteY36" fmla="*/ 24780 h 99119"/>
                    <a:gd name="connsiteX37" fmla="*/ 77688 w 409872"/>
                    <a:gd name="connsiteY37" fmla="*/ 34156 h 99119"/>
                    <a:gd name="connsiteX38" fmla="*/ 86395 w 409872"/>
                    <a:gd name="connsiteY38" fmla="*/ 34826 h 99119"/>
                    <a:gd name="connsiteX39" fmla="*/ 91753 w 409872"/>
                    <a:gd name="connsiteY39" fmla="*/ 40184 h 99119"/>
                    <a:gd name="connsiteX40" fmla="*/ 95771 w 409872"/>
                    <a:gd name="connsiteY40" fmla="*/ 47551 h 99119"/>
                    <a:gd name="connsiteX41" fmla="*/ 97110 w 409872"/>
                    <a:gd name="connsiteY41" fmla="*/ 58936 h 99119"/>
                    <a:gd name="connsiteX42" fmla="*/ 95771 w 409872"/>
                    <a:gd name="connsiteY42" fmla="*/ 70321 h 99119"/>
                    <a:gd name="connsiteX43" fmla="*/ 91753 w 409872"/>
                    <a:gd name="connsiteY43" fmla="*/ 78358 h 99119"/>
                    <a:gd name="connsiteX44" fmla="*/ 85725 w 409872"/>
                    <a:gd name="connsiteY44" fmla="*/ 83716 h 99119"/>
                    <a:gd name="connsiteX45" fmla="*/ 77688 w 409872"/>
                    <a:gd name="connsiteY45" fmla="*/ 86395 h 99119"/>
                    <a:gd name="connsiteX46" fmla="*/ 69652 w 409872"/>
                    <a:gd name="connsiteY46" fmla="*/ 85055 h 99119"/>
                    <a:gd name="connsiteX47" fmla="*/ 63624 w 409872"/>
                    <a:gd name="connsiteY47" fmla="*/ 79697 h 99119"/>
                    <a:gd name="connsiteX48" fmla="*/ 60275 w 409872"/>
                    <a:gd name="connsiteY48" fmla="*/ 72330 h 99119"/>
                    <a:gd name="connsiteX49" fmla="*/ 58936 w 409872"/>
                    <a:gd name="connsiteY49" fmla="*/ 61615 h 99119"/>
                    <a:gd name="connsiteX50" fmla="*/ 60275 w 409872"/>
                    <a:gd name="connsiteY50" fmla="*/ 50229 h 99119"/>
                    <a:gd name="connsiteX51" fmla="*/ 63624 w 409872"/>
                    <a:gd name="connsiteY51" fmla="*/ 42193 h 99119"/>
                    <a:gd name="connsiteX52" fmla="*/ 69652 w 409872"/>
                    <a:gd name="connsiteY52" fmla="*/ 36165 h 99119"/>
                    <a:gd name="connsiteX53" fmla="*/ 77688 w 409872"/>
                    <a:gd name="connsiteY53" fmla="*/ 34156 h 99119"/>
                    <a:gd name="connsiteX54" fmla="*/ 109165 w 409872"/>
                    <a:gd name="connsiteY54" fmla="*/ 23440 h 99119"/>
                    <a:gd name="connsiteX55" fmla="*/ 125909 w 409872"/>
                    <a:gd name="connsiteY55" fmla="*/ 91083 h 99119"/>
                    <a:gd name="connsiteX56" fmla="*/ 135285 w 409872"/>
                    <a:gd name="connsiteY56" fmla="*/ 90413 h 99119"/>
                    <a:gd name="connsiteX57" fmla="*/ 147340 w 409872"/>
                    <a:gd name="connsiteY57" fmla="*/ 36165 h 99119"/>
                    <a:gd name="connsiteX58" fmla="*/ 159395 w 409872"/>
                    <a:gd name="connsiteY58" fmla="*/ 89074 h 99119"/>
                    <a:gd name="connsiteX59" fmla="*/ 168101 w 409872"/>
                    <a:gd name="connsiteY59" fmla="*/ 88404 h 99119"/>
                    <a:gd name="connsiteX60" fmla="*/ 184844 w 409872"/>
                    <a:gd name="connsiteY60" fmla="*/ 17413 h 99119"/>
                    <a:gd name="connsiteX61" fmla="*/ 174798 w 409872"/>
                    <a:gd name="connsiteY61" fmla="*/ 18082 h 99119"/>
                    <a:gd name="connsiteX62" fmla="*/ 164083 w 409872"/>
                    <a:gd name="connsiteY62" fmla="*/ 73000 h 99119"/>
                    <a:gd name="connsiteX63" fmla="*/ 152028 w 409872"/>
                    <a:gd name="connsiteY63" fmla="*/ 20092 h 99119"/>
                    <a:gd name="connsiteX64" fmla="*/ 142652 w 409872"/>
                    <a:gd name="connsiteY64" fmla="*/ 20762 h 99119"/>
                    <a:gd name="connsiteX65" fmla="*/ 130597 w 409872"/>
                    <a:gd name="connsiteY65" fmla="*/ 75679 h 99119"/>
                    <a:gd name="connsiteX66" fmla="*/ 119211 w 409872"/>
                    <a:gd name="connsiteY66" fmla="*/ 22771 h 99119"/>
                    <a:gd name="connsiteX67" fmla="*/ 109165 w 409872"/>
                    <a:gd name="connsiteY67" fmla="*/ 23440 h 99119"/>
                    <a:gd name="connsiteX68" fmla="*/ 190872 w 409872"/>
                    <a:gd name="connsiteY68" fmla="*/ 17413 h 99119"/>
                    <a:gd name="connsiteX69" fmla="*/ 190872 w 409872"/>
                    <a:gd name="connsiteY69" fmla="*/ 86395 h 99119"/>
                    <a:gd name="connsiteX70" fmla="*/ 199578 w 409872"/>
                    <a:gd name="connsiteY70" fmla="*/ 86395 h 99119"/>
                    <a:gd name="connsiteX71" fmla="*/ 199578 w 409872"/>
                    <a:gd name="connsiteY71" fmla="*/ 57597 h 99119"/>
                    <a:gd name="connsiteX72" fmla="*/ 215652 w 409872"/>
                    <a:gd name="connsiteY72" fmla="*/ 56257 h 99119"/>
                    <a:gd name="connsiteX73" fmla="*/ 219670 w 409872"/>
                    <a:gd name="connsiteY73" fmla="*/ 56927 h 99119"/>
                    <a:gd name="connsiteX74" fmla="*/ 225028 w 409872"/>
                    <a:gd name="connsiteY74" fmla="*/ 60945 h 99119"/>
                    <a:gd name="connsiteX75" fmla="*/ 229047 w 409872"/>
                    <a:gd name="connsiteY75" fmla="*/ 84386 h 99119"/>
                    <a:gd name="connsiteX76" fmla="*/ 238423 w 409872"/>
                    <a:gd name="connsiteY76" fmla="*/ 83716 h 99119"/>
                    <a:gd name="connsiteX77" fmla="*/ 233065 w 409872"/>
                    <a:gd name="connsiteY77" fmla="*/ 56257 h 99119"/>
                    <a:gd name="connsiteX78" fmla="*/ 225698 w 409872"/>
                    <a:gd name="connsiteY78" fmla="*/ 50899 h 99119"/>
                    <a:gd name="connsiteX79" fmla="*/ 229716 w 409872"/>
                    <a:gd name="connsiteY79" fmla="*/ 47551 h 99119"/>
                    <a:gd name="connsiteX80" fmla="*/ 235074 w 409872"/>
                    <a:gd name="connsiteY80" fmla="*/ 38844 h 99119"/>
                    <a:gd name="connsiteX81" fmla="*/ 234404 w 409872"/>
                    <a:gd name="connsiteY81" fmla="*/ 24780 h 99119"/>
                    <a:gd name="connsiteX82" fmla="*/ 230386 w 409872"/>
                    <a:gd name="connsiteY82" fmla="*/ 18752 h 99119"/>
                    <a:gd name="connsiteX83" fmla="*/ 224358 w 409872"/>
                    <a:gd name="connsiteY83" fmla="*/ 16073 h 99119"/>
                    <a:gd name="connsiteX84" fmla="*/ 216322 w 409872"/>
                    <a:gd name="connsiteY84" fmla="*/ 15404 h 99119"/>
                    <a:gd name="connsiteX85" fmla="*/ 190872 w 409872"/>
                    <a:gd name="connsiteY85" fmla="*/ 17413 h 99119"/>
                    <a:gd name="connsiteX86" fmla="*/ 199578 w 409872"/>
                    <a:gd name="connsiteY86" fmla="*/ 25450 h 99119"/>
                    <a:gd name="connsiteX87" fmla="*/ 221010 w 409872"/>
                    <a:gd name="connsiteY87" fmla="*/ 24780 h 99119"/>
                    <a:gd name="connsiteX88" fmla="*/ 226368 w 409872"/>
                    <a:gd name="connsiteY88" fmla="*/ 29468 h 99119"/>
                    <a:gd name="connsiteX89" fmla="*/ 227037 w 409872"/>
                    <a:gd name="connsiteY89" fmla="*/ 34826 h 99119"/>
                    <a:gd name="connsiteX90" fmla="*/ 226368 w 409872"/>
                    <a:gd name="connsiteY90" fmla="*/ 40184 h 99119"/>
                    <a:gd name="connsiteX91" fmla="*/ 220340 w 409872"/>
                    <a:gd name="connsiteY91" fmla="*/ 46211 h 99119"/>
                    <a:gd name="connsiteX92" fmla="*/ 199578 w 409872"/>
                    <a:gd name="connsiteY92" fmla="*/ 48220 h 99119"/>
                    <a:gd name="connsiteX93" fmla="*/ 199578 w 409872"/>
                    <a:gd name="connsiteY93" fmla="*/ 25450 h 99119"/>
                    <a:gd name="connsiteX94" fmla="*/ 326157 w 409872"/>
                    <a:gd name="connsiteY94" fmla="*/ 5358 h 99119"/>
                    <a:gd name="connsiteX95" fmla="*/ 310753 w 409872"/>
                    <a:gd name="connsiteY95" fmla="*/ 10716 h 99119"/>
                    <a:gd name="connsiteX96" fmla="*/ 305395 w 409872"/>
                    <a:gd name="connsiteY96" fmla="*/ 17413 h 99119"/>
                    <a:gd name="connsiteX97" fmla="*/ 298698 w 409872"/>
                    <a:gd name="connsiteY97" fmla="*/ 33486 h 99119"/>
                    <a:gd name="connsiteX98" fmla="*/ 298028 w 409872"/>
                    <a:gd name="connsiteY98" fmla="*/ 44202 h 99119"/>
                    <a:gd name="connsiteX99" fmla="*/ 298698 w 409872"/>
                    <a:gd name="connsiteY99" fmla="*/ 54917 h 99119"/>
                    <a:gd name="connsiteX100" fmla="*/ 305395 w 409872"/>
                    <a:gd name="connsiteY100" fmla="*/ 70321 h 99119"/>
                    <a:gd name="connsiteX101" fmla="*/ 317451 w 409872"/>
                    <a:gd name="connsiteY101" fmla="*/ 78358 h 99119"/>
                    <a:gd name="connsiteX102" fmla="*/ 326157 w 409872"/>
                    <a:gd name="connsiteY102" fmla="*/ 79028 h 99119"/>
                    <a:gd name="connsiteX103" fmla="*/ 340891 w 409872"/>
                    <a:gd name="connsiteY103" fmla="*/ 73670 h 99119"/>
                    <a:gd name="connsiteX104" fmla="*/ 346918 w 409872"/>
                    <a:gd name="connsiteY104" fmla="*/ 67642 h 99119"/>
                    <a:gd name="connsiteX105" fmla="*/ 352946 w 409872"/>
                    <a:gd name="connsiteY105" fmla="*/ 50899 h 99119"/>
                    <a:gd name="connsiteX106" fmla="*/ 353616 w 409872"/>
                    <a:gd name="connsiteY106" fmla="*/ 40184 h 99119"/>
                    <a:gd name="connsiteX107" fmla="*/ 352946 w 409872"/>
                    <a:gd name="connsiteY107" fmla="*/ 29468 h 99119"/>
                    <a:gd name="connsiteX108" fmla="*/ 346918 w 409872"/>
                    <a:gd name="connsiteY108" fmla="*/ 14064 h 99119"/>
                    <a:gd name="connsiteX109" fmla="*/ 340891 w 409872"/>
                    <a:gd name="connsiteY109" fmla="*/ 8706 h 99119"/>
                    <a:gd name="connsiteX110" fmla="*/ 334194 w 409872"/>
                    <a:gd name="connsiteY110" fmla="*/ 5358 h 99119"/>
                    <a:gd name="connsiteX111" fmla="*/ 326157 w 409872"/>
                    <a:gd name="connsiteY111" fmla="*/ 5358 h 99119"/>
                    <a:gd name="connsiteX112" fmla="*/ 326157 w 409872"/>
                    <a:gd name="connsiteY112" fmla="*/ 14734 h 99119"/>
                    <a:gd name="connsiteX113" fmla="*/ 336203 w 409872"/>
                    <a:gd name="connsiteY113" fmla="*/ 17413 h 99119"/>
                    <a:gd name="connsiteX114" fmla="*/ 343570 w 409872"/>
                    <a:gd name="connsiteY114" fmla="*/ 28798 h 99119"/>
                    <a:gd name="connsiteX115" fmla="*/ 344909 w 409872"/>
                    <a:gd name="connsiteY115" fmla="*/ 40853 h 99119"/>
                    <a:gd name="connsiteX116" fmla="*/ 343570 w 409872"/>
                    <a:gd name="connsiteY116" fmla="*/ 52908 h 99119"/>
                    <a:gd name="connsiteX117" fmla="*/ 340221 w 409872"/>
                    <a:gd name="connsiteY117" fmla="*/ 61615 h 99119"/>
                    <a:gd name="connsiteX118" fmla="*/ 334194 w 409872"/>
                    <a:gd name="connsiteY118" fmla="*/ 67642 h 99119"/>
                    <a:gd name="connsiteX119" fmla="*/ 326157 w 409872"/>
                    <a:gd name="connsiteY119" fmla="*/ 69652 h 99119"/>
                    <a:gd name="connsiteX120" fmla="*/ 317451 w 409872"/>
                    <a:gd name="connsiteY120" fmla="*/ 68312 h 99119"/>
                    <a:gd name="connsiteX121" fmla="*/ 311423 w 409872"/>
                    <a:gd name="connsiteY121" fmla="*/ 62954 h 99119"/>
                    <a:gd name="connsiteX122" fmla="*/ 308074 w 409872"/>
                    <a:gd name="connsiteY122" fmla="*/ 54917 h 99119"/>
                    <a:gd name="connsiteX123" fmla="*/ 306735 w 409872"/>
                    <a:gd name="connsiteY123" fmla="*/ 43532 h 99119"/>
                    <a:gd name="connsiteX124" fmla="*/ 308074 w 409872"/>
                    <a:gd name="connsiteY124" fmla="*/ 32147 h 99119"/>
                    <a:gd name="connsiteX125" fmla="*/ 311423 w 409872"/>
                    <a:gd name="connsiteY125" fmla="*/ 23440 h 99119"/>
                    <a:gd name="connsiteX126" fmla="*/ 318120 w 409872"/>
                    <a:gd name="connsiteY126" fmla="*/ 17413 h 99119"/>
                    <a:gd name="connsiteX127" fmla="*/ 326157 w 409872"/>
                    <a:gd name="connsiteY127" fmla="*/ 14734 h 99119"/>
                    <a:gd name="connsiteX128" fmla="*/ 362992 w 409872"/>
                    <a:gd name="connsiteY128" fmla="*/ 3349 h 99119"/>
                    <a:gd name="connsiteX129" fmla="*/ 362992 w 409872"/>
                    <a:gd name="connsiteY129" fmla="*/ 75679 h 99119"/>
                    <a:gd name="connsiteX130" fmla="*/ 371698 w 409872"/>
                    <a:gd name="connsiteY130" fmla="*/ 75009 h 99119"/>
                    <a:gd name="connsiteX131" fmla="*/ 371698 w 409872"/>
                    <a:gd name="connsiteY131" fmla="*/ 20762 h 99119"/>
                    <a:gd name="connsiteX132" fmla="*/ 401836 w 409872"/>
                    <a:gd name="connsiteY132" fmla="*/ 73000 h 99119"/>
                    <a:gd name="connsiteX133" fmla="*/ 409873 w 409872"/>
                    <a:gd name="connsiteY133" fmla="*/ 72330 h 99119"/>
                    <a:gd name="connsiteX134" fmla="*/ 409873 w 409872"/>
                    <a:gd name="connsiteY134" fmla="*/ 0 h 99119"/>
                    <a:gd name="connsiteX135" fmla="*/ 401166 w 409872"/>
                    <a:gd name="connsiteY135" fmla="*/ 670 h 99119"/>
                    <a:gd name="connsiteX136" fmla="*/ 401166 w 409872"/>
                    <a:gd name="connsiteY136" fmla="*/ 54248 h 99119"/>
                    <a:gd name="connsiteX137" fmla="*/ 371698 w 409872"/>
                    <a:gd name="connsiteY137" fmla="*/ 2679 h 99119"/>
                    <a:gd name="connsiteX138" fmla="*/ 362992 w 409872"/>
                    <a:gd name="connsiteY138" fmla="*/ 3349 h 99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</a:cxnLst>
                  <a:rect l="l" t="t" r="r" b="b"/>
                  <a:pathLst>
                    <a:path w="409872" h="99119">
                      <a:moveTo>
                        <a:pt x="0" y="32147"/>
                      </a:moveTo>
                      <a:lnTo>
                        <a:pt x="0" y="99119"/>
                      </a:lnTo>
                      <a:lnTo>
                        <a:pt x="8706" y="98450"/>
                      </a:lnTo>
                      <a:lnTo>
                        <a:pt x="8706" y="72330"/>
                      </a:lnTo>
                      <a:lnTo>
                        <a:pt x="32817" y="69652"/>
                      </a:lnTo>
                      <a:lnTo>
                        <a:pt x="38844" y="64963"/>
                      </a:lnTo>
                      <a:lnTo>
                        <a:pt x="42863" y="58936"/>
                      </a:lnTo>
                      <a:lnTo>
                        <a:pt x="44202" y="49560"/>
                      </a:lnTo>
                      <a:lnTo>
                        <a:pt x="42863" y="40184"/>
                      </a:lnTo>
                      <a:lnTo>
                        <a:pt x="38844" y="34156"/>
                      </a:lnTo>
                      <a:lnTo>
                        <a:pt x="32817" y="30807"/>
                      </a:lnTo>
                      <a:lnTo>
                        <a:pt x="0" y="32147"/>
                      </a:lnTo>
                      <a:close/>
                      <a:moveTo>
                        <a:pt x="8706" y="40184"/>
                      </a:moveTo>
                      <a:lnTo>
                        <a:pt x="28798" y="39514"/>
                      </a:lnTo>
                      <a:lnTo>
                        <a:pt x="34826" y="44202"/>
                      </a:lnTo>
                      <a:lnTo>
                        <a:pt x="35495" y="50229"/>
                      </a:lnTo>
                      <a:lnTo>
                        <a:pt x="34826" y="55587"/>
                      </a:lnTo>
                      <a:lnTo>
                        <a:pt x="28798" y="61615"/>
                      </a:lnTo>
                      <a:lnTo>
                        <a:pt x="8706" y="63624"/>
                      </a:lnTo>
                      <a:lnTo>
                        <a:pt x="8706" y="40184"/>
                      </a:lnTo>
                      <a:close/>
                      <a:moveTo>
                        <a:pt x="77688" y="24780"/>
                      </a:moveTo>
                      <a:lnTo>
                        <a:pt x="69652" y="26789"/>
                      </a:lnTo>
                      <a:lnTo>
                        <a:pt x="56927" y="36835"/>
                      </a:lnTo>
                      <a:lnTo>
                        <a:pt x="51569" y="47551"/>
                      </a:lnTo>
                      <a:lnTo>
                        <a:pt x="50229" y="62284"/>
                      </a:lnTo>
                      <a:lnTo>
                        <a:pt x="50899" y="72330"/>
                      </a:lnTo>
                      <a:lnTo>
                        <a:pt x="56927" y="86395"/>
                      </a:lnTo>
                      <a:lnTo>
                        <a:pt x="69652" y="94431"/>
                      </a:lnTo>
                      <a:lnTo>
                        <a:pt x="77688" y="95101"/>
                      </a:lnTo>
                      <a:lnTo>
                        <a:pt x="85725" y="93762"/>
                      </a:lnTo>
                      <a:lnTo>
                        <a:pt x="98450" y="83716"/>
                      </a:lnTo>
                      <a:lnTo>
                        <a:pt x="103808" y="73000"/>
                      </a:lnTo>
                      <a:lnTo>
                        <a:pt x="105817" y="58266"/>
                      </a:lnTo>
                      <a:lnTo>
                        <a:pt x="105147" y="47551"/>
                      </a:lnTo>
                      <a:lnTo>
                        <a:pt x="98450" y="33486"/>
                      </a:lnTo>
                      <a:lnTo>
                        <a:pt x="86395" y="25450"/>
                      </a:lnTo>
                      <a:lnTo>
                        <a:pt x="77688" y="24780"/>
                      </a:lnTo>
                      <a:close/>
                      <a:moveTo>
                        <a:pt x="77688" y="34156"/>
                      </a:moveTo>
                      <a:lnTo>
                        <a:pt x="86395" y="34826"/>
                      </a:lnTo>
                      <a:lnTo>
                        <a:pt x="91753" y="40184"/>
                      </a:lnTo>
                      <a:lnTo>
                        <a:pt x="95771" y="47551"/>
                      </a:lnTo>
                      <a:lnTo>
                        <a:pt x="97110" y="58936"/>
                      </a:lnTo>
                      <a:lnTo>
                        <a:pt x="95771" y="70321"/>
                      </a:lnTo>
                      <a:lnTo>
                        <a:pt x="91753" y="78358"/>
                      </a:lnTo>
                      <a:lnTo>
                        <a:pt x="85725" y="83716"/>
                      </a:lnTo>
                      <a:lnTo>
                        <a:pt x="77688" y="86395"/>
                      </a:lnTo>
                      <a:lnTo>
                        <a:pt x="69652" y="85055"/>
                      </a:lnTo>
                      <a:lnTo>
                        <a:pt x="63624" y="79697"/>
                      </a:lnTo>
                      <a:lnTo>
                        <a:pt x="60275" y="72330"/>
                      </a:lnTo>
                      <a:lnTo>
                        <a:pt x="58936" y="61615"/>
                      </a:lnTo>
                      <a:lnTo>
                        <a:pt x="60275" y="50229"/>
                      </a:lnTo>
                      <a:lnTo>
                        <a:pt x="63624" y="42193"/>
                      </a:lnTo>
                      <a:lnTo>
                        <a:pt x="69652" y="36165"/>
                      </a:lnTo>
                      <a:lnTo>
                        <a:pt x="77688" y="34156"/>
                      </a:lnTo>
                      <a:close/>
                      <a:moveTo>
                        <a:pt x="109165" y="23440"/>
                      </a:moveTo>
                      <a:lnTo>
                        <a:pt x="125909" y="91083"/>
                      </a:lnTo>
                      <a:lnTo>
                        <a:pt x="135285" y="90413"/>
                      </a:lnTo>
                      <a:lnTo>
                        <a:pt x="147340" y="36165"/>
                      </a:lnTo>
                      <a:lnTo>
                        <a:pt x="159395" y="89074"/>
                      </a:lnTo>
                      <a:lnTo>
                        <a:pt x="168101" y="88404"/>
                      </a:lnTo>
                      <a:lnTo>
                        <a:pt x="184844" y="17413"/>
                      </a:lnTo>
                      <a:lnTo>
                        <a:pt x="174798" y="18082"/>
                      </a:lnTo>
                      <a:lnTo>
                        <a:pt x="164083" y="73000"/>
                      </a:lnTo>
                      <a:lnTo>
                        <a:pt x="152028" y="20092"/>
                      </a:lnTo>
                      <a:lnTo>
                        <a:pt x="142652" y="20762"/>
                      </a:lnTo>
                      <a:lnTo>
                        <a:pt x="130597" y="75679"/>
                      </a:lnTo>
                      <a:lnTo>
                        <a:pt x="119211" y="22771"/>
                      </a:lnTo>
                      <a:lnTo>
                        <a:pt x="109165" y="23440"/>
                      </a:lnTo>
                      <a:close/>
                      <a:moveTo>
                        <a:pt x="190872" y="17413"/>
                      </a:moveTo>
                      <a:lnTo>
                        <a:pt x="190872" y="86395"/>
                      </a:lnTo>
                      <a:lnTo>
                        <a:pt x="199578" y="86395"/>
                      </a:lnTo>
                      <a:lnTo>
                        <a:pt x="199578" y="57597"/>
                      </a:lnTo>
                      <a:lnTo>
                        <a:pt x="215652" y="56257"/>
                      </a:lnTo>
                      <a:lnTo>
                        <a:pt x="219670" y="56927"/>
                      </a:lnTo>
                      <a:lnTo>
                        <a:pt x="225028" y="60945"/>
                      </a:lnTo>
                      <a:lnTo>
                        <a:pt x="229047" y="84386"/>
                      </a:lnTo>
                      <a:lnTo>
                        <a:pt x="238423" y="83716"/>
                      </a:lnTo>
                      <a:lnTo>
                        <a:pt x="233065" y="56257"/>
                      </a:lnTo>
                      <a:lnTo>
                        <a:pt x="225698" y="50899"/>
                      </a:lnTo>
                      <a:lnTo>
                        <a:pt x="229716" y="47551"/>
                      </a:lnTo>
                      <a:lnTo>
                        <a:pt x="235074" y="38844"/>
                      </a:lnTo>
                      <a:lnTo>
                        <a:pt x="234404" y="24780"/>
                      </a:lnTo>
                      <a:lnTo>
                        <a:pt x="230386" y="18752"/>
                      </a:lnTo>
                      <a:lnTo>
                        <a:pt x="224358" y="16073"/>
                      </a:lnTo>
                      <a:lnTo>
                        <a:pt x="216322" y="15404"/>
                      </a:lnTo>
                      <a:lnTo>
                        <a:pt x="190872" y="17413"/>
                      </a:lnTo>
                      <a:close/>
                      <a:moveTo>
                        <a:pt x="199578" y="25450"/>
                      </a:moveTo>
                      <a:lnTo>
                        <a:pt x="221010" y="24780"/>
                      </a:lnTo>
                      <a:lnTo>
                        <a:pt x="226368" y="29468"/>
                      </a:lnTo>
                      <a:lnTo>
                        <a:pt x="227037" y="34826"/>
                      </a:lnTo>
                      <a:lnTo>
                        <a:pt x="226368" y="40184"/>
                      </a:lnTo>
                      <a:lnTo>
                        <a:pt x="220340" y="46211"/>
                      </a:lnTo>
                      <a:lnTo>
                        <a:pt x="199578" y="48220"/>
                      </a:lnTo>
                      <a:lnTo>
                        <a:pt x="199578" y="25450"/>
                      </a:lnTo>
                      <a:close/>
                      <a:moveTo>
                        <a:pt x="326157" y="5358"/>
                      </a:moveTo>
                      <a:lnTo>
                        <a:pt x="310753" y="10716"/>
                      </a:lnTo>
                      <a:lnTo>
                        <a:pt x="305395" y="17413"/>
                      </a:lnTo>
                      <a:lnTo>
                        <a:pt x="298698" y="33486"/>
                      </a:lnTo>
                      <a:lnTo>
                        <a:pt x="298028" y="44202"/>
                      </a:lnTo>
                      <a:lnTo>
                        <a:pt x="298698" y="54917"/>
                      </a:lnTo>
                      <a:lnTo>
                        <a:pt x="305395" y="70321"/>
                      </a:lnTo>
                      <a:lnTo>
                        <a:pt x="317451" y="78358"/>
                      </a:lnTo>
                      <a:lnTo>
                        <a:pt x="326157" y="79028"/>
                      </a:lnTo>
                      <a:lnTo>
                        <a:pt x="340891" y="73670"/>
                      </a:lnTo>
                      <a:lnTo>
                        <a:pt x="346918" y="67642"/>
                      </a:lnTo>
                      <a:lnTo>
                        <a:pt x="352946" y="50899"/>
                      </a:lnTo>
                      <a:lnTo>
                        <a:pt x="353616" y="40184"/>
                      </a:lnTo>
                      <a:lnTo>
                        <a:pt x="352946" y="29468"/>
                      </a:lnTo>
                      <a:lnTo>
                        <a:pt x="346918" y="14064"/>
                      </a:lnTo>
                      <a:lnTo>
                        <a:pt x="340891" y="8706"/>
                      </a:lnTo>
                      <a:lnTo>
                        <a:pt x="334194" y="5358"/>
                      </a:lnTo>
                      <a:lnTo>
                        <a:pt x="326157" y="5358"/>
                      </a:lnTo>
                      <a:close/>
                      <a:moveTo>
                        <a:pt x="326157" y="14734"/>
                      </a:moveTo>
                      <a:lnTo>
                        <a:pt x="336203" y="17413"/>
                      </a:lnTo>
                      <a:lnTo>
                        <a:pt x="343570" y="28798"/>
                      </a:lnTo>
                      <a:lnTo>
                        <a:pt x="344909" y="40853"/>
                      </a:lnTo>
                      <a:lnTo>
                        <a:pt x="343570" y="52908"/>
                      </a:lnTo>
                      <a:lnTo>
                        <a:pt x="340221" y="61615"/>
                      </a:lnTo>
                      <a:lnTo>
                        <a:pt x="334194" y="67642"/>
                      </a:lnTo>
                      <a:lnTo>
                        <a:pt x="326157" y="69652"/>
                      </a:lnTo>
                      <a:lnTo>
                        <a:pt x="317451" y="68312"/>
                      </a:lnTo>
                      <a:lnTo>
                        <a:pt x="311423" y="62954"/>
                      </a:lnTo>
                      <a:lnTo>
                        <a:pt x="308074" y="54917"/>
                      </a:lnTo>
                      <a:lnTo>
                        <a:pt x="306735" y="43532"/>
                      </a:lnTo>
                      <a:lnTo>
                        <a:pt x="308074" y="32147"/>
                      </a:lnTo>
                      <a:lnTo>
                        <a:pt x="311423" y="23440"/>
                      </a:lnTo>
                      <a:lnTo>
                        <a:pt x="318120" y="17413"/>
                      </a:lnTo>
                      <a:lnTo>
                        <a:pt x="326157" y="14734"/>
                      </a:lnTo>
                      <a:close/>
                      <a:moveTo>
                        <a:pt x="362992" y="3349"/>
                      </a:moveTo>
                      <a:lnTo>
                        <a:pt x="362992" y="75679"/>
                      </a:lnTo>
                      <a:lnTo>
                        <a:pt x="371698" y="75009"/>
                      </a:lnTo>
                      <a:lnTo>
                        <a:pt x="371698" y="20762"/>
                      </a:lnTo>
                      <a:lnTo>
                        <a:pt x="401836" y="73000"/>
                      </a:lnTo>
                      <a:lnTo>
                        <a:pt x="409873" y="72330"/>
                      </a:lnTo>
                      <a:lnTo>
                        <a:pt x="409873" y="0"/>
                      </a:lnTo>
                      <a:lnTo>
                        <a:pt x="401166" y="670"/>
                      </a:lnTo>
                      <a:lnTo>
                        <a:pt x="401166" y="54248"/>
                      </a:lnTo>
                      <a:lnTo>
                        <a:pt x="371698" y="2679"/>
                      </a:lnTo>
                      <a:lnTo>
                        <a:pt x="362992" y="3349"/>
                      </a:lnTo>
                      <a:close/>
                    </a:path>
                  </a:pathLst>
                </a:custGeom>
                <a:solidFill>
                  <a:srgbClr val="4165DC"/>
                </a:soli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358" name="图形 38">
                  <a:extLst>
                    <a:ext uri="{FF2B5EF4-FFF2-40B4-BE49-F238E27FC236}">
                      <a16:creationId xmlns:a16="http://schemas.microsoft.com/office/drawing/2014/main" id="{7CF32320-FC7E-795E-7B24-3A7DAF841D41}"/>
                    </a:ext>
                  </a:extLst>
                </p:cNvPr>
                <p:cNvGrpSpPr/>
                <p:nvPr/>
              </p:nvGrpSpPr>
              <p:grpSpPr>
                <a:xfrm>
                  <a:off x="7428755" y="2129730"/>
                  <a:ext cx="304725" cy="790277"/>
                  <a:chOff x="7428755" y="2129730"/>
                  <a:chExt cx="304725" cy="790277"/>
                </a:xfrm>
              </p:grpSpPr>
              <p:grpSp>
                <p:nvGrpSpPr>
                  <p:cNvPr id="3373" name="图形 38">
                    <a:extLst>
                      <a:ext uri="{FF2B5EF4-FFF2-40B4-BE49-F238E27FC236}">
                        <a16:creationId xmlns:a16="http://schemas.microsoft.com/office/drawing/2014/main" id="{211ABB65-AAC4-003C-ECF0-881939DF3D1B}"/>
                      </a:ext>
                    </a:extLst>
                  </p:cNvPr>
                  <p:cNvGrpSpPr/>
                  <p:nvPr/>
                </p:nvGrpSpPr>
                <p:grpSpPr>
                  <a:xfrm>
                    <a:off x="7509123" y="2129730"/>
                    <a:ext cx="224358" cy="790277"/>
                    <a:chOff x="7509123" y="2129730"/>
                    <a:chExt cx="224358" cy="790277"/>
                  </a:xfrm>
                </p:grpSpPr>
                <p:grpSp>
                  <p:nvGrpSpPr>
                    <p:cNvPr id="3376" name="图形 38">
                      <a:extLst>
                        <a:ext uri="{FF2B5EF4-FFF2-40B4-BE49-F238E27FC236}">
                          <a16:creationId xmlns:a16="http://schemas.microsoft.com/office/drawing/2014/main" id="{163C1253-3B9B-7849-5E45-CAAA126160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09123" y="2129730"/>
                      <a:ext cx="210963" cy="790277"/>
                      <a:chOff x="7509123" y="2129730"/>
                      <a:chExt cx="210963" cy="790277"/>
                    </a:xfrm>
                  </p:grpSpPr>
                  <p:sp>
                    <p:nvSpPr>
                      <p:cNvPr id="3384" name="任意多边形: 形状 3383">
                        <a:extLst>
                          <a:ext uri="{FF2B5EF4-FFF2-40B4-BE49-F238E27FC236}">
                            <a16:creationId xmlns:a16="http://schemas.microsoft.com/office/drawing/2014/main" id="{5297175F-2001-A8A6-93C3-84D8169BCD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9123" y="2129730"/>
                        <a:ext cx="210963" cy="790277"/>
                      </a:xfrm>
                      <a:custGeom>
                        <a:avLst/>
                        <a:gdLst>
                          <a:gd name="connsiteX0" fmla="*/ 0 w 210963"/>
                          <a:gd name="connsiteY0" fmla="*/ 9376 h 790277"/>
                          <a:gd name="connsiteX1" fmla="*/ 210964 w 210963"/>
                          <a:gd name="connsiteY1" fmla="*/ 0 h 790277"/>
                          <a:gd name="connsiteX2" fmla="*/ 210964 w 210963"/>
                          <a:gd name="connsiteY2" fmla="*/ 790277 h 790277"/>
                          <a:gd name="connsiteX3" fmla="*/ 0 w 210963"/>
                          <a:gd name="connsiteY3" fmla="*/ 790277 h 7902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210963" h="790277">
                            <a:moveTo>
                              <a:pt x="0" y="9376"/>
                            </a:moveTo>
                            <a:lnTo>
                              <a:pt x="210964" y="0"/>
                            </a:lnTo>
                            <a:lnTo>
                              <a:pt x="210964" y="790277"/>
                            </a:lnTo>
                            <a:lnTo>
                              <a:pt x="0" y="790277"/>
                            </a:lnTo>
                            <a:close/>
                          </a:path>
                        </a:pathLst>
                      </a:custGeom>
                      <a:solidFill>
                        <a:srgbClr val="AEAFB1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5" name="任意多边形: 形状 3384">
                        <a:extLst>
                          <a:ext uri="{FF2B5EF4-FFF2-40B4-BE49-F238E27FC236}">
                            <a16:creationId xmlns:a16="http://schemas.microsoft.com/office/drawing/2014/main" id="{2E9DDB26-7192-2C21-B4E7-4463FB5393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9123" y="2129730"/>
                        <a:ext cx="210963" cy="790277"/>
                      </a:xfrm>
                      <a:custGeom>
                        <a:avLst/>
                        <a:gdLst>
                          <a:gd name="connsiteX0" fmla="*/ 0 w 210963"/>
                          <a:gd name="connsiteY0" fmla="*/ 9376 h 790277"/>
                          <a:gd name="connsiteX1" fmla="*/ 210964 w 210963"/>
                          <a:gd name="connsiteY1" fmla="*/ 0 h 790277"/>
                          <a:gd name="connsiteX2" fmla="*/ 210964 w 210963"/>
                          <a:gd name="connsiteY2" fmla="*/ 790277 h 790277"/>
                          <a:gd name="connsiteX3" fmla="*/ 0 w 210963"/>
                          <a:gd name="connsiteY3" fmla="*/ 790277 h 7902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210963" h="790277">
                            <a:moveTo>
                              <a:pt x="0" y="9376"/>
                            </a:moveTo>
                            <a:lnTo>
                              <a:pt x="210964" y="0"/>
                            </a:lnTo>
                            <a:lnTo>
                              <a:pt x="210964" y="790277"/>
                            </a:lnTo>
                            <a:lnTo>
                              <a:pt x="0" y="79027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377" name="任意多边形: 形状 3376">
                      <a:extLst>
                        <a:ext uri="{FF2B5EF4-FFF2-40B4-BE49-F238E27FC236}">
                          <a16:creationId xmlns:a16="http://schemas.microsoft.com/office/drawing/2014/main" id="{0EA05CAB-920C-E90F-D039-D9627513DF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16738" y="2129730"/>
                      <a:ext cx="16743" cy="790277"/>
                    </a:xfrm>
                    <a:custGeom>
                      <a:avLst/>
                      <a:gdLst>
                        <a:gd name="connsiteX0" fmla="*/ 0 w 16743"/>
                        <a:gd name="connsiteY0" fmla="*/ 0 h 790277"/>
                        <a:gd name="connsiteX1" fmla="*/ 16743 w 16743"/>
                        <a:gd name="connsiteY1" fmla="*/ 3349 h 790277"/>
                        <a:gd name="connsiteX2" fmla="*/ 16743 w 16743"/>
                        <a:gd name="connsiteY2" fmla="*/ 790277 h 790277"/>
                        <a:gd name="connsiteX3" fmla="*/ 0 w 16743"/>
                        <a:gd name="connsiteY3" fmla="*/ 790277 h 7902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6743" h="790277">
                          <a:moveTo>
                            <a:pt x="0" y="0"/>
                          </a:moveTo>
                          <a:lnTo>
                            <a:pt x="16743" y="3349"/>
                          </a:lnTo>
                          <a:lnTo>
                            <a:pt x="16743" y="790277"/>
                          </a:lnTo>
                          <a:lnTo>
                            <a:pt x="0" y="790277"/>
                          </a:lnTo>
                          <a:close/>
                        </a:path>
                      </a:pathLst>
                    </a:custGeom>
                    <a:solidFill>
                      <a:srgbClr val="8D8E9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378" name="图形 38">
                      <a:extLst>
                        <a:ext uri="{FF2B5EF4-FFF2-40B4-BE49-F238E27FC236}">
                          <a16:creationId xmlns:a16="http://schemas.microsoft.com/office/drawing/2014/main" id="{E82E48E6-7228-D997-6FF0-09427753C9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29673" y="2190005"/>
                      <a:ext cx="53578" cy="53578"/>
                      <a:chOff x="7629673" y="2190005"/>
                      <a:chExt cx="53578" cy="53578"/>
                    </a:xfrm>
                  </p:grpSpPr>
                  <p:sp>
                    <p:nvSpPr>
                      <p:cNvPr id="3382" name="任意多边形: 形状 3381">
                        <a:extLst>
                          <a:ext uri="{FF2B5EF4-FFF2-40B4-BE49-F238E27FC236}">
                            <a16:creationId xmlns:a16="http://schemas.microsoft.com/office/drawing/2014/main" id="{3BFA369A-D233-B3C0-DF7E-5026DC3C11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190005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3" name="任意多边形: 形状 3382">
                        <a:extLst>
                          <a:ext uri="{FF2B5EF4-FFF2-40B4-BE49-F238E27FC236}">
                            <a16:creationId xmlns:a16="http://schemas.microsoft.com/office/drawing/2014/main" id="{4DBA7E00-467A-784B-5BB7-8D78EBDBD6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190005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79" name="图形 38">
                      <a:extLst>
                        <a:ext uri="{FF2B5EF4-FFF2-40B4-BE49-F238E27FC236}">
                          <a16:creationId xmlns:a16="http://schemas.microsoft.com/office/drawing/2014/main" id="{1D95B990-C536-D6EC-2E2F-042A3EE07A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29673" y="2819548"/>
                      <a:ext cx="53578" cy="53578"/>
                      <a:chOff x="7629673" y="2819548"/>
                      <a:chExt cx="53578" cy="53578"/>
                    </a:xfrm>
                  </p:grpSpPr>
                  <p:sp>
                    <p:nvSpPr>
                      <p:cNvPr id="3380" name="任意多边形: 形状 3379">
                        <a:extLst>
                          <a:ext uri="{FF2B5EF4-FFF2-40B4-BE49-F238E27FC236}">
                            <a16:creationId xmlns:a16="http://schemas.microsoft.com/office/drawing/2014/main" id="{3058DB97-03FB-7F0D-187D-6568AA67D2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819548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1" name="任意多边形: 形状 3380">
                        <a:extLst>
                          <a:ext uri="{FF2B5EF4-FFF2-40B4-BE49-F238E27FC236}">
                            <a16:creationId xmlns:a16="http://schemas.microsoft.com/office/drawing/2014/main" id="{46089198-F76C-6066-F2C6-9DF7CE7AD8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819548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3374" name="任意多边形: 形状 3373">
                    <a:extLst>
                      <a:ext uri="{FF2B5EF4-FFF2-40B4-BE49-F238E27FC236}">
                        <a16:creationId xmlns:a16="http://schemas.microsoft.com/office/drawing/2014/main" id="{D5D4307F-EB54-A647-5419-E6940AC1D737}"/>
                      </a:ext>
                    </a:extLst>
                  </p:cNvPr>
                  <p:cNvSpPr/>
                  <p:nvPr/>
                </p:nvSpPr>
                <p:spPr>
                  <a:xfrm>
                    <a:off x="7428755" y="2220143"/>
                    <a:ext cx="100458" cy="613469"/>
                  </a:xfrm>
                  <a:custGeom>
                    <a:avLst/>
                    <a:gdLst>
                      <a:gd name="connsiteX0" fmla="*/ 0 w 100458"/>
                      <a:gd name="connsiteY0" fmla="*/ 0 h 613469"/>
                      <a:gd name="connsiteX1" fmla="*/ 100459 w 100458"/>
                      <a:gd name="connsiteY1" fmla="*/ 2679 h 613469"/>
                      <a:gd name="connsiteX2" fmla="*/ 100459 w 100458"/>
                      <a:gd name="connsiteY2" fmla="*/ 613470 h 613469"/>
                      <a:gd name="connsiteX3" fmla="*/ 0 w 100458"/>
                      <a:gd name="connsiteY3" fmla="*/ 604093 h 6134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0458" h="613469">
                        <a:moveTo>
                          <a:pt x="0" y="0"/>
                        </a:moveTo>
                        <a:lnTo>
                          <a:pt x="100459" y="2679"/>
                        </a:lnTo>
                        <a:lnTo>
                          <a:pt x="100459" y="613470"/>
                        </a:lnTo>
                        <a:lnTo>
                          <a:pt x="0" y="604093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696969"/>
                      </a:gs>
                      <a:gs pos="36117">
                        <a:srgbClr val="D1D1D2"/>
                      </a:gs>
                      <a:gs pos="98424">
                        <a:srgbClr val="656668"/>
                      </a:gs>
                      <a:gs pos="100000">
                        <a:srgbClr val="7B7C7E"/>
                      </a:gs>
                    </a:gsLst>
                    <a:lin ang="54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75" name="任意多边形: 形状 3374">
                    <a:extLst>
                      <a:ext uri="{FF2B5EF4-FFF2-40B4-BE49-F238E27FC236}">
                        <a16:creationId xmlns:a16="http://schemas.microsoft.com/office/drawing/2014/main" id="{EF2BB00E-563D-92ED-E0C9-B6950485589F}"/>
                      </a:ext>
                    </a:extLst>
                  </p:cNvPr>
                  <p:cNvSpPr/>
                  <p:nvPr/>
                </p:nvSpPr>
                <p:spPr>
                  <a:xfrm>
                    <a:off x="7529214" y="2222822"/>
                    <a:ext cx="89073" cy="610790"/>
                  </a:xfrm>
                  <a:custGeom>
                    <a:avLst/>
                    <a:gdLst>
                      <a:gd name="connsiteX0" fmla="*/ 0 w 89073"/>
                      <a:gd name="connsiteY0" fmla="*/ 0 h 610790"/>
                      <a:gd name="connsiteX1" fmla="*/ 89074 w 89073"/>
                      <a:gd name="connsiteY1" fmla="*/ 0 h 610790"/>
                      <a:gd name="connsiteX2" fmla="*/ 89074 w 89073"/>
                      <a:gd name="connsiteY2" fmla="*/ 75679 h 610790"/>
                      <a:gd name="connsiteX3" fmla="*/ 73000 w 89073"/>
                      <a:gd name="connsiteY3" fmla="*/ 63624 h 610790"/>
                      <a:gd name="connsiteX4" fmla="*/ 53578 w 89073"/>
                      <a:gd name="connsiteY4" fmla="*/ 60945 h 610790"/>
                      <a:gd name="connsiteX5" fmla="*/ 44202 w 89073"/>
                      <a:gd name="connsiteY5" fmla="*/ 63624 h 610790"/>
                      <a:gd name="connsiteX6" fmla="*/ 28798 w 89073"/>
                      <a:gd name="connsiteY6" fmla="*/ 75009 h 610790"/>
                      <a:gd name="connsiteX7" fmla="*/ 21431 w 89073"/>
                      <a:gd name="connsiteY7" fmla="*/ 90413 h 610790"/>
                      <a:gd name="connsiteX8" fmla="*/ 20092 w 89073"/>
                      <a:gd name="connsiteY8" fmla="*/ 99120 h 610790"/>
                      <a:gd name="connsiteX9" fmla="*/ 20092 w 89073"/>
                      <a:gd name="connsiteY9" fmla="*/ 523726 h 610790"/>
                      <a:gd name="connsiteX10" fmla="*/ 21431 w 89073"/>
                      <a:gd name="connsiteY10" fmla="*/ 534442 h 610790"/>
                      <a:gd name="connsiteX11" fmla="*/ 25450 w 89073"/>
                      <a:gd name="connsiteY11" fmla="*/ 543818 h 610790"/>
                      <a:gd name="connsiteX12" fmla="*/ 39514 w 89073"/>
                      <a:gd name="connsiteY12" fmla="*/ 557882 h 610790"/>
                      <a:gd name="connsiteX13" fmla="*/ 48890 w 89073"/>
                      <a:gd name="connsiteY13" fmla="*/ 561901 h 610790"/>
                      <a:gd name="connsiteX14" fmla="*/ 59606 w 89073"/>
                      <a:gd name="connsiteY14" fmla="*/ 563240 h 610790"/>
                      <a:gd name="connsiteX15" fmla="*/ 70991 w 89073"/>
                      <a:gd name="connsiteY15" fmla="*/ 561901 h 610790"/>
                      <a:gd name="connsiteX16" fmla="*/ 80367 w 89073"/>
                      <a:gd name="connsiteY16" fmla="*/ 557882 h 610790"/>
                      <a:gd name="connsiteX17" fmla="*/ 89074 w 89073"/>
                      <a:gd name="connsiteY17" fmla="*/ 551185 h 610790"/>
                      <a:gd name="connsiteX18" fmla="*/ 89074 w 89073"/>
                      <a:gd name="connsiteY18" fmla="*/ 601415 h 610790"/>
                      <a:gd name="connsiteX19" fmla="*/ 0 w 89073"/>
                      <a:gd name="connsiteY19" fmla="*/ 610791 h 610790"/>
                      <a:gd name="connsiteX20" fmla="*/ 0 w 89073"/>
                      <a:gd name="connsiteY20" fmla="*/ 0 h 610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89073" h="610790">
                        <a:moveTo>
                          <a:pt x="0" y="0"/>
                        </a:moveTo>
                        <a:lnTo>
                          <a:pt x="89074" y="0"/>
                        </a:lnTo>
                        <a:lnTo>
                          <a:pt x="89074" y="75679"/>
                        </a:lnTo>
                        <a:lnTo>
                          <a:pt x="73000" y="63624"/>
                        </a:lnTo>
                        <a:lnTo>
                          <a:pt x="53578" y="60945"/>
                        </a:lnTo>
                        <a:lnTo>
                          <a:pt x="44202" y="63624"/>
                        </a:lnTo>
                        <a:lnTo>
                          <a:pt x="28798" y="75009"/>
                        </a:lnTo>
                        <a:lnTo>
                          <a:pt x="21431" y="90413"/>
                        </a:lnTo>
                        <a:lnTo>
                          <a:pt x="20092" y="99120"/>
                        </a:lnTo>
                        <a:lnTo>
                          <a:pt x="20092" y="523726"/>
                        </a:lnTo>
                        <a:lnTo>
                          <a:pt x="21431" y="534442"/>
                        </a:lnTo>
                        <a:lnTo>
                          <a:pt x="25450" y="543818"/>
                        </a:lnTo>
                        <a:lnTo>
                          <a:pt x="39514" y="557882"/>
                        </a:lnTo>
                        <a:lnTo>
                          <a:pt x="48890" y="561901"/>
                        </a:lnTo>
                        <a:lnTo>
                          <a:pt x="59606" y="563240"/>
                        </a:lnTo>
                        <a:lnTo>
                          <a:pt x="70991" y="561901"/>
                        </a:lnTo>
                        <a:lnTo>
                          <a:pt x="80367" y="557882"/>
                        </a:lnTo>
                        <a:lnTo>
                          <a:pt x="89074" y="551185"/>
                        </a:lnTo>
                        <a:lnTo>
                          <a:pt x="89074" y="601415"/>
                        </a:lnTo>
                        <a:lnTo>
                          <a:pt x="0" y="6107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BCBDBE"/>
                      </a:gs>
                      <a:gs pos="50000">
                        <a:srgbClr val="A1A2A4"/>
                      </a:gs>
                      <a:gs pos="100000">
                        <a:srgbClr val="87888A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59" name="图形 38">
                  <a:extLst>
                    <a:ext uri="{FF2B5EF4-FFF2-40B4-BE49-F238E27FC236}">
                      <a16:creationId xmlns:a16="http://schemas.microsoft.com/office/drawing/2014/main" id="{21BE62E6-120B-0AA5-DBFD-B4383F7FC99E}"/>
                    </a:ext>
                  </a:extLst>
                </p:cNvPr>
                <p:cNvGrpSpPr/>
                <p:nvPr/>
              </p:nvGrpSpPr>
              <p:grpSpPr>
                <a:xfrm>
                  <a:off x="3450580" y="2397621"/>
                  <a:ext cx="247798" cy="696515"/>
                  <a:chOff x="3450580" y="2397621"/>
                  <a:chExt cx="247798" cy="696515"/>
                </a:xfrm>
              </p:grpSpPr>
              <p:grpSp>
                <p:nvGrpSpPr>
                  <p:cNvPr id="3360" name="图形 38">
                    <a:extLst>
                      <a:ext uri="{FF2B5EF4-FFF2-40B4-BE49-F238E27FC236}">
                        <a16:creationId xmlns:a16="http://schemas.microsoft.com/office/drawing/2014/main" id="{200DB41F-A36D-DEA7-A286-C9F712FFEFAF}"/>
                      </a:ext>
                    </a:extLst>
                  </p:cNvPr>
                  <p:cNvGrpSpPr/>
                  <p:nvPr/>
                </p:nvGrpSpPr>
                <p:grpSpPr>
                  <a:xfrm>
                    <a:off x="3516213" y="2397621"/>
                    <a:ext cx="182165" cy="696515"/>
                    <a:chOff x="3516213" y="2397621"/>
                    <a:chExt cx="182165" cy="696515"/>
                  </a:xfrm>
                </p:grpSpPr>
                <p:grpSp>
                  <p:nvGrpSpPr>
                    <p:cNvPr id="3363" name="图形 38">
                      <a:extLst>
                        <a:ext uri="{FF2B5EF4-FFF2-40B4-BE49-F238E27FC236}">
                          <a16:creationId xmlns:a16="http://schemas.microsoft.com/office/drawing/2014/main" id="{455B261C-0AF4-C953-69A3-7368DEAA86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6213" y="2397621"/>
                      <a:ext cx="171449" cy="696515"/>
                      <a:chOff x="3516213" y="2397621"/>
                      <a:chExt cx="171449" cy="696515"/>
                    </a:xfrm>
                  </p:grpSpPr>
                  <p:sp>
                    <p:nvSpPr>
                      <p:cNvPr id="3371" name="任意多边形: 形状 3370">
                        <a:extLst>
                          <a:ext uri="{FF2B5EF4-FFF2-40B4-BE49-F238E27FC236}">
                            <a16:creationId xmlns:a16="http://schemas.microsoft.com/office/drawing/2014/main" id="{871AACEC-F81E-2A0E-DF65-11B62E644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6213" y="2397621"/>
                        <a:ext cx="171449" cy="696515"/>
                      </a:xfrm>
                      <a:custGeom>
                        <a:avLst/>
                        <a:gdLst>
                          <a:gd name="connsiteX0" fmla="*/ 0 w 171449"/>
                          <a:gd name="connsiteY0" fmla="*/ 8037 h 696515"/>
                          <a:gd name="connsiteX1" fmla="*/ 171450 w 171449"/>
                          <a:gd name="connsiteY1" fmla="*/ 0 h 696515"/>
                          <a:gd name="connsiteX2" fmla="*/ 171450 w 171449"/>
                          <a:gd name="connsiteY2" fmla="*/ 696516 h 696515"/>
                          <a:gd name="connsiteX3" fmla="*/ 0 w 171449"/>
                          <a:gd name="connsiteY3" fmla="*/ 696516 h 6965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71449" h="696515">
                            <a:moveTo>
                              <a:pt x="0" y="8037"/>
                            </a:moveTo>
                            <a:lnTo>
                              <a:pt x="171450" y="0"/>
                            </a:lnTo>
                            <a:lnTo>
                              <a:pt x="171450" y="696516"/>
                            </a:lnTo>
                            <a:lnTo>
                              <a:pt x="0" y="696516"/>
                            </a:lnTo>
                            <a:close/>
                          </a:path>
                        </a:pathLst>
                      </a:custGeom>
                      <a:solidFill>
                        <a:srgbClr val="AEAFB1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72" name="任意多边形: 形状 3371">
                        <a:extLst>
                          <a:ext uri="{FF2B5EF4-FFF2-40B4-BE49-F238E27FC236}">
                            <a16:creationId xmlns:a16="http://schemas.microsoft.com/office/drawing/2014/main" id="{F36A507B-8C38-0DAF-E487-2C670DC0E5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6213" y="2397621"/>
                        <a:ext cx="171449" cy="696515"/>
                      </a:xfrm>
                      <a:custGeom>
                        <a:avLst/>
                        <a:gdLst>
                          <a:gd name="connsiteX0" fmla="*/ 0 w 171449"/>
                          <a:gd name="connsiteY0" fmla="*/ 8037 h 696515"/>
                          <a:gd name="connsiteX1" fmla="*/ 171450 w 171449"/>
                          <a:gd name="connsiteY1" fmla="*/ 0 h 696515"/>
                          <a:gd name="connsiteX2" fmla="*/ 171450 w 171449"/>
                          <a:gd name="connsiteY2" fmla="*/ 696516 h 696515"/>
                          <a:gd name="connsiteX3" fmla="*/ 0 w 171449"/>
                          <a:gd name="connsiteY3" fmla="*/ 696516 h 6965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71449" h="696515">
                            <a:moveTo>
                              <a:pt x="0" y="8037"/>
                            </a:moveTo>
                            <a:lnTo>
                              <a:pt x="171450" y="0"/>
                            </a:lnTo>
                            <a:lnTo>
                              <a:pt x="171450" y="696516"/>
                            </a:lnTo>
                            <a:lnTo>
                              <a:pt x="0" y="696516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364" name="任意多边形: 形状 3363">
                      <a:extLst>
                        <a:ext uri="{FF2B5EF4-FFF2-40B4-BE49-F238E27FC236}">
                          <a16:creationId xmlns:a16="http://schemas.microsoft.com/office/drawing/2014/main" id="{CB8E1B12-00C9-3394-F9B2-4DE450B6A8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84984" y="2397621"/>
                      <a:ext cx="13394" cy="696515"/>
                    </a:xfrm>
                    <a:custGeom>
                      <a:avLst/>
                      <a:gdLst>
                        <a:gd name="connsiteX0" fmla="*/ 0 w 13394"/>
                        <a:gd name="connsiteY0" fmla="*/ 0 h 696515"/>
                        <a:gd name="connsiteX1" fmla="*/ 13395 w 13394"/>
                        <a:gd name="connsiteY1" fmla="*/ 2679 h 696515"/>
                        <a:gd name="connsiteX2" fmla="*/ 13395 w 13394"/>
                        <a:gd name="connsiteY2" fmla="*/ 696516 h 696515"/>
                        <a:gd name="connsiteX3" fmla="*/ 0 w 13394"/>
                        <a:gd name="connsiteY3" fmla="*/ 696516 h 696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394" h="696515">
                          <a:moveTo>
                            <a:pt x="0" y="0"/>
                          </a:moveTo>
                          <a:lnTo>
                            <a:pt x="13395" y="2679"/>
                          </a:lnTo>
                          <a:lnTo>
                            <a:pt x="13395" y="696516"/>
                          </a:lnTo>
                          <a:lnTo>
                            <a:pt x="0" y="696516"/>
                          </a:lnTo>
                          <a:close/>
                        </a:path>
                      </a:pathLst>
                    </a:custGeom>
                    <a:solidFill>
                      <a:srgbClr val="8D8E9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365" name="图形 38">
                      <a:extLst>
                        <a:ext uri="{FF2B5EF4-FFF2-40B4-BE49-F238E27FC236}">
                          <a16:creationId xmlns:a16="http://schemas.microsoft.com/office/drawing/2014/main" id="{9D7B403B-16CA-255F-1D44-C99F790A8C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13993" y="2447180"/>
                      <a:ext cx="43532" cy="43532"/>
                      <a:chOff x="3613993" y="2447180"/>
                      <a:chExt cx="43532" cy="43532"/>
                    </a:xfrm>
                  </p:grpSpPr>
                  <p:sp>
                    <p:nvSpPr>
                      <p:cNvPr id="3369" name="任意多边形: 形状 3368">
                        <a:extLst>
                          <a:ext uri="{FF2B5EF4-FFF2-40B4-BE49-F238E27FC236}">
                            <a16:creationId xmlns:a16="http://schemas.microsoft.com/office/drawing/2014/main" id="{2ADA8605-68CC-B306-5DCD-522C509380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2447180"/>
                        <a:ext cx="43532" cy="43532"/>
                      </a:xfrm>
                      <a:custGeom>
                        <a:avLst/>
                        <a:gdLst>
                          <a:gd name="connsiteX0" fmla="*/ 43532 w 43532"/>
                          <a:gd name="connsiteY0" fmla="*/ 21431 h 43532"/>
                          <a:gd name="connsiteX1" fmla="*/ 41523 w 43532"/>
                          <a:gd name="connsiteY1" fmla="*/ 30138 h 43532"/>
                          <a:gd name="connsiteX2" fmla="*/ 36835 w 43532"/>
                          <a:gd name="connsiteY2" fmla="*/ 37505 h 43532"/>
                          <a:gd name="connsiteX3" fmla="*/ 30138 w 43532"/>
                          <a:gd name="connsiteY3" fmla="*/ 42193 h 43532"/>
                          <a:gd name="connsiteX4" fmla="*/ 21431 w 43532"/>
                          <a:gd name="connsiteY4" fmla="*/ 43532 h 43532"/>
                          <a:gd name="connsiteX5" fmla="*/ 13395 w 43532"/>
                          <a:gd name="connsiteY5" fmla="*/ 42193 h 43532"/>
                          <a:gd name="connsiteX6" fmla="*/ 6028 w 43532"/>
                          <a:gd name="connsiteY6" fmla="*/ 37505 h 43532"/>
                          <a:gd name="connsiteX7" fmla="*/ 2009 w 43532"/>
                          <a:gd name="connsiteY7" fmla="*/ 30138 h 43532"/>
                          <a:gd name="connsiteX8" fmla="*/ 0 w 43532"/>
                          <a:gd name="connsiteY8" fmla="*/ 21431 h 43532"/>
                          <a:gd name="connsiteX9" fmla="*/ 2009 w 43532"/>
                          <a:gd name="connsiteY9" fmla="*/ 13395 h 43532"/>
                          <a:gd name="connsiteX10" fmla="*/ 6028 w 43532"/>
                          <a:gd name="connsiteY10" fmla="*/ 6027 h 43532"/>
                          <a:gd name="connsiteX11" fmla="*/ 13395 w 43532"/>
                          <a:gd name="connsiteY11" fmla="*/ 1340 h 43532"/>
                          <a:gd name="connsiteX12" fmla="*/ 21431 w 43532"/>
                          <a:gd name="connsiteY12" fmla="*/ 0 h 43532"/>
                          <a:gd name="connsiteX13" fmla="*/ 30138 w 43532"/>
                          <a:gd name="connsiteY13" fmla="*/ 1340 h 43532"/>
                          <a:gd name="connsiteX14" fmla="*/ 36835 w 43532"/>
                          <a:gd name="connsiteY14" fmla="*/ 6027 h 43532"/>
                          <a:gd name="connsiteX15" fmla="*/ 41523 w 43532"/>
                          <a:gd name="connsiteY15" fmla="*/ 13395 h 43532"/>
                          <a:gd name="connsiteX16" fmla="*/ 43532 w 43532"/>
                          <a:gd name="connsiteY16" fmla="*/ 21431 h 435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3532">
                            <a:moveTo>
                              <a:pt x="43532" y="21431"/>
                            </a:moveTo>
                            <a:lnTo>
                              <a:pt x="41523" y="30138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353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138"/>
                            </a:lnTo>
                            <a:lnTo>
                              <a:pt x="0" y="21431"/>
                            </a:lnTo>
                            <a:lnTo>
                              <a:pt x="2009" y="13395"/>
                            </a:lnTo>
                            <a:lnTo>
                              <a:pt x="6028" y="6027"/>
                            </a:lnTo>
                            <a:lnTo>
                              <a:pt x="13395" y="1340"/>
                            </a:lnTo>
                            <a:lnTo>
                              <a:pt x="21431" y="0"/>
                            </a:lnTo>
                            <a:lnTo>
                              <a:pt x="30138" y="1340"/>
                            </a:lnTo>
                            <a:lnTo>
                              <a:pt x="36835" y="6027"/>
                            </a:lnTo>
                            <a:lnTo>
                              <a:pt x="41523" y="13395"/>
                            </a:lnTo>
                            <a:lnTo>
                              <a:pt x="43532" y="21431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70" name="任意多边形: 形状 3369">
                        <a:extLst>
                          <a:ext uri="{FF2B5EF4-FFF2-40B4-BE49-F238E27FC236}">
                            <a16:creationId xmlns:a16="http://schemas.microsoft.com/office/drawing/2014/main" id="{DA357A6F-D62F-6B34-F16F-2FD0483F3D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2447180"/>
                        <a:ext cx="43532" cy="43532"/>
                      </a:xfrm>
                      <a:custGeom>
                        <a:avLst/>
                        <a:gdLst>
                          <a:gd name="connsiteX0" fmla="*/ 43532 w 43532"/>
                          <a:gd name="connsiteY0" fmla="*/ 21431 h 43532"/>
                          <a:gd name="connsiteX1" fmla="*/ 41523 w 43532"/>
                          <a:gd name="connsiteY1" fmla="*/ 30138 h 43532"/>
                          <a:gd name="connsiteX2" fmla="*/ 36835 w 43532"/>
                          <a:gd name="connsiteY2" fmla="*/ 37505 h 43532"/>
                          <a:gd name="connsiteX3" fmla="*/ 30138 w 43532"/>
                          <a:gd name="connsiteY3" fmla="*/ 42193 h 43532"/>
                          <a:gd name="connsiteX4" fmla="*/ 21431 w 43532"/>
                          <a:gd name="connsiteY4" fmla="*/ 43532 h 43532"/>
                          <a:gd name="connsiteX5" fmla="*/ 13395 w 43532"/>
                          <a:gd name="connsiteY5" fmla="*/ 42193 h 43532"/>
                          <a:gd name="connsiteX6" fmla="*/ 6028 w 43532"/>
                          <a:gd name="connsiteY6" fmla="*/ 37505 h 43532"/>
                          <a:gd name="connsiteX7" fmla="*/ 2009 w 43532"/>
                          <a:gd name="connsiteY7" fmla="*/ 30138 h 43532"/>
                          <a:gd name="connsiteX8" fmla="*/ 0 w 43532"/>
                          <a:gd name="connsiteY8" fmla="*/ 21431 h 43532"/>
                          <a:gd name="connsiteX9" fmla="*/ 2009 w 43532"/>
                          <a:gd name="connsiteY9" fmla="*/ 13395 h 43532"/>
                          <a:gd name="connsiteX10" fmla="*/ 6028 w 43532"/>
                          <a:gd name="connsiteY10" fmla="*/ 6027 h 43532"/>
                          <a:gd name="connsiteX11" fmla="*/ 13395 w 43532"/>
                          <a:gd name="connsiteY11" fmla="*/ 1340 h 43532"/>
                          <a:gd name="connsiteX12" fmla="*/ 21431 w 43532"/>
                          <a:gd name="connsiteY12" fmla="*/ 0 h 43532"/>
                          <a:gd name="connsiteX13" fmla="*/ 30138 w 43532"/>
                          <a:gd name="connsiteY13" fmla="*/ 1340 h 43532"/>
                          <a:gd name="connsiteX14" fmla="*/ 36835 w 43532"/>
                          <a:gd name="connsiteY14" fmla="*/ 6027 h 43532"/>
                          <a:gd name="connsiteX15" fmla="*/ 41523 w 43532"/>
                          <a:gd name="connsiteY15" fmla="*/ 13395 h 43532"/>
                          <a:gd name="connsiteX16" fmla="*/ 43532 w 43532"/>
                          <a:gd name="connsiteY16" fmla="*/ 21431 h 435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3532">
                            <a:moveTo>
                              <a:pt x="43532" y="21431"/>
                            </a:moveTo>
                            <a:lnTo>
                              <a:pt x="41523" y="30138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353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138"/>
                            </a:lnTo>
                            <a:lnTo>
                              <a:pt x="0" y="21431"/>
                            </a:lnTo>
                            <a:lnTo>
                              <a:pt x="2009" y="13395"/>
                            </a:lnTo>
                            <a:lnTo>
                              <a:pt x="6028" y="6027"/>
                            </a:lnTo>
                            <a:lnTo>
                              <a:pt x="13395" y="1340"/>
                            </a:lnTo>
                            <a:lnTo>
                              <a:pt x="21431" y="0"/>
                            </a:lnTo>
                            <a:lnTo>
                              <a:pt x="30138" y="1340"/>
                            </a:lnTo>
                            <a:lnTo>
                              <a:pt x="36835" y="6027"/>
                            </a:lnTo>
                            <a:lnTo>
                              <a:pt x="41523" y="13395"/>
                            </a:lnTo>
                            <a:lnTo>
                              <a:pt x="43532" y="2143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66" name="图形 38">
                      <a:extLst>
                        <a:ext uri="{FF2B5EF4-FFF2-40B4-BE49-F238E27FC236}">
                          <a16:creationId xmlns:a16="http://schemas.microsoft.com/office/drawing/2014/main" id="{397976B6-49DB-AC03-DBCA-17682A1B56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13993" y="3017118"/>
                      <a:ext cx="43532" cy="44201"/>
                      <a:chOff x="3613993" y="3017118"/>
                      <a:chExt cx="43532" cy="44201"/>
                    </a:xfrm>
                  </p:grpSpPr>
                  <p:sp>
                    <p:nvSpPr>
                      <p:cNvPr id="3367" name="任意多边形: 形状 3366">
                        <a:extLst>
                          <a:ext uri="{FF2B5EF4-FFF2-40B4-BE49-F238E27FC236}">
                            <a16:creationId xmlns:a16="http://schemas.microsoft.com/office/drawing/2014/main" id="{95EF324E-85C2-4AF1-55BE-90BC2811A1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3017118"/>
                        <a:ext cx="43532" cy="44201"/>
                      </a:xfrm>
                      <a:custGeom>
                        <a:avLst/>
                        <a:gdLst>
                          <a:gd name="connsiteX0" fmla="*/ 43532 w 43532"/>
                          <a:gd name="connsiteY0" fmla="*/ 22101 h 44201"/>
                          <a:gd name="connsiteX1" fmla="*/ 41523 w 43532"/>
                          <a:gd name="connsiteY1" fmla="*/ 30807 h 44201"/>
                          <a:gd name="connsiteX2" fmla="*/ 36835 w 43532"/>
                          <a:gd name="connsiteY2" fmla="*/ 37505 h 44201"/>
                          <a:gd name="connsiteX3" fmla="*/ 30138 w 43532"/>
                          <a:gd name="connsiteY3" fmla="*/ 42193 h 44201"/>
                          <a:gd name="connsiteX4" fmla="*/ 21431 w 43532"/>
                          <a:gd name="connsiteY4" fmla="*/ 44202 h 44201"/>
                          <a:gd name="connsiteX5" fmla="*/ 13395 w 43532"/>
                          <a:gd name="connsiteY5" fmla="*/ 42193 h 44201"/>
                          <a:gd name="connsiteX6" fmla="*/ 6028 w 43532"/>
                          <a:gd name="connsiteY6" fmla="*/ 37505 h 44201"/>
                          <a:gd name="connsiteX7" fmla="*/ 2009 w 43532"/>
                          <a:gd name="connsiteY7" fmla="*/ 30807 h 44201"/>
                          <a:gd name="connsiteX8" fmla="*/ 0 w 43532"/>
                          <a:gd name="connsiteY8" fmla="*/ 22101 h 44201"/>
                          <a:gd name="connsiteX9" fmla="*/ 2009 w 43532"/>
                          <a:gd name="connsiteY9" fmla="*/ 13395 h 44201"/>
                          <a:gd name="connsiteX10" fmla="*/ 6028 w 43532"/>
                          <a:gd name="connsiteY10" fmla="*/ 6697 h 44201"/>
                          <a:gd name="connsiteX11" fmla="*/ 13395 w 43532"/>
                          <a:gd name="connsiteY11" fmla="*/ 2009 h 44201"/>
                          <a:gd name="connsiteX12" fmla="*/ 21431 w 43532"/>
                          <a:gd name="connsiteY12" fmla="*/ 0 h 44201"/>
                          <a:gd name="connsiteX13" fmla="*/ 30138 w 43532"/>
                          <a:gd name="connsiteY13" fmla="*/ 2009 h 44201"/>
                          <a:gd name="connsiteX14" fmla="*/ 36835 w 43532"/>
                          <a:gd name="connsiteY14" fmla="*/ 6697 h 44201"/>
                          <a:gd name="connsiteX15" fmla="*/ 41523 w 43532"/>
                          <a:gd name="connsiteY15" fmla="*/ 13395 h 44201"/>
                          <a:gd name="connsiteX16" fmla="*/ 43532 w 43532"/>
                          <a:gd name="connsiteY16" fmla="*/ 22101 h 442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4201">
                            <a:moveTo>
                              <a:pt x="43532" y="22101"/>
                            </a:moveTo>
                            <a:lnTo>
                              <a:pt x="41523" y="30807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420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807"/>
                            </a:lnTo>
                            <a:lnTo>
                              <a:pt x="0" y="22101"/>
                            </a:lnTo>
                            <a:lnTo>
                              <a:pt x="2009" y="13395"/>
                            </a:lnTo>
                            <a:lnTo>
                              <a:pt x="6028" y="6697"/>
                            </a:lnTo>
                            <a:lnTo>
                              <a:pt x="13395" y="2009"/>
                            </a:lnTo>
                            <a:lnTo>
                              <a:pt x="21431" y="0"/>
                            </a:lnTo>
                            <a:lnTo>
                              <a:pt x="30138" y="2009"/>
                            </a:lnTo>
                            <a:lnTo>
                              <a:pt x="36835" y="6697"/>
                            </a:lnTo>
                            <a:lnTo>
                              <a:pt x="41523" y="13395"/>
                            </a:lnTo>
                            <a:lnTo>
                              <a:pt x="43532" y="22101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68" name="任意多边形: 形状 3367">
                        <a:extLst>
                          <a:ext uri="{FF2B5EF4-FFF2-40B4-BE49-F238E27FC236}">
                            <a16:creationId xmlns:a16="http://schemas.microsoft.com/office/drawing/2014/main" id="{8889A101-8F34-8677-6501-071F3ACF6C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3017118"/>
                        <a:ext cx="43532" cy="44201"/>
                      </a:xfrm>
                      <a:custGeom>
                        <a:avLst/>
                        <a:gdLst>
                          <a:gd name="connsiteX0" fmla="*/ 43532 w 43532"/>
                          <a:gd name="connsiteY0" fmla="*/ 22101 h 44201"/>
                          <a:gd name="connsiteX1" fmla="*/ 41523 w 43532"/>
                          <a:gd name="connsiteY1" fmla="*/ 30807 h 44201"/>
                          <a:gd name="connsiteX2" fmla="*/ 36835 w 43532"/>
                          <a:gd name="connsiteY2" fmla="*/ 37505 h 44201"/>
                          <a:gd name="connsiteX3" fmla="*/ 30138 w 43532"/>
                          <a:gd name="connsiteY3" fmla="*/ 42193 h 44201"/>
                          <a:gd name="connsiteX4" fmla="*/ 21431 w 43532"/>
                          <a:gd name="connsiteY4" fmla="*/ 44202 h 44201"/>
                          <a:gd name="connsiteX5" fmla="*/ 13395 w 43532"/>
                          <a:gd name="connsiteY5" fmla="*/ 42193 h 44201"/>
                          <a:gd name="connsiteX6" fmla="*/ 6028 w 43532"/>
                          <a:gd name="connsiteY6" fmla="*/ 37505 h 44201"/>
                          <a:gd name="connsiteX7" fmla="*/ 2009 w 43532"/>
                          <a:gd name="connsiteY7" fmla="*/ 30807 h 44201"/>
                          <a:gd name="connsiteX8" fmla="*/ 0 w 43532"/>
                          <a:gd name="connsiteY8" fmla="*/ 22101 h 44201"/>
                          <a:gd name="connsiteX9" fmla="*/ 2009 w 43532"/>
                          <a:gd name="connsiteY9" fmla="*/ 13395 h 44201"/>
                          <a:gd name="connsiteX10" fmla="*/ 6028 w 43532"/>
                          <a:gd name="connsiteY10" fmla="*/ 6697 h 44201"/>
                          <a:gd name="connsiteX11" fmla="*/ 13395 w 43532"/>
                          <a:gd name="connsiteY11" fmla="*/ 2009 h 44201"/>
                          <a:gd name="connsiteX12" fmla="*/ 21431 w 43532"/>
                          <a:gd name="connsiteY12" fmla="*/ 0 h 44201"/>
                          <a:gd name="connsiteX13" fmla="*/ 30138 w 43532"/>
                          <a:gd name="connsiteY13" fmla="*/ 2009 h 44201"/>
                          <a:gd name="connsiteX14" fmla="*/ 36835 w 43532"/>
                          <a:gd name="connsiteY14" fmla="*/ 6697 h 44201"/>
                          <a:gd name="connsiteX15" fmla="*/ 41523 w 43532"/>
                          <a:gd name="connsiteY15" fmla="*/ 13395 h 44201"/>
                          <a:gd name="connsiteX16" fmla="*/ 43532 w 43532"/>
                          <a:gd name="connsiteY16" fmla="*/ 22101 h 442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4201">
                            <a:moveTo>
                              <a:pt x="43532" y="22101"/>
                            </a:moveTo>
                            <a:lnTo>
                              <a:pt x="41523" y="30807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420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807"/>
                            </a:lnTo>
                            <a:lnTo>
                              <a:pt x="0" y="22101"/>
                            </a:lnTo>
                            <a:lnTo>
                              <a:pt x="2009" y="13395"/>
                            </a:lnTo>
                            <a:lnTo>
                              <a:pt x="6028" y="6697"/>
                            </a:lnTo>
                            <a:lnTo>
                              <a:pt x="13395" y="2009"/>
                            </a:lnTo>
                            <a:lnTo>
                              <a:pt x="21431" y="0"/>
                            </a:lnTo>
                            <a:lnTo>
                              <a:pt x="30138" y="2009"/>
                            </a:lnTo>
                            <a:lnTo>
                              <a:pt x="36835" y="6697"/>
                            </a:lnTo>
                            <a:lnTo>
                              <a:pt x="41523" y="13395"/>
                            </a:lnTo>
                            <a:lnTo>
                              <a:pt x="43532" y="2210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3361" name="任意多边形: 形状 3360">
                    <a:extLst>
                      <a:ext uri="{FF2B5EF4-FFF2-40B4-BE49-F238E27FC236}">
                        <a16:creationId xmlns:a16="http://schemas.microsoft.com/office/drawing/2014/main" id="{7CE7F237-E7BB-602F-CB0B-C9DAC1A193CD}"/>
                      </a:ext>
                    </a:extLst>
                  </p:cNvPr>
                  <p:cNvSpPr/>
                  <p:nvPr/>
                </p:nvSpPr>
                <p:spPr>
                  <a:xfrm>
                    <a:off x="3450580" y="2478658"/>
                    <a:ext cx="81706" cy="529753"/>
                  </a:xfrm>
                  <a:custGeom>
                    <a:avLst/>
                    <a:gdLst>
                      <a:gd name="connsiteX0" fmla="*/ 0 w 81706"/>
                      <a:gd name="connsiteY0" fmla="*/ 0 h 529753"/>
                      <a:gd name="connsiteX1" fmla="*/ 81707 w 81706"/>
                      <a:gd name="connsiteY1" fmla="*/ 2679 h 529753"/>
                      <a:gd name="connsiteX2" fmla="*/ 81707 w 81706"/>
                      <a:gd name="connsiteY2" fmla="*/ 529754 h 529753"/>
                      <a:gd name="connsiteX3" fmla="*/ 0 w 81706"/>
                      <a:gd name="connsiteY3" fmla="*/ 521717 h 5297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1706" h="529753">
                        <a:moveTo>
                          <a:pt x="0" y="0"/>
                        </a:moveTo>
                        <a:lnTo>
                          <a:pt x="81707" y="2679"/>
                        </a:lnTo>
                        <a:lnTo>
                          <a:pt x="81707" y="529754"/>
                        </a:lnTo>
                        <a:lnTo>
                          <a:pt x="0" y="5217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696969"/>
                      </a:gs>
                      <a:gs pos="36117">
                        <a:srgbClr val="D1D1D2"/>
                      </a:gs>
                      <a:gs pos="98424">
                        <a:srgbClr val="656668"/>
                      </a:gs>
                      <a:gs pos="100000">
                        <a:srgbClr val="7B7C7E"/>
                      </a:gs>
                    </a:gsLst>
                    <a:lin ang="54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62" name="任意多边形: 形状 3361">
                    <a:extLst>
                      <a:ext uri="{FF2B5EF4-FFF2-40B4-BE49-F238E27FC236}">
                        <a16:creationId xmlns:a16="http://schemas.microsoft.com/office/drawing/2014/main" id="{06FB8D6C-3F5C-020A-FE6F-D71364E012B3}"/>
                      </a:ext>
                    </a:extLst>
                  </p:cNvPr>
                  <p:cNvSpPr/>
                  <p:nvPr/>
                </p:nvSpPr>
                <p:spPr>
                  <a:xfrm>
                    <a:off x="3532286" y="2481336"/>
                    <a:ext cx="72330" cy="527074"/>
                  </a:xfrm>
                  <a:custGeom>
                    <a:avLst/>
                    <a:gdLst>
                      <a:gd name="connsiteX0" fmla="*/ 0 w 72330"/>
                      <a:gd name="connsiteY0" fmla="*/ 0 h 527074"/>
                      <a:gd name="connsiteX1" fmla="*/ 72330 w 72330"/>
                      <a:gd name="connsiteY1" fmla="*/ 0 h 527074"/>
                      <a:gd name="connsiteX2" fmla="*/ 72330 w 72330"/>
                      <a:gd name="connsiteY2" fmla="*/ 64964 h 527074"/>
                      <a:gd name="connsiteX3" fmla="*/ 59606 w 72330"/>
                      <a:gd name="connsiteY3" fmla="*/ 54918 h 527074"/>
                      <a:gd name="connsiteX4" fmla="*/ 44202 w 72330"/>
                      <a:gd name="connsiteY4" fmla="*/ 52239 h 527074"/>
                      <a:gd name="connsiteX5" fmla="*/ 36165 w 72330"/>
                      <a:gd name="connsiteY5" fmla="*/ 54248 h 527074"/>
                      <a:gd name="connsiteX6" fmla="*/ 23440 w 72330"/>
                      <a:gd name="connsiteY6" fmla="*/ 62954 h 527074"/>
                      <a:gd name="connsiteX7" fmla="*/ 17413 w 72330"/>
                      <a:gd name="connsiteY7" fmla="*/ 75679 h 527074"/>
                      <a:gd name="connsiteX8" fmla="*/ 16073 w 72330"/>
                      <a:gd name="connsiteY8" fmla="*/ 83046 h 527074"/>
                      <a:gd name="connsiteX9" fmla="*/ 16073 w 72330"/>
                      <a:gd name="connsiteY9" fmla="*/ 454075 h 527074"/>
                      <a:gd name="connsiteX10" fmla="*/ 20762 w 72330"/>
                      <a:gd name="connsiteY10" fmla="*/ 470148 h 527074"/>
                      <a:gd name="connsiteX11" fmla="*/ 32147 w 72330"/>
                      <a:gd name="connsiteY11" fmla="*/ 481533 h 527074"/>
                      <a:gd name="connsiteX12" fmla="*/ 39514 w 72330"/>
                      <a:gd name="connsiteY12" fmla="*/ 484882 h 527074"/>
                      <a:gd name="connsiteX13" fmla="*/ 57597 w 72330"/>
                      <a:gd name="connsiteY13" fmla="*/ 484882 h 527074"/>
                      <a:gd name="connsiteX14" fmla="*/ 72330 w 72330"/>
                      <a:gd name="connsiteY14" fmla="*/ 475506 h 527074"/>
                      <a:gd name="connsiteX15" fmla="*/ 72330 w 72330"/>
                      <a:gd name="connsiteY15" fmla="*/ 519038 h 527074"/>
                      <a:gd name="connsiteX16" fmla="*/ 0 w 72330"/>
                      <a:gd name="connsiteY16" fmla="*/ 527075 h 527074"/>
                      <a:gd name="connsiteX17" fmla="*/ 0 w 72330"/>
                      <a:gd name="connsiteY17" fmla="*/ 0 h 527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2330" h="527074">
                        <a:moveTo>
                          <a:pt x="0" y="0"/>
                        </a:moveTo>
                        <a:lnTo>
                          <a:pt x="72330" y="0"/>
                        </a:lnTo>
                        <a:lnTo>
                          <a:pt x="72330" y="64964"/>
                        </a:lnTo>
                        <a:lnTo>
                          <a:pt x="59606" y="54918"/>
                        </a:lnTo>
                        <a:lnTo>
                          <a:pt x="44202" y="52239"/>
                        </a:lnTo>
                        <a:lnTo>
                          <a:pt x="36165" y="54248"/>
                        </a:lnTo>
                        <a:lnTo>
                          <a:pt x="23440" y="62954"/>
                        </a:lnTo>
                        <a:lnTo>
                          <a:pt x="17413" y="75679"/>
                        </a:lnTo>
                        <a:lnTo>
                          <a:pt x="16073" y="83046"/>
                        </a:lnTo>
                        <a:lnTo>
                          <a:pt x="16073" y="454075"/>
                        </a:lnTo>
                        <a:lnTo>
                          <a:pt x="20762" y="470148"/>
                        </a:lnTo>
                        <a:lnTo>
                          <a:pt x="32147" y="481533"/>
                        </a:lnTo>
                        <a:lnTo>
                          <a:pt x="39514" y="484882"/>
                        </a:lnTo>
                        <a:lnTo>
                          <a:pt x="57597" y="484882"/>
                        </a:lnTo>
                        <a:lnTo>
                          <a:pt x="72330" y="475506"/>
                        </a:lnTo>
                        <a:lnTo>
                          <a:pt x="72330" y="519038"/>
                        </a:lnTo>
                        <a:lnTo>
                          <a:pt x="0" y="5270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BCBDBE"/>
                      </a:gs>
                      <a:gs pos="50000">
                        <a:srgbClr val="A1A2A4"/>
                      </a:gs>
                      <a:gs pos="100000">
                        <a:srgbClr val="87888A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3119" name="图形 38">
                <a:extLst>
                  <a:ext uri="{FF2B5EF4-FFF2-40B4-BE49-F238E27FC236}">
                    <a16:creationId xmlns:a16="http://schemas.microsoft.com/office/drawing/2014/main" id="{C8ED6729-0EBC-F387-58B0-D18694BA3259}"/>
                  </a:ext>
                </a:extLst>
              </p:cNvPr>
              <p:cNvGrpSpPr/>
              <p:nvPr/>
            </p:nvGrpSpPr>
            <p:grpSpPr>
              <a:xfrm flipV="1">
                <a:off x="5995491" y="3040687"/>
                <a:ext cx="1205184" cy="249532"/>
                <a:chOff x="3450580" y="2062757"/>
                <a:chExt cx="5320977" cy="1101700"/>
              </a:xfrm>
            </p:grpSpPr>
            <p:grpSp>
              <p:nvGrpSpPr>
                <p:cNvPr id="3120" name="图形 38">
                  <a:extLst>
                    <a:ext uri="{FF2B5EF4-FFF2-40B4-BE49-F238E27FC236}">
                      <a16:creationId xmlns:a16="http://schemas.microsoft.com/office/drawing/2014/main" id="{80B14982-3398-8697-4C31-DD238076C995}"/>
                    </a:ext>
                  </a:extLst>
                </p:cNvPr>
                <p:cNvGrpSpPr/>
                <p:nvPr/>
              </p:nvGrpSpPr>
              <p:grpSpPr>
                <a:xfrm>
                  <a:off x="7611591" y="2062757"/>
                  <a:ext cx="1159966" cy="1101700"/>
                  <a:chOff x="7611591" y="2062757"/>
                  <a:chExt cx="1159966" cy="1101700"/>
                </a:xfrm>
              </p:grpSpPr>
              <p:sp>
                <p:nvSpPr>
                  <p:cNvPr id="3339" name="任意多边形: 形状 3338">
                    <a:extLst>
                      <a:ext uri="{FF2B5EF4-FFF2-40B4-BE49-F238E27FC236}">
                        <a16:creationId xmlns:a16="http://schemas.microsoft.com/office/drawing/2014/main" id="{E14F9E46-D756-3863-625E-EE345A0ADB06}"/>
                      </a:ext>
                    </a:extLst>
                  </p:cNvPr>
                  <p:cNvSpPr/>
                  <p:nvPr/>
                </p:nvSpPr>
                <p:spPr>
                  <a:xfrm>
                    <a:off x="7611591" y="2062757"/>
                    <a:ext cx="1136526" cy="1101700"/>
                  </a:xfrm>
                  <a:custGeom>
                    <a:avLst/>
                    <a:gdLst>
                      <a:gd name="connsiteX0" fmla="*/ 1340 w 1136526"/>
                      <a:gd name="connsiteY0" fmla="*/ 957709 h 1101700"/>
                      <a:gd name="connsiteX1" fmla="*/ 1136526 w 1136526"/>
                      <a:gd name="connsiteY1" fmla="*/ 1101700 h 1101700"/>
                      <a:gd name="connsiteX2" fmla="*/ 1136526 w 1136526"/>
                      <a:gd name="connsiteY2" fmla="*/ 612800 h 1101700"/>
                      <a:gd name="connsiteX3" fmla="*/ 1126480 w 1136526"/>
                      <a:gd name="connsiteY3" fmla="*/ 606103 h 1101700"/>
                      <a:gd name="connsiteX4" fmla="*/ 1126480 w 1136526"/>
                      <a:gd name="connsiteY4" fmla="*/ 311423 h 1101700"/>
                      <a:gd name="connsiteX5" fmla="*/ 480194 w 1136526"/>
                      <a:gd name="connsiteY5" fmla="*/ 137294 h 1101700"/>
                      <a:gd name="connsiteX6" fmla="*/ 480194 w 1136526"/>
                      <a:gd name="connsiteY6" fmla="*/ 120551 h 1101700"/>
                      <a:gd name="connsiteX7" fmla="*/ 0 w 1136526"/>
                      <a:gd name="connsiteY7" fmla="*/ 0 h 11017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36526" h="1101700">
                        <a:moveTo>
                          <a:pt x="1340" y="957709"/>
                        </a:moveTo>
                        <a:lnTo>
                          <a:pt x="1136526" y="1101700"/>
                        </a:lnTo>
                        <a:lnTo>
                          <a:pt x="1136526" y="612800"/>
                        </a:lnTo>
                        <a:lnTo>
                          <a:pt x="1126480" y="606103"/>
                        </a:lnTo>
                        <a:lnTo>
                          <a:pt x="1126480" y="311423"/>
                        </a:lnTo>
                        <a:lnTo>
                          <a:pt x="480194" y="137294"/>
                        </a:lnTo>
                        <a:lnTo>
                          <a:pt x="480194" y="1205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A8E8F"/>
                      </a:gs>
                      <a:gs pos="50000">
                        <a:srgbClr val="9DA0A1"/>
                      </a:gs>
                      <a:gs pos="100000">
                        <a:srgbClr val="B1B2B4"/>
                      </a:gs>
                    </a:gsLst>
                    <a:lin ang="11192567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0" name="任意多边形: 形状 3339">
                    <a:extLst>
                      <a:ext uri="{FF2B5EF4-FFF2-40B4-BE49-F238E27FC236}">
                        <a16:creationId xmlns:a16="http://schemas.microsoft.com/office/drawing/2014/main" id="{756FA863-4B74-409B-79CF-73E0D5E94E29}"/>
                      </a:ext>
                    </a:extLst>
                  </p:cNvPr>
                  <p:cNvSpPr/>
                  <p:nvPr/>
                </p:nvSpPr>
                <p:spPr>
                  <a:xfrm>
                    <a:off x="8091785" y="2123033"/>
                    <a:ext cx="6697" cy="468808"/>
                  </a:xfrm>
                  <a:custGeom>
                    <a:avLst/>
                    <a:gdLst>
                      <a:gd name="connsiteX0" fmla="*/ 0 w 6697"/>
                      <a:gd name="connsiteY0" fmla="*/ 0 h 468808"/>
                      <a:gd name="connsiteX1" fmla="*/ 6697 w 6697"/>
                      <a:gd name="connsiteY1" fmla="*/ 3349 h 468808"/>
                      <a:gd name="connsiteX2" fmla="*/ 6697 w 6697"/>
                      <a:gd name="connsiteY2" fmla="*/ 468809 h 468808"/>
                      <a:gd name="connsiteX3" fmla="*/ 0 w 6697"/>
                      <a:gd name="connsiteY3" fmla="*/ 465460 h 4688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97" h="468808">
                        <a:moveTo>
                          <a:pt x="0" y="0"/>
                        </a:moveTo>
                        <a:lnTo>
                          <a:pt x="6697" y="3349"/>
                        </a:lnTo>
                        <a:lnTo>
                          <a:pt x="6697" y="468809"/>
                        </a:lnTo>
                        <a:lnTo>
                          <a:pt x="0" y="465460"/>
                        </a:lnTo>
                        <a:close/>
                      </a:path>
                    </a:pathLst>
                  </a:custGeom>
                  <a:solidFill>
                    <a:srgbClr val="767D7F"/>
                  </a:soli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1" name="任意多边形: 形状 3340">
                    <a:extLst>
                      <a:ext uri="{FF2B5EF4-FFF2-40B4-BE49-F238E27FC236}">
                        <a16:creationId xmlns:a16="http://schemas.microsoft.com/office/drawing/2014/main" id="{27D051D0-CF37-6686-EABB-AD825901AEDF}"/>
                      </a:ext>
                    </a:extLst>
                  </p:cNvPr>
                  <p:cNvSpPr/>
                  <p:nvPr/>
                </p:nvSpPr>
                <p:spPr>
                  <a:xfrm>
                    <a:off x="7817197" y="2228849"/>
                    <a:ext cx="542478" cy="605432"/>
                  </a:xfrm>
                  <a:custGeom>
                    <a:avLst/>
                    <a:gdLst>
                      <a:gd name="connsiteX0" fmla="*/ 175468 w 542478"/>
                      <a:gd name="connsiteY0" fmla="*/ 0 h 605432"/>
                      <a:gd name="connsiteX1" fmla="*/ 369689 w 542478"/>
                      <a:gd name="connsiteY1" fmla="*/ 1340 h 605432"/>
                      <a:gd name="connsiteX2" fmla="*/ 393799 w 542478"/>
                      <a:gd name="connsiteY2" fmla="*/ 3349 h 605432"/>
                      <a:gd name="connsiteX3" fmla="*/ 415900 w 542478"/>
                      <a:gd name="connsiteY3" fmla="*/ 8037 h 605432"/>
                      <a:gd name="connsiteX4" fmla="*/ 437331 w 542478"/>
                      <a:gd name="connsiteY4" fmla="*/ 15404 h 605432"/>
                      <a:gd name="connsiteX5" fmla="*/ 457423 w 542478"/>
                      <a:gd name="connsiteY5" fmla="*/ 26120 h 605432"/>
                      <a:gd name="connsiteX6" fmla="*/ 475506 w 542478"/>
                      <a:gd name="connsiteY6" fmla="*/ 38174 h 605432"/>
                      <a:gd name="connsiteX7" fmla="*/ 492249 w 542478"/>
                      <a:gd name="connsiteY7" fmla="*/ 52909 h 605432"/>
                      <a:gd name="connsiteX8" fmla="*/ 506313 w 542478"/>
                      <a:gd name="connsiteY8" fmla="*/ 69652 h 605432"/>
                      <a:gd name="connsiteX9" fmla="*/ 519038 w 542478"/>
                      <a:gd name="connsiteY9" fmla="*/ 88404 h 605432"/>
                      <a:gd name="connsiteX10" fmla="*/ 529084 w 542478"/>
                      <a:gd name="connsiteY10" fmla="*/ 108496 h 605432"/>
                      <a:gd name="connsiteX11" fmla="*/ 536451 w 542478"/>
                      <a:gd name="connsiteY11" fmla="*/ 129257 h 605432"/>
                      <a:gd name="connsiteX12" fmla="*/ 541139 w 542478"/>
                      <a:gd name="connsiteY12" fmla="*/ 152028 h 605432"/>
                      <a:gd name="connsiteX13" fmla="*/ 542479 w 542478"/>
                      <a:gd name="connsiteY13" fmla="*/ 175468 h 605432"/>
                      <a:gd name="connsiteX14" fmla="*/ 542479 w 542478"/>
                      <a:gd name="connsiteY14" fmla="*/ 431304 h 605432"/>
                      <a:gd name="connsiteX15" fmla="*/ 541139 w 542478"/>
                      <a:gd name="connsiteY15" fmla="*/ 455414 h 605432"/>
                      <a:gd name="connsiteX16" fmla="*/ 536451 w 542478"/>
                      <a:gd name="connsiteY16" fmla="*/ 478185 h 605432"/>
                      <a:gd name="connsiteX17" fmla="*/ 529084 w 542478"/>
                      <a:gd name="connsiteY17" fmla="*/ 499616 h 605432"/>
                      <a:gd name="connsiteX18" fmla="*/ 518369 w 542478"/>
                      <a:gd name="connsiteY18" fmla="*/ 519708 h 605432"/>
                      <a:gd name="connsiteX19" fmla="*/ 506313 w 542478"/>
                      <a:gd name="connsiteY19" fmla="*/ 537791 h 605432"/>
                      <a:gd name="connsiteX20" fmla="*/ 491579 w 542478"/>
                      <a:gd name="connsiteY20" fmla="*/ 554534 h 605432"/>
                      <a:gd name="connsiteX21" fmla="*/ 474836 w 542478"/>
                      <a:gd name="connsiteY21" fmla="*/ 569268 h 605432"/>
                      <a:gd name="connsiteX22" fmla="*/ 456084 w 542478"/>
                      <a:gd name="connsiteY22" fmla="*/ 581993 h 605432"/>
                      <a:gd name="connsiteX23" fmla="*/ 435992 w 542478"/>
                      <a:gd name="connsiteY23" fmla="*/ 592038 h 605432"/>
                      <a:gd name="connsiteX24" fmla="*/ 414561 w 542478"/>
                      <a:gd name="connsiteY24" fmla="*/ 599405 h 605432"/>
                      <a:gd name="connsiteX25" fmla="*/ 392460 w 542478"/>
                      <a:gd name="connsiteY25" fmla="*/ 604093 h 605432"/>
                      <a:gd name="connsiteX26" fmla="*/ 368350 w 542478"/>
                      <a:gd name="connsiteY26" fmla="*/ 605433 h 605432"/>
                      <a:gd name="connsiteX27" fmla="*/ 172789 w 542478"/>
                      <a:gd name="connsiteY27" fmla="*/ 604093 h 605432"/>
                      <a:gd name="connsiteX28" fmla="*/ 148679 w 542478"/>
                      <a:gd name="connsiteY28" fmla="*/ 602084 h 605432"/>
                      <a:gd name="connsiteX29" fmla="*/ 126578 w 542478"/>
                      <a:gd name="connsiteY29" fmla="*/ 597396 h 605432"/>
                      <a:gd name="connsiteX30" fmla="*/ 105147 w 542478"/>
                      <a:gd name="connsiteY30" fmla="*/ 590029 h 605432"/>
                      <a:gd name="connsiteX31" fmla="*/ 85055 w 542478"/>
                      <a:gd name="connsiteY31" fmla="*/ 579314 h 605432"/>
                      <a:gd name="connsiteX32" fmla="*/ 66973 w 542478"/>
                      <a:gd name="connsiteY32" fmla="*/ 567259 h 605432"/>
                      <a:gd name="connsiteX33" fmla="*/ 50229 w 542478"/>
                      <a:gd name="connsiteY33" fmla="*/ 552524 h 605432"/>
                      <a:gd name="connsiteX34" fmla="*/ 36165 w 542478"/>
                      <a:gd name="connsiteY34" fmla="*/ 535781 h 605432"/>
                      <a:gd name="connsiteX35" fmla="*/ 23440 w 542478"/>
                      <a:gd name="connsiteY35" fmla="*/ 517029 h 605432"/>
                      <a:gd name="connsiteX36" fmla="*/ 13395 w 542478"/>
                      <a:gd name="connsiteY36" fmla="*/ 496937 h 605432"/>
                      <a:gd name="connsiteX37" fmla="*/ 6028 w 542478"/>
                      <a:gd name="connsiteY37" fmla="*/ 476176 h 605432"/>
                      <a:gd name="connsiteX38" fmla="*/ 1340 w 542478"/>
                      <a:gd name="connsiteY38" fmla="*/ 453405 h 605432"/>
                      <a:gd name="connsiteX39" fmla="*/ 0 w 542478"/>
                      <a:gd name="connsiteY39" fmla="*/ 429965 h 605432"/>
                      <a:gd name="connsiteX40" fmla="*/ 0 w 542478"/>
                      <a:gd name="connsiteY40" fmla="*/ 174129 h 605432"/>
                      <a:gd name="connsiteX41" fmla="*/ 1340 w 542478"/>
                      <a:gd name="connsiteY41" fmla="*/ 150019 h 605432"/>
                      <a:gd name="connsiteX42" fmla="*/ 6028 w 542478"/>
                      <a:gd name="connsiteY42" fmla="*/ 127248 h 605432"/>
                      <a:gd name="connsiteX43" fmla="*/ 13395 w 542478"/>
                      <a:gd name="connsiteY43" fmla="*/ 105817 h 605432"/>
                      <a:gd name="connsiteX44" fmla="*/ 24110 w 542478"/>
                      <a:gd name="connsiteY44" fmla="*/ 85725 h 605432"/>
                      <a:gd name="connsiteX45" fmla="*/ 36165 w 542478"/>
                      <a:gd name="connsiteY45" fmla="*/ 67642 h 605432"/>
                      <a:gd name="connsiteX46" fmla="*/ 50899 w 542478"/>
                      <a:gd name="connsiteY46" fmla="*/ 50899 h 605432"/>
                      <a:gd name="connsiteX47" fmla="*/ 67642 w 542478"/>
                      <a:gd name="connsiteY47" fmla="*/ 36165 h 605432"/>
                      <a:gd name="connsiteX48" fmla="*/ 86395 w 542478"/>
                      <a:gd name="connsiteY48" fmla="*/ 23440 h 605432"/>
                      <a:gd name="connsiteX49" fmla="*/ 106487 w 542478"/>
                      <a:gd name="connsiteY49" fmla="*/ 13395 h 605432"/>
                      <a:gd name="connsiteX50" fmla="*/ 127918 w 542478"/>
                      <a:gd name="connsiteY50" fmla="*/ 6028 h 605432"/>
                      <a:gd name="connsiteX51" fmla="*/ 150019 w 542478"/>
                      <a:gd name="connsiteY51" fmla="*/ 1340 h 605432"/>
                      <a:gd name="connsiteX52" fmla="*/ 175468 w 542478"/>
                      <a:gd name="connsiteY52" fmla="*/ 0 h 605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</a:cxnLst>
                    <a:rect l="l" t="t" r="r" b="b"/>
                    <a:pathLst>
                      <a:path w="542478" h="605432">
                        <a:moveTo>
                          <a:pt x="175468" y="0"/>
                        </a:moveTo>
                        <a:lnTo>
                          <a:pt x="369689" y="1340"/>
                        </a:lnTo>
                        <a:lnTo>
                          <a:pt x="393799" y="3349"/>
                        </a:lnTo>
                        <a:lnTo>
                          <a:pt x="415900" y="8037"/>
                        </a:lnTo>
                        <a:lnTo>
                          <a:pt x="437331" y="15404"/>
                        </a:lnTo>
                        <a:lnTo>
                          <a:pt x="457423" y="26120"/>
                        </a:lnTo>
                        <a:lnTo>
                          <a:pt x="475506" y="38174"/>
                        </a:lnTo>
                        <a:lnTo>
                          <a:pt x="492249" y="52909"/>
                        </a:lnTo>
                        <a:lnTo>
                          <a:pt x="506313" y="69652"/>
                        </a:lnTo>
                        <a:lnTo>
                          <a:pt x="519038" y="88404"/>
                        </a:lnTo>
                        <a:lnTo>
                          <a:pt x="529084" y="108496"/>
                        </a:lnTo>
                        <a:lnTo>
                          <a:pt x="536451" y="129257"/>
                        </a:lnTo>
                        <a:lnTo>
                          <a:pt x="541139" y="152028"/>
                        </a:lnTo>
                        <a:lnTo>
                          <a:pt x="542479" y="175468"/>
                        </a:lnTo>
                        <a:lnTo>
                          <a:pt x="542479" y="431304"/>
                        </a:lnTo>
                        <a:lnTo>
                          <a:pt x="541139" y="455414"/>
                        </a:lnTo>
                        <a:lnTo>
                          <a:pt x="536451" y="478185"/>
                        </a:lnTo>
                        <a:lnTo>
                          <a:pt x="529084" y="499616"/>
                        </a:lnTo>
                        <a:lnTo>
                          <a:pt x="518369" y="519708"/>
                        </a:lnTo>
                        <a:lnTo>
                          <a:pt x="506313" y="537791"/>
                        </a:lnTo>
                        <a:lnTo>
                          <a:pt x="491579" y="554534"/>
                        </a:lnTo>
                        <a:lnTo>
                          <a:pt x="474836" y="569268"/>
                        </a:lnTo>
                        <a:lnTo>
                          <a:pt x="456084" y="581993"/>
                        </a:lnTo>
                        <a:lnTo>
                          <a:pt x="435992" y="592038"/>
                        </a:lnTo>
                        <a:lnTo>
                          <a:pt x="414561" y="599405"/>
                        </a:lnTo>
                        <a:lnTo>
                          <a:pt x="392460" y="604093"/>
                        </a:lnTo>
                        <a:lnTo>
                          <a:pt x="368350" y="605433"/>
                        </a:lnTo>
                        <a:lnTo>
                          <a:pt x="172789" y="604093"/>
                        </a:lnTo>
                        <a:lnTo>
                          <a:pt x="148679" y="602084"/>
                        </a:lnTo>
                        <a:lnTo>
                          <a:pt x="126578" y="597396"/>
                        </a:lnTo>
                        <a:lnTo>
                          <a:pt x="105147" y="590029"/>
                        </a:lnTo>
                        <a:lnTo>
                          <a:pt x="85055" y="579314"/>
                        </a:lnTo>
                        <a:lnTo>
                          <a:pt x="66973" y="567259"/>
                        </a:lnTo>
                        <a:lnTo>
                          <a:pt x="50229" y="552524"/>
                        </a:lnTo>
                        <a:lnTo>
                          <a:pt x="36165" y="535781"/>
                        </a:lnTo>
                        <a:lnTo>
                          <a:pt x="23440" y="517029"/>
                        </a:lnTo>
                        <a:lnTo>
                          <a:pt x="13395" y="496937"/>
                        </a:lnTo>
                        <a:lnTo>
                          <a:pt x="6028" y="476176"/>
                        </a:lnTo>
                        <a:lnTo>
                          <a:pt x="1340" y="453405"/>
                        </a:lnTo>
                        <a:lnTo>
                          <a:pt x="0" y="429965"/>
                        </a:lnTo>
                        <a:lnTo>
                          <a:pt x="0" y="174129"/>
                        </a:lnTo>
                        <a:lnTo>
                          <a:pt x="1340" y="150019"/>
                        </a:lnTo>
                        <a:lnTo>
                          <a:pt x="6028" y="127248"/>
                        </a:lnTo>
                        <a:lnTo>
                          <a:pt x="13395" y="105817"/>
                        </a:lnTo>
                        <a:lnTo>
                          <a:pt x="24110" y="85725"/>
                        </a:lnTo>
                        <a:lnTo>
                          <a:pt x="36165" y="67642"/>
                        </a:lnTo>
                        <a:lnTo>
                          <a:pt x="50899" y="50899"/>
                        </a:lnTo>
                        <a:lnTo>
                          <a:pt x="67642" y="36165"/>
                        </a:lnTo>
                        <a:lnTo>
                          <a:pt x="86395" y="23440"/>
                        </a:lnTo>
                        <a:lnTo>
                          <a:pt x="106487" y="13395"/>
                        </a:lnTo>
                        <a:lnTo>
                          <a:pt x="127918" y="6028"/>
                        </a:lnTo>
                        <a:lnTo>
                          <a:pt x="150019" y="1340"/>
                        </a:lnTo>
                        <a:lnTo>
                          <a:pt x="175468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21000"/>
                    </a:srgbClr>
                  </a:soli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2" name="任意多边形: 形状 3341">
                    <a:extLst>
                      <a:ext uri="{FF2B5EF4-FFF2-40B4-BE49-F238E27FC236}">
                        <a16:creationId xmlns:a16="http://schemas.microsoft.com/office/drawing/2014/main" id="{FFA07C5C-72B8-498B-A0F8-FEC037A1D3A1}"/>
                      </a:ext>
                    </a:extLst>
                  </p:cNvPr>
                  <p:cNvSpPr/>
                  <p:nvPr/>
                </p:nvSpPr>
                <p:spPr>
                  <a:xfrm>
                    <a:off x="8098482" y="2581795"/>
                    <a:ext cx="673075" cy="137293"/>
                  </a:xfrm>
                  <a:custGeom>
                    <a:avLst/>
                    <a:gdLst>
                      <a:gd name="connsiteX0" fmla="*/ 0 w 673075"/>
                      <a:gd name="connsiteY0" fmla="*/ 0 h 137293"/>
                      <a:gd name="connsiteX1" fmla="*/ 673075 w 673075"/>
                      <a:gd name="connsiteY1" fmla="*/ 130597 h 137293"/>
                      <a:gd name="connsiteX2" fmla="*/ 673075 w 673075"/>
                      <a:gd name="connsiteY2" fmla="*/ 137294 h 137293"/>
                      <a:gd name="connsiteX3" fmla="*/ 0 w 673075"/>
                      <a:gd name="connsiteY3" fmla="*/ 10046 h 1372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73075" h="137293">
                        <a:moveTo>
                          <a:pt x="0" y="0"/>
                        </a:moveTo>
                        <a:lnTo>
                          <a:pt x="673075" y="130597"/>
                        </a:lnTo>
                        <a:lnTo>
                          <a:pt x="673075" y="137294"/>
                        </a:lnTo>
                        <a:lnTo>
                          <a:pt x="0" y="10046"/>
                        </a:lnTo>
                        <a:close/>
                      </a:path>
                    </a:pathLst>
                  </a:custGeom>
                  <a:solidFill>
                    <a:srgbClr val="767D7F"/>
                  </a:soli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21" name="任意多边形: 形状 3120">
                  <a:extLst>
                    <a:ext uri="{FF2B5EF4-FFF2-40B4-BE49-F238E27FC236}">
                      <a16:creationId xmlns:a16="http://schemas.microsoft.com/office/drawing/2014/main" id="{505047A2-44EE-398C-4797-828297BB3BC7}"/>
                    </a:ext>
                  </a:extLst>
                </p:cNvPr>
                <p:cNvSpPr/>
                <p:nvPr/>
              </p:nvSpPr>
              <p:spPr>
                <a:xfrm>
                  <a:off x="3678287" y="2062757"/>
                  <a:ext cx="3934643" cy="1088305"/>
                </a:xfrm>
                <a:custGeom>
                  <a:avLst/>
                  <a:gdLst>
                    <a:gd name="connsiteX0" fmla="*/ 0 w 3934643"/>
                    <a:gd name="connsiteY0" fmla="*/ 301377 h 1088305"/>
                    <a:gd name="connsiteX1" fmla="*/ 3934644 w 3934643"/>
                    <a:gd name="connsiteY1" fmla="*/ 0 h 1088305"/>
                    <a:gd name="connsiteX2" fmla="*/ 3934644 w 3934643"/>
                    <a:gd name="connsiteY2" fmla="*/ 957709 h 1088305"/>
                    <a:gd name="connsiteX3" fmla="*/ 0 w 3934643"/>
                    <a:gd name="connsiteY3" fmla="*/ 1088306 h 1088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4643" h="1088305">
                      <a:moveTo>
                        <a:pt x="0" y="301377"/>
                      </a:moveTo>
                      <a:lnTo>
                        <a:pt x="3934644" y="0"/>
                      </a:lnTo>
                      <a:lnTo>
                        <a:pt x="3934644" y="957709"/>
                      </a:lnTo>
                      <a:lnTo>
                        <a:pt x="0" y="1088306"/>
                      </a:lnTo>
                      <a:close/>
                    </a:path>
                  </a:pathLst>
                </a:custGeom>
                <a:solidFill>
                  <a:srgbClr val="AEAFB1"/>
                </a:soli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22" name="任意多边形: 形状 3121">
                  <a:extLst>
                    <a:ext uri="{FF2B5EF4-FFF2-40B4-BE49-F238E27FC236}">
                      <a16:creationId xmlns:a16="http://schemas.microsoft.com/office/drawing/2014/main" id="{F26B295B-7A10-7D82-77FA-9CE8271D99E0}"/>
                    </a:ext>
                  </a:extLst>
                </p:cNvPr>
                <p:cNvSpPr/>
                <p:nvPr/>
              </p:nvSpPr>
              <p:spPr>
                <a:xfrm>
                  <a:off x="3751957" y="2106290"/>
                  <a:ext cx="3807395" cy="977800"/>
                </a:xfrm>
                <a:custGeom>
                  <a:avLst/>
                  <a:gdLst>
                    <a:gd name="connsiteX0" fmla="*/ 0 w 3807395"/>
                    <a:gd name="connsiteY0" fmla="*/ 298028 h 977800"/>
                    <a:gd name="connsiteX1" fmla="*/ 3807396 w 3807395"/>
                    <a:gd name="connsiteY1" fmla="*/ 0 h 977800"/>
                    <a:gd name="connsiteX2" fmla="*/ 3807396 w 3807395"/>
                    <a:gd name="connsiteY2" fmla="*/ 850553 h 977800"/>
                    <a:gd name="connsiteX3" fmla="*/ 0 w 3807395"/>
                    <a:gd name="connsiteY3" fmla="*/ 977801 h 977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7395" h="977800">
                      <a:moveTo>
                        <a:pt x="0" y="298028"/>
                      </a:moveTo>
                      <a:lnTo>
                        <a:pt x="3807396" y="0"/>
                      </a:lnTo>
                      <a:lnTo>
                        <a:pt x="3807396" y="850553"/>
                      </a:lnTo>
                      <a:lnTo>
                        <a:pt x="0" y="977801"/>
                      </a:lnTo>
                      <a:close/>
                    </a:path>
                  </a:pathLst>
                </a:custGeom>
                <a:solidFill>
                  <a:srgbClr val="1B1C1E"/>
                </a:soli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23" name="任意多边形: 形状 3122">
                  <a:extLst>
                    <a:ext uri="{FF2B5EF4-FFF2-40B4-BE49-F238E27FC236}">
                      <a16:creationId xmlns:a16="http://schemas.microsoft.com/office/drawing/2014/main" id="{624E74C9-D9A9-5332-BD63-BC7CD83B9F50}"/>
                    </a:ext>
                  </a:extLst>
                </p:cNvPr>
                <p:cNvSpPr/>
                <p:nvPr/>
              </p:nvSpPr>
              <p:spPr>
                <a:xfrm>
                  <a:off x="3718470" y="2390923"/>
                  <a:ext cx="33486" cy="709910"/>
                </a:xfrm>
                <a:custGeom>
                  <a:avLst/>
                  <a:gdLst>
                    <a:gd name="connsiteX0" fmla="*/ 0 w 33486"/>
                    <a:gd name="connsiteY0" fmla="*/ 0 h 709910"/>
                    <a:gd name="connsiteX1" fmla="*/ 33486 w 33486"/>
                    <a:gd name="connsiteY1" fmla="*/ 13395 h 709910"/>
                    <a:gd name="connsiteX2" fmla="*/ 33486 w 33486"/>
                    <a:gd name="connsiteY2" fmla="*/ 709910 h 709910"/>
                    <a:gd name="connsiteX3" fmla="*/ 0 w 33486"/>
                    <a:gd name="connsiteY3" fmla="*/ 709910 h 709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486" h="709910">
                      <a:moveTo>
                        <a:pt x="0" y="0"/>
                      </a:moveTo>
                      <a:lnTo>
                        <a:pt x="33486" y="13395"/>
                      </a:lnTo>
                      <a:lnTo>
                        <a:pt x="33486" y="709910"/>
                      </a:lnTo>
                      <a:lnTo>
                        <a:pt x="0" y="70991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AEAFB1"/>
                    </a:gs>
                    <a:gs pos="50000">
                      <a:srgbClr val="C2C3C5"/>
                    </a:gs>
                    <a:gs pos="100000">
                      <a:srgbClr val="D7D8D9"/>
                    </a:gs>
                  </a:gsLst>
                  <a:lin ang="10800000" scaled="1"/>
                </a:gra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124" name="图形 38">
                  <a:extLst>
                    <a:ext uri="{FF2B5EF4-FFF2-40B4-BE49-F238E27FC236}">
                      <a16:creationId xmlns:a16="http://schemas.microsoft.com/office/drawing/2014/main" id="{3DB628D0-572C-130F-D909-BD3C472B2CE6}"/>
                    </a:ext>
                  </a:extLst>
                </p:cNvPr>
                <p:cNvGrpSpPr/>
                <p:nvPr/>
              </p:nvGrpSpPr>
              <p:grpSpPr>
                <a:xfrm>
                  <a:off x="3745259" y="2347391"/>
                  <a:ext cx="930919" cy="271239"/>
                  <a:chOff x="3745259" y="2347391"/>
                  <a:chExt cx="930919" cy="271239"/>
                </a:xfrm>
              </p:grpSpPr>
              <p:grpSp>
                <p:nvGrpSpPr>
                  <p:cNvPr id="3328" name="图形 38">
                    <a:extLst>
                      <a:ext uri="{FF2B5EF4-FFF2-40B4-BE49-F238E27FC236}">
                        <a16:creationId xmlns:a16="http://schemas.microsoft.com/office/drawing/2014/main" id="{FBA3CCF2-A894-4C68-17D6-72339CB5BD0D}"/>
                      </a:ext>
                    </a:extLst>
                  </p:cNvPr>
                  <p:cNvGrpSpPr/>
                  <p:nvPr/>
                </p:nvGrpSpPr>
                <p:grpSpPr>
                  <a:xfrm>
                    <a:off x="3751957" y="2347391"/>
                    <a:ext cx="924222" cy="271239"/>
                    <a:chOff x="3751957" y="2347391"/>
                    <a:chExt cx="924222" cy="271239"/>
                  </a:xfrm>
                </p:grpSpPr>
                <p:sp>
                  <p:nvSpPr>
                    <p:cNvPr id="3336" name="任意多边形: 形状 3335">
                      <a:extLst>
                        <a:ext uri="{FF2B5EF4-FFF2-40B4-BE49-F238E27FC236}">
                          <a16:creationId xmlns:a16="http://schemas.microsoft.com/office/drawing/2014/main" id="{5FBCB31B-5DFE-62CB-D839-2DC6CFC80E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347391"/>
                      <a:ext cx="924222" cy="271239"/>
                    </a:xfrm>
                    <a:custGeom>
                      <a:avLst/>
                      <a:gdLst>
                        <a:gd name="connsiteX0" fmla="*/ 0 w 924222"/>
                        <a:gd name="connsiteY0" fmla="*/ 73670 h 271239"/>
                        <a:gd name="connsiteX1" fmla="*/ 924223 w 924222"/>
                        <a:gd name="connsiteY1" fmla="*/ 0 h 271239"/>
                        <a:gd name="connsiteX2" fmla="*/ 924223 w 924222"/>
                        <a:gd name="connsiteY2" fmla="*/ 214313 h 271239"/>
                        <a:gd name="connsiteX3" fmla="*/ 0 w 924222"/>
                        <a:gd name="connsiteY3" fmla="*/ 271239 h 2712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71239">
                          <a:moveTo>
                            <a:pt x="0" y="73670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71239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37" name="任意多边形: 形状 3336">
                      <a:extLst>
                        <a:ext uri="{FF2B5EF4-FFF2-40B4-BE49-F238E27FC236}">
                          <a16:creationId xmlns:a16="http://schemas.microsoft.com/office/drawing/2014/main" id="{A7050356-48A4-10A1-518D-0CC38A7B14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347391"/>
                      <a:ext cx="924222" cy="271239"/>
                    </a:xfrm>
                    <a:custGeom>
                      <a:avLst/>
                      <a:gdLst>
                        <a:gd name="connsiteX0" fmla="*/ 0 w 924222"/>
                        <a:gd name="connsiteY0" fmla="*/ 73670 h 271239"/>
                        <a:gd name="connsiteX1" fmla="*/ 924223 w 924222"/>
                        <a:gd name="connsiteY1" fmla="*/ 0 h 271239"/>
                        <a:gd name="connsiteX2" fmla="*/ 924223 w 924222"/>
                        <a:gd name="connsiteY2" fmla="*/ 214313 h 271239"/>
                        <a:gd name="connsiteX3" fmla="*/ 0 w 924222"/>
                        <a:gd name="connsiteY3" fmla="*/ 271239 h 2712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71239">
                          <a:moveTo>
                            <a:pt x="0" y="73670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7123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38" name="任意多边形: 形状 3337">
                      <a:extLst>
                        <a:ext uri="{FF2B5EF4-FFF2-40B4-BE49-F238E27FC236}">
                          <a16:creationId xmlns:a16="http://schemas.microsoft.com/office/drawing/2014/main" id="{10CD3868-7573-9850-42C1-FE70261247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8654" y="2354758"/>
                      <a:ext cx="910828" cy="256505"/>
                    </a:xfrm>
                    <a:custGeom>
                      <a:avLst/>
                      <a:gdLst>
                        <a:gd name="connsiteX0" fmla="*/ 910828 w 910828"/>
                        <a:gd name="connsiteY0" fmla="*/ 0 h 256505"/>
                        <a:gd name="connsiteX1" fmla="*/ 910828 w 910828"/>
                        <a:gd name="connsiteY1" fmla="*/ 200918 h 256505"/>
                        <a:gd name="connsiteX2" fmla="*/ 0 w 910828"/>
                        <a:gd name="connsiteY2" fmla="*/ 256505 h 256505"/>
                        <a:gd name="connsiteX3" fmla="*/ 0 w 910828"/>
                        <a:gd name="connsiteY3" fmla="*/ 72330 h 256505"/>
                        <a:gd name="connsiteX4" fmla="*/ 910828 w 910828"/>
                        <a:gd name="connsiteY4" fmla="*/ 0 h 2565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0828" h="256505">
                          <a:moveTo>
                            <a:pt x="910828" y="0"/>
                          </a:moveTo>
                          <a:lnTo>
                            <a:pt x="910828" y="200918"/>
                          </a:lnTo>
                          <a:lnTo>
                            <a:pt x="0" y="256505"/>
                          </a:lnTo>
                          <a:lnTo>
                            <a:pt x="0" y="72330"/>
                          </a:lnTo>
                          <a:lnTo>
                            <a:pt x="910828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363636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329" name="任意多边形: 形状 3328">
                    <a:extLst>
                      <a:ext uri="{FF2B5EF4-FFF2-40B4-BE49-F238E27FC236}">
                        <a16:creationId xmlns:a16="http://schemas.microsoft.com/office/drawing/2014/main" id="{AAB9674F-59C9-9464-4CBC-E8BF264263D7}"/>
                      </a:ext>
                    </a:extLst>
                  </p:cNvPr>
                  <p:cNvSpPr/>
                  <p:nvPr/>
                </p:nvSpPr>
                <p:spPr>
                  <a:xfrm>
                    <a:off x="4076774" y="2431107"/>
                    <a:ext cx="512340" cy="107156"/>
                  </a:xfrm>
                  <a:custGeom>
                    <a:avLst/>
                    <a:gdLst>
                      <a:gd name="connsiteX0" fmla="*/ 0 w 512340"/>
                      <a:gd name="connsiteY0" fmla="*/ 33486 h 107156"/>
                      <a:gd name="connsiteX1" fmla="*/ 512341 w 512340"/>
                      <a:gd name="connsiteY1" fmla="*/ 0 h 107156"/>
                      <a:gd name="connsiteX2" fmla="*/ 512341 w 512340"/>
                      <a:gd name="connsiteY2" fmla="*/ 73670 h 107156"/>
                      <a:gd name="connsiteX3" fmla="*/ 0 w 512340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2340" h="107156">
                        <a:moveTo>
                          <a:pt x="0" y="33486"/>
                        </a:moveTo>
                        <a:lnTo>
                          <a:pt x="512341" y="0"/>
                        </a:lnTo>
                        <a:lnTo>
                          <a:pt x="512341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0" name="任意多边形: 形状 3329">
                    <a:extLst>
                      <a:ext uri="{FF2B5EF4-FFF2-40B4-BE49-F238E27FC236}">
                        <a16:creationId xmlns:a16="http://schemas.microsoft.com/office/drawing/2014/main" id="{48CB0B30-219A-A55C-A90B-E30BEE14EB99}"/>
                      </a:ext>
                    </a:extLst>
                  </p:cNvPr>
                  <p:cNvSpPr/>
                  <p:nvPr/>
                </p:nvSpPr>
                <p:spPr>
                  <a:xfrm>
                    <a:off x="3828975" y="2474639"/>
                    <a:ext cx="130596" cy="83715"/>
                  </a:xfrm>
                  <a:custGeom>
                    <a:avLst/>
                    <a:gdLst>
                      <a:gd name="connsiteX0" fmla="*/ 0 w 130596"/>
                      <a:gd name="connsiteY0" fmla="*/ 10046 h 83715"/>
                      <a:gd name="connsiteX1" fmla="*/ 130597 w 130596"/>
                      <a:gd name="connsiteY1" fmla="*/ 0 h 83715"/>
                      <a:gd name="connsiteX2" fmla="*/ 130597 w 130596"/>
                      <a:gd name="connsiteY2" fmla="*/ 73670 h 83715"/>
                      <a:gd name="connsiteX3" fmla="*/ 0 w 130596"/>
                      <a:gd name="connsiteY3" fmla="*/ 83716 h 83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0596" h="83715">
                        <a:moveTo>
                          <a:pt x="0" y="10046"/>
                        </a:moveTo>
                        <a:lnTo>
                          <a:pt x="130597" y="0"/>
                        </a:lnTo>
                        <a:moveTo>
                          <a:pt x="130597" y="73670"/>
                        </a:moveTo>
                        <a:lnTo>
                          <a:pt x="0" y="8371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331" name="图形 38">
                    <a:extLst>
                      <a:ext uri="{FF2B5EF4-FFF2-40B4-BE49-F238E27FC236}">
                        <a16:creationId xmlns:a16="http://schemas.microsoft.com/office/drawing/2014/main" id="{A3973ABF-B316-EA9D-BE90-E5E6C9C1E7C1}"/>
                      </a:ext>
                    </a:extLst>
                  </p:cNvPr>
                  <p:cNvGrpSpPr/>
                  <p:nvPr/>
                </p:nvGrpSpPr>
                <p:grpSpPr>
                  <a:xfrm>
                    <a:off x="3745259" y="2471291"/>
                    <a:ext cx="26789" cy="100458"/>
                    <a:chOff x="3745259" y="2471291"/>
                    <a:chExt cx="26789" cy="100458"/>
                  </a:xfrm>
                </p:grpSpPr>
                <p:sp>
                  <p:nvSpPr>
                    <p:cNvPr id="3332" name="任意多边形: 形状 3331">
                      <a:extLst>
                        <a:ext uri="{FF2B5EF4-FFF2-40B4-BE49-F238E27FC236}">
                          <a16:creationId xmlns:a16="http://schemas.microsoft.com/office/drawing/2014/main" id="{BAC9DD78-8AC4-C49A-5F92-89D3003982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47129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33" name="任意多边形: 形状 3332">
                      <a:extLst>
                        <a:ext uri="{FF2B5EF4-FFF2-40B4-BE49-F238E27FC236}">
                          <a16:creationId xmlns:a16="http://schemas.microsoft.com/office/drawing/2014/main" id="{7592D4BD-74BA-5EB1-C062-6518E13A05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47129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34" name="任意多边形: 形状 3333">
                      <a:extLst>
                        <a:ext uri="{FF2B5EF4-FFF2-40B4-BE49-F238E27FC236}">
                          <a16:creationId xmlns:a16="http://schemas.microsoft.com/office/drawing/2014/main" id="{6AEE4BDD-0CC8-0CFB-A451-29FFBE2319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544960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35" name="任意多边形: 形状 3334">
                      <a:extLst>
                        <a:ext uri="{FF2B5EF4-FFF2-40B4-BE49-F238E27FC236}">
                          <a16:creationId xmlns:a16="http://schemas.microsoft.com/office/drawing/2014/main" id="{B2AC13DC-6029-FC42-D7FB-48723FFC60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544960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125" name="图形 38">
                  <a:extLst>
                    <a:ext uri="{FF2B5EF4-FFF2-40B4-BE49-F238E27FC236}">
                      <a16:creationId xmlns:a16="http://schemas.microsoft.com/office/drawing/2014/main" id="{9B3FC5D3-2570-A67D-E06D-3DB6488C42DA}"/>
                    </a:ext>
                  </a:extLst>
                </p:cNvPr>
                <p:cNvGrpSpPr/>
                <p:nvPr/>
              </p:nvGrpSpPr>
              <p:grpSpPr>
                <a:xfrm>
                  <a:off x="3745259" y="2585144"/>
                  <a:ext cx="930919" cy="254496"/>
                  <a:chOff x="3745259" y="2585144"/>
                  <a:chExt cx="930919" cy="254496"/>
                </a:xfrm>
              </p:grpSpPr>
              <p:grpSp>
                <p:nvGrpSpPr>
                  <p:cNvPr id="3317" name="图形 38">
                    <a:extLst>
                      <a:ext uri="{FF2B5EF4-FFF2-40B4-BE49-F238E27FC236}">
                        <a16:creationId xmlns:a16="http://schemas.microsoft.com/office/drawing/2014/main" id="{BADB2AB0-1FA9-145A-9B82-E6D4E29CD0F3}"/>
                      </a:ext>
                    </a:extLst>
                  </p:cNvPr>
                  <p:cNvGrpSpPr/>
                  <p:nvPr/>
                </p:nvGrpSpPr>
                <p:grpSpPr>
                  <a:xfrm>
                    <a:off x="3751957" y="2585144"/>
                    <a:ext cx="924222" cy="254496"/>
                    <a:chOff x="3751957" y="2585144"/>
                    <a:chExt cx="924222" cy="254496"/>
                  </a:xfrm>
                </p:grpSpPr>
                <p:sp>
                  <p:nvSpPr>
                    <p:cNvPr id="3325" name="任意多边形: 形状 3324">
                      <a:extLst>
                        <a:ext uri="{FF2B5EF4-FFF2-40B4-BE49-F238E27FC236}">
                          <a16:creationId xmlns:a16="http://schemas.microsoft.com/office/drawing/2014/main" id="{3BA54A66-EA85-9F1F-B61D-D71EF4EB0B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585144"/>
                      <a:ext cx="924222" cy="254496"/>
                    </a:xfrm>
                    <a:custGeom>
                      <a:avLst/>
                      <a:gdLst>
                        <a:gd name="connsiteX0" fmla="*/ 0 w 924222"/>
                        <a:gd name="connsiteY0" fmla="*/ 56927 h 254496"/>
                        <a:gd name="connsiteX1" fmla="*/ 924223 w 924222"/>
                        <a:gd name="connsiteY1" fmla="*/ 0 h 254496"/>
                        <a:gd name="connsiteX2" fmla="*/ 924223 w 924222"/>
                        <a:gd name="connsiteY2" fmla="*/ 214313 h 254496"/>
                        <a:gd name="connsiteX3" fmla="*/ 0 w 924222"/>
                        <a:gd name="connsiteY3" fmla="*/ 254496 h 2544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54496">
                          <a:moveTo>
                            <a:pt x="0" y="56927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54496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26" name="任意多边形: 形状 3325">
                      <a:extLst>
                        <a:ext uri="{FF2B5EF4-FFF2-40B4-BE49-F238E27FC236}">
                          <a16:creationId xmlns:a16="http://schemas.microsoft.com/office/drawing/2014/main" id="{ACA11DFF-FB5D-9EEB-A5BE-DA31063A62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585144"/>
                      <a:ext cx="924222" cy="254496"/>
                    </a:xfrm>
                    <a:custGeom>
                      <a:avLst/>
                      <a:gdLst>
                        <a:gd name="connsiteX0" fmla="*/ 0 w 924222"/>
                        <a:gd name="connsiteY0" fmla="*/ 56927 h 254496"/>
                        <a:gd name="connsiteX1" fmla="*/ 924223 w 924222"/>
                        <a:gd name="connsiteY1" fmla="*/ 0 h 254496"/>
                        <a:gd name="connsiteX2" fmla="*/ 924223 w 924222"/>
                        <a:gd name="connsiteY2" fmla="*/ 214313 h 254496"/>
                        <a:gd name="connsiteX3" fmla="*/ 0 w 924222"/>
                        <a:gd name="connsiteY3" fmla="*/ 254496 h 2544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54496">
                          <a:moveTo>
                            <a:pt x="0" y="56927"/>
                          </a:moveTo>
                          <a:lnTo>
                            <a:pt x="924223" y="0"/>
                          </a:lnTo>
                          <a:lnTo>
                            <a:pt x="924223" y="214313"/>
                          </a:lnTo>
                          <a:lnTo>
                            <a:pt x="0" y="25449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27" name="任意多边形: 形状 3326">
                      <a:extLst>
                        <a:ext uri="{FF2B5EF4-FFF2-40B4-BE49-F238E27FC236}">
                          <a16:creationId xmlns:a16="http://schemas.microsoft.com/office/drawing/2014/main" id="{13064A4A-9211-AD9D-D433-356D34A72C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8654" y="2592511"/>
                      <a:ext cx="910828" cy="240431"/>
                    </a:xfrm>
                    <a:custGeom>
                      <a:avLst/>
                      <a:gdLst>
                        <a:gd name="connsiteX0" fmla="*/ 910828 w 910828"/>
                        <a:gd name="connsiteY0" fmla="*/ 0 h 240431"/>
                        <a:gd name="connsiteX1" fmla="*/ 910828 w 910828"/>
                        <a:gd name="connsiteY1" fmla="*/ 200248 h 240431"/>
                        <a:gd name="connsiteX2" fmla="*/ 0 w 910828"/>
                        <a:gd name="connsiteY2" fmla="*/ 240432 h 240431"/>
                        <a:gd name="connsiteX3" fmla="*/ 0 w 910828"/>
                        <a:gd name="connsiteY3" fmla="*/ 55587 h 240431"/>
                        <a:gd name="connsiteX4" fmla="*/ 910828 w 910828"/>
                        <a:gd name="connsiteY4" fmla="*/ 0 h 2404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0828" h="240431">
                          <a:moveTo>
                            <a:pt x="910828" y="0"/>
                          </a:moveTo>
                          <a:lnTo>
                            <a:pt x="910828" y="200248"/>
                          </a:lnTo>
                          <a:lnTo>
                            <a:pt x="0" y="240432"/>
                          </a:lnTo>
                          <a:lnTo>
                            <a:pt x="0" y="55587"/>
                          </a:lnTo>
                          <a:lnTo>
                            <a:pt x="910828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363636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318" name="任意多边形: 形状 3317">
                    <a:extLst>
                      <a:ext uri="{FF2B5EF4-FFF2-40B4-BE49-F238E27FC236}">
                        <a16:creationId xmlns:a16="http://schemas.microsoft.com/office/drawing/2014/main" id="{5294070D-0B62-EA9A-2CD3-01B86AE24C7D}"/>
                      </a:ext>
                    </a:extLst>
                  </p:cNvPr>
                  <p:cNvSpPr/>
                  <p:nvPr/>
                </p:nvSpPr>
                <p:spPr>
                  <a:xfrm>
                    <a:off x="4076774" y="2652117"/>
                    <a:ext cx="512340" cy="107156"/>
                  </a:xfrm>
                  <a:custGeom>
                    <a:avLst/>
                    <a:gdLst>
                      <a:gd name="connsiteX0" fmla="*/ 0 w 512340"/>
                      <a:gd name="connsiteY0" fmla="*/ 33486 h 107156"/>
                      <a:gd name="connsiteX1" fmla="*/ 512341 w 512340"/>
                      <a:gd name="connsiteY1" fmla="*/ 0 h 107156"/>
                      <a:gd name="connsiteX2" fmla="*/ 512341 w 512340"/>
                      <a:gd name="connsiteY2" fmla="*/ 73670 h 107156"/>
                      <a:gd name="connsiteX3" fmla="*/ 0 w 512340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2340" h="107156">
                        <a:moveTo>
                          <a:pt x="0" y="33486"/>
                        </a:moveTo>
                        <a:lnTo>
                          <a:pt x="512341" y="0"/>
                        </a:lnTo>
                        <a:lnTo>
                          <a:pt x="512341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19" name="任意多边形: 形状 3318">
                    <a:extLst>
                      <a:ext uri="{FF2B5EF4-FFF2-40B4-BE49-F238E27FC236}">
                        <a16:creationId xmlns:a16="http://schemas.microsoft.com/office/drawing/2014/main" id="{B03A3CF9-EDB1-92F6-F1C4-1A9859EE8D57}"/>
                      </a:ext>
                    </a:extLst>
                  </p:cNvPr>
                  <p:cNvSpPr/>
                  <p:nvPr/>
                </p:nvSpPr>
                <p:spPr>
                  <a:xfrm>
                    <a:off x="3828975" y="2695649"/>
                    <a:ext cx="130596" cy="83715"/>
                  </a:xfrm>
                  <a:custGeom>
                    <a:avLst/>
                    <a:gdLst>
                      <a:gd name="connsiteX0" fmla="*/ 0 w 130596"/>
                      <a:gd name="connsiteY0" fmla="*/ 10046 h 83715"/>
                      <a:gd name="connsiteX1" fmla="*/ 130597 w 130596"/>
                      <a:gd name="connsiteY1" fmla="*/ 0 h 83715"/>
                      <a:gd name="connsiteX2" fmla="*/ 130597 w 130596"/>
                      <a:gd name="connsiteY2" fmla="*/ 73670 h 83715"/>
                      <a:gd name="connsiteX3" fmla="*/ 0 w 130596"/>
                      <a:gd name="connsiteY3" fmla="*/ 83716 h 83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0596" h="83715">
                        <a:moveTo>
                          <a:pt x="0" y="10046"/>
                        </a:moveTo>
                        <a:lnTo>
                          <a:pt x="130597" y="0"/>
                        </a:lnTo>
                        <a:moveTo>
                          <a:pt x="130597" y="73670"/>
                        </a:moveTo>
                        <a:lnTo>
                          <a:pt x="0" y="8371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320" name="图形 38">
                    <a:extLst>
                      <a:ext uri="{FF2B5EF4-FFF2-40B4-BE49-F238E27FC236}">
                        <a16:creationId xmlns:a16="http://schemas.microsoft.com/office/drawing/2014/main" id="{CA1A09AD-85E1-49C4-F6DD-C5C68B1EA6B3}"/>
                      </a:ext>
                    </a:extLst>
                  </p:cNvPr>
                  <p:cNvGrpSpPr/>
                  <p:nvPr/>
                </p:nvGrpSpPr>
                <p:grpSpPr>
                  <a:xfrm>
                    <a:off x="3745259" y="2692300"/>
                    <a:ext cx="26789" cy="100458"/>
                    <a:chOff x="3745259" y="2692300"/>
                    <a:chExt cx="26789" cy="100458"/>
                  </a:xfrm>
                </p:grpSpPr>
                <p:sp>
                  <p:nvSpPr>
                    <p:cNvPr id="3321" name="任意多边形: 形状 3320">
                      <a:extLst>
                        <a:ext uri="{FF2B5EF4-FFF2-40B4-BE49-F238E27FC236}">
                          <a16:creationId xmlns:a16="http://schemas.microsoft.com/office/drawing/2014/main" id="{F0F7A3AB-9051-B426-752A-02FFC0105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692300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22" name="任意多边形: 形状 3321">
                      <a:extLst>
                        <a:ext uri="{FF2B5EF4-FFF2-40B4-BE49-F238E27FC236}">
                          <a16:creationId xmlns:a16="http://schemas.microsoft.com/office/drawing/2014/main" id="{AEB71899-FD6F-F11F-1A70-C62FC513A8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692300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23" name="任意多边形: 形状 3322">
                      <a:extLst>
                        <a:ext uri="{FF2B5EF4-FFF2-40B4-BE49-F238E27FC236}">
                          <a16:creationId xmlns:a16="http://schemas.microsoft.com/office/drawing/2014/main" id="{F5186D7C-B8E9-2158-51C4-547801F3CC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765970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24" name="任意多边形: 形状 3323">
                      <a:extLst>
                        <a:ext uri="{FF2B5EF4-FFF2-40B4-BE49-F238E27FC236}">
                          <a16:creationId xmlns:a16="http://schemas.microsoft.com/office/drawing/2014/main" id="{3E93599C-32E6-85F8-939F-7C2B4BBF72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765970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126" name="图形 38">
                  <a:extLst>
                    <a:ext uri="{FF2B5EF4-FFF2-40B4-BE49-F238E27FC236}">
                      <a16:creationId xmlns:a16="http://schemas.microsoft.com/office/drawing/2014/main" id="{F98423BC-D3F7-AE89-563F-06A0F6176A41}"/>
                    </a:ext>
                  </a:extLst>
                </p:cNvPr>
                <p:cNvGrpSpPr/>
                <p:nvPr/>
              </p:nvGrpSpPr>
              <p:grpSpPr>
                <a:xfrm>
                  <a:off x="3745259" y="2826246"/>
                  <a:ext cx="930919" cy="241101"/>
                  <a:chOff x="3745259" y="2826246"/>
                  <a:chExt cx="930919" cy="241101"/>
                </a:xfrm>
              </p:grpSpPr>
              <p:grpSp>
                <p:nvGrpSpPr>
                  <p:cNvPr id="3306" name="图形 38">
                    <a:extLst>
                      <a:ext uri="{FF2B5EF4-FFF2-40B4-BE49-F238E27FC236}">
                        <a16:creationId xmlns:a16="http://schemas.microsoft.com/office/drawing/2014/main" id="{80612829-8542-1CF0-989A-31CC45AD77DF}"/>
                      </a:ext>
                    </a:extLst>
                  </p:cNvPr>
                  <p:cNvGrpSpPr/>
                  <p:nvPr/>
                </p:nvGrpSpPr>
                <p:grpSpPr>
                  <a:xfrm>
                    <a:off x="3751957" y="2826246"/>
                    <a:ext cx="924222" cy="241101"/>
                    <a:chOff x="3751957" y="2826246"/>
                    <a:chExt cx="924222" cy="241101"/>
                  </a:xfrm>
                </p:grpSpPr>
                <p:sp>
                  <p:nvSpPr>
                    <p:cNvPr id="3314" name="任意多边形: 形状 3313">
                      <a:extLst>
                        <a:ext uri="{FF2B5EF4-FFF2-40B4-BE49-F238E27FC236}">
                          <a16:creationId xmlns:a16="http://schemas.microsoft.com/office/drawing/2014/main" id="{CF99BB70-3FF5-6297-537C-8AF83E8C09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826246"/>
                      <a:ext cx="924222" cy="241101"/>
                    </a:xfrm>
                    <a:custGeom>
                      <a:avLst/>
                      <a:gdLst>
                        <a:gd name="connsiteX0" fmla="*/ 0 w 924222"/>
                        <a:gd name="connsiteY0" fmla="*/ 43532 h 241101"/>
                        <a:gd name="connsiteX1" fmla="*/ 924223 w 924222"/>
                        <a:gd name="connsiteY1" fmla="*/ 0 h 241101"/>
                        <a:gd name="connsiteX2" fmla="*/ 924223 w 924222"/>
                        <a:gd name="connsiteY2" fmla="*/ 210964 h 241101"/>
                        <a:gd name="connsiteX3" fmla="*/ 0 w 924222"/>
                        <a:gd name="connsiteY3" fmla="*/ 241102 h 2411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41101">
                          <a:moveTo>
                            <a:pt x="0" y="43532"/>
                          </a:moveTo>
                          <a:lnTo>
                            <a:pt x="924223" y="0"/>
                          </a:lnTo>
                          <a:lnTo>
                            <a:pt x="924223" y="210964"/>
                          </a:lnTo>
                          <a:lnTo>
                            <a:pt x="0" y="24110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15" name="任意多边形: 形状 3314">
                      <a:extLst>
                        <a:ext uri="{FF2B5EF4-FFF2-40B4-BE49-F238E27FC236}">
                          <a16:creationId xmlns:a16="http://schemas.microsoft.com/office/drawing/2014/main" id="{D63D7B17-EA44-6FBF-E8FB-C0A46B2535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957" y="2826246"/>
                      <a:ext cx="924222" cy="241101"/>
                    </a:xfrm>
                    <a:custGeom>
                      <a:avLst/>
                      <a:gdLst>
                        <a:gd name="connsiteX0" fmla="*/ 0 w 924222"/>
                        <a:gd name="connsiteY0" fmla="*/ 43532 h 241101"/>
                        <a:gd name="connsiteX1" fmla="*/ 924223 w 924222"/>
                        <a:gd name="connsiteY1" fmla="*/ 0 h 241101"/>
                        <a:gd name="connsiteX2" fmla="*/ 924223 w 924222"/>
                        <a:gd name="connsiteY2" fmla="*/ 210964 h 241101"/>
                        <a:gd name="connsiteX3" fmla="*/ 0 w 924222"/>
                        <a:gd name="connsiteY3" fmla="*/ 241102 h 2411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24222" h="241101">
                          <a:moveTo>
                            <a:pt x="0" y="43532"/>
                          </a:moveTo>
                          <a:lnTo>
                            <a:pt x="924223" y="0"/>
                          </a:lnTo>
                          <a:lnTo>
                            <a:pt x="924223" y="210964"/>
                          </a:lnTo>
                          <a:lnTo>
                            <a:pt x="0" y="24110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16" name="任意多边形: 形状 3315">
                      <a:extLst>
                        <a:ext uri="{FF2B5EF4-FFF2-40B4-BE49-F238E27FC236}">
                          <a16:creationId xmlns:a16="http://schemas.microsoft.com/office/drawing/2014/main" id="{B832409A-E972-06AF-BFCB-60FD28BBB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8654" y="2832943"/>
                      <a:ext cx="910828" cy="227707"/>
                    </a:xfrm>
                    <a:custGeom>
                      <a:avLst/>
                      <a:gdLst>
                        <a:gd name="connsiteX0" fmla="*/ 910828 w 910828"/>
                        <a:gd name="connsiteY0" fmla="*/ 0 h 227707"/>
                        <a:gd name="connsiteX1" fmla="*/ 910828 w 910828"/>
                        <a:gd name="connsiteY1" fmla="*/ 197569 h 227707"/>
                        <a:gd name="connsiteX2" fmla="*/ 0 w 910828"/>
                        <a:gd name="connsiteY2" fmla="*/ 227707 h 227707"/>
                        <a:gd name="connsiteX3" fmla="*/ 0 w 910828"/>
                        <a:gd name="connsiteY3" fmla="*/ 43532 h 227707"/>
                        <a:gd name="connsiteX4" fmla="*/ 910828 w 910828"/>
                        <a:gd name="connsiteY4" fmla="*/ 0 h 2277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10828" h="227707">
                          <a:moveTo>
                            <a:pt x="910828" y="0"/>
                          </a:moveTo>
                          <a:lnTo>
                            <a:pt x="910828" y="197569"/>
                          </a:lnTo>
                          <a:lnTo>
                            <a:pt x="0" y="227707"/>
                          </a:lnTo>
                          <a:lnTo>
                            <a:pt x="0" y="43532"/>
                          </a:lnTo>
                          <a:lnTo>
                            <a:pt x="910828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363636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307" name="任意多边形: 形状 3306">
                    <a:extLst>
                      <a:ext uri="{FF2B5EF4-FFF2-40B4-BE49-F238E27FC236}">
                        <a16:creationId xmlns:a16="http://schemas.microsoft.com/office/drawing/2014/main" id="{5F8301EC-A203-94FB-9F2A-331AC69E751B}"/>
                      </a:ext>
                    </a:extLst>
                  </p:cNvPr>
                  <p:cNvSpPr/>
                  <p:nvPr/>
                </p:nvSpPr>
                <p:spPr>
                  <a:xfrm>
                    <a:off x="4076774" y="2899916"/>
                    <a:ext cx="512340" cy="93761"/>
                  </a:xfrm>
                  <a:custGeom>
                    <a:avLst/>
                    <a:gdLst>
                      <a:gd name="connsiteX0" fmla="*/ 0 w 512340"/>
                      <a:gd name="connsiteY0" fmla="*/ 20092 h 93761"/>
                      <a:gd name="connsiteX1" fmla="*/ 512341 w 512340"/>
                      <a:gd name="connsiteY1" fmla="*/ 0 h 93761"/>
                      <a:gd name="connsiteX2" fmla="*/ 512341 w 512340"/>
                      <a:gd name="connsiteY2" fmla="*/ 73670 h 93761"/>
                      <a:gd name="connsiteX3" fmla="*/ 0 w 512340"/>
                      <a:gd name="connsiteY3" fmla="*/ 93762 h 93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2340" h="93761">
                        <a:moveTo>
                          <a:pt x="0" y="20092"/>
                        </a:moveTo>
                        <a:lnTo>
                          <a:pt x="512341" y="0"/>
                        </a:lnTo>
                        <a:lnTo>
                          <a:pt x="512341" y="73670"/>
                        </a:lnTo>
                        <a:lnTo>
                          <a:pt x="0" y="93762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08" name="任意多边形: 形状 3307">
                    <a:extLst>
                      <a:ext uri="{FF2B5EF4-FFF2-40B4-BE49-F238E27FC236}">
                        <a16:creationId xmlns:a16="http://schemas.microsoft.com/office/drawing/2014/main" id="{EB5F1ED5-7989-EFBD-810E-4E8DC17A3DD8}"/>
                      </a:ext>
                    </a:extLst>
                  </p:cNvPr>
                  <p:cNvSpPr/>
                  <p:nvPr/>
                </p:nvSpPr>
                <p:spPr>
                  <a:xfrm>
                    <a:off x="3828975" y="2930053"/>
                    <a:ext cx="130596" cy="77018"/>
                  </a:xfrm>
                  <a:custGeom>
                    <a:avLst/>
                    <a:gdLst>
                      <a:gd name="connsiteX0" fmla="*/ 0 w 130596"/>
                      <a:gd name="connsiteY0" fmla="*/ 3349 h 77018"/>
                      <a:gd name="connsiteX1" fmla="*/ 130597 w 130596"/>
                      <a:gd name="connsiteY1" fmla="*/ 0 h 77018"/>
                      <a:gd name="connsiteX2" fmla="*/ 130597 w 130596"/>
                      <a:gd name="connsiteY2" fmla="*/ 70321 h 77018"/>
                      <a:gd name="connsiteX3" fmla="*/ 0 w 130596"/>
                      <a:gd name="connsiteY3" fmla="*/ 77019 h 770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0596" h="77018">
                        <a:moveTo>
                          <a:pt x="0" y="3349"/>
                        </a:moveTo>
                        <a:lnTo>
                          <a:pt x="130597" y="0"/>
                        </a:lnTo>
                        <a:moveTo>
                          <a:pt x="130597" y="70321"/>
                        </a:moveTo>
                        <a:lnTo>
                          <a:pt x="0" y="77019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309" name="图形 38">
                    <a:extLst>
                      <a:ext uri="{FF2B5EF4-FFF2-40B4-BE49-F238E27FC236}">
                        <a16:creationId xmlns:a16="http://schemas.microsoft.com/office/drawing/2014/main" id="{04BBE489-753B-5EED-C346-40BAAD53A0C8}"/>
                      </a:ext>
                    </a:extLst>
                  </p:cNvPr>
                  <p:cNvGrpSpPr/>
                  <p:nvPr/>
                </p:nvGrpSpPr>
                <p:grpSpPr>
                  <a:xfrm>
                    <a:off x="3745259" y="2920007"/>
                    <a:ext cx="26789" cy="100458"/>
                    <a:chOff x="3745259" y="2920007"/>
                    <a:chExt cx="26789" cy="100458"/>
                  </a:xfrm>
                </p:grpSpPr>
                <p:sp>
                  <p:nvSpPr>
                    <p:cNvPr id="3310" name="任意多边形: 形状 3309">
                      <a:extLst>
                        <a:ext uri="{FF2B5EF4-FFF2-40B4-BE49-F238E27FC236}">
                          <a16:creationId xmlns:a16="http://schemas.microsoft.com/office/drawing/2014/main" id="{4E4F0D26-AFEF-4702-5F17-0CCE89C779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92000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11" name="任意多边形: 形状 3310">
                      <a:extLst>
                        <a:ext uri="{FF2B5EF4-FFF2-40B4-BE49-F238E27FC236}">
                          <a16:creationId xmlns:a16="http://schemas.microsoft.com/office/drawing/2014/main" id="{2F52AC09-316A-9F8F-2EDC-8B18A90858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92000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12" name="任意多边形: 形状 3311">
                      <a:extLst>
                        <a:ext uri="{FF2B5EF4-FFF2-40B4-BE49-F238E27FC236}">
                          <a16:creationId xmlns:a16="http://schemas.microsoft.com/office/drawing/2014/main" id="{115197CC-C80B-06AE-64BC-39D6AE688C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351" y="299367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13" name="任意多边形: 形状 3312">
                      <a:extLst>
                        <a:ext uri="{FF2B5EF4-FFF2-40B4-BE49-F238E27FC236}">
                          <a16:creationId xmlns:a16="http://schemas.microsoft.com/office/drawing/2014/main" id="{9AB16B21-0555-AEAE-D5EE-80F01C847B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5259" y="299367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127" name="图形 38">
                  <a:extLst>
                    <a:ext uri="{FF2B5EF4-FFF2-40B4-BE49-F238E27FC236}">
                      <a16:creationId xmlns:a16="http://schemas.microsoft.com/office/drawing/2014/main" id="{5EB07C07-FCD9-F6FD-9211-9C116533BB3D}"/>
                    </a:ext>
                  </a:extLst>
                </p:cNvPr>
                <p:cNvGrpSpPr/>
                <p:nvPr/>
              </p:nvGrpSpPr>
              <p:grpSpPr>
                <a:xfrm>
                  <a:off x="4696271" y="2270373"/>
                  <a:ext cx="1051470" cy="287982"/>
                  <a:chOff x="4696271" y="2270373"/>
                  <a:chExt cx="1051470" cy="287982"/>
                </a:xfrm>
              </p:grpSpPr>
              <p:grpSp>
                <p:nvGrpSpPr>
                  <p:cNvPr id="3295" name="图形 38">
                    <a:extLst>
                      <a:ext uri="{FF2B5EF4-FFF2-40B4-BE49-F238E27FC236}">
                        <a16:creationId xmlns:a16="http://schemas.microsoft.com/office/drawing/2014/main" id="{4826D189-0640-EC61-DD6D-7D166175B04F}"/>
                      </a:ext>
                    </a:extLst>
                  </p:cNvPr>
                  <p:cNvGrpSpPr/>
                  <p:nvPr/>
                </p:nvGrpSpPr>
                <p:grpSpPr>
                  <a:xfrm>
                    <a:off x="4702968" y="2270373"/>
                    <a:ext cx="1044773" cy="287982"/>
                    <a:chOff x="4702968" y="2270373"/>
                    <a:chExt cx="1044773" cy="287982"/>
                  </a:xfrm>
                </p:grpSpPr>
                <p:sp>
                  <p:nvSpPr>
                    <p:cNvPr id="3303" name="任意多边形: 形状 3302">
                      <a:extLst>
                        <a:ext uri="{FF2B5EF4-FFF2-40B4-BE49-F238E27FC236}">
                          <a16:creationId xmlns:a16="http://schemas.microsoft.com/office/drawing/2014/main" id="{516F02BB-CEE5-D172-9901-EE22CE03A2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270373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20340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20340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04" name="任意多边形: 形状 3303">
                      <a:extLst>
                        <a:ext uri="{FF2B5EF4-FFF2-40B4-BE49-F238E27FC236}">
                          <a16:creationId xmlns:a16="http://schemas.microsoft.com/office/drawing/2014/main" id="{C9BF4185-A185-C6E9-530D-51A4F57544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270373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20340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20340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05" name="任意多边形: 形状 3304">
                      <a:extLst>
                        <a:ext uri="{FF2B5EF4-FFF2-40B4-BE49-F238E27FC236}">
                          <a16:creationId xmlns:a16="http://schemas.microsoft.com/office/drawing/2014/main" id="{439DAAAF-226E-2AA5-D3E6-17EFF784E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9666" y="2277740"/>
                      <a:ext cx="1031378" cy="273248"/>
                    </a:xfrm>
                    <a:custGeom>
                      <a:avLst/>
                      <a:gdLst>
                        <a:gd name="connsiteX0" fmla="*/ 1031379 w 1031378"/>
                        <a:gd name="connsiteY0" fmla="*/ 0 h 273248"/>
                        <a:gd name="connsiteX1" fmla="*/ 1031379 w 1031378"/>
                        <a:gd name="connsiteY1" fmla="*/ 206276 h 273248"/>
                        <a:gd name="connsiteX2" fmla="*/ 0 w 1031378"/>
                        <a:gd name="connsiteY2" fmla="*/ 273248 h 273248"/>
                        <a:gd name="connsiteX3" fmla="*/ 0 w 1031378"/>
                        <a:gd name="connsiteY3" fmla="*/ 73670 h 273248"/>
                        <a:gd name="connsiteX4" fmla="*/ 1031379 w 1031378"/>
                        <a:gd name="connsiteY4" fmla="*/ 0 h 2732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1378" h="273248">
                          <a:moveTo>
                            <a:pt x="1031379" y="0"/>
                          </a:moveTo>
                          <a:lnTo>
                            <a:pt x="1031379" y="206276"/>
                          </a:lnTo>
                          <a:lnTo>
                            <a:pt x="0" y="273248"/>
                          </a:lnTo>
                          <a:lnTo>
                            <a:pt x="0" y="73670"/>
                          </a:lnTo>
                          <a:lnTo>
                            <a:pt x="1031379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296" name="任意多边形: 形状 3295">
                    <a:extLst>
                      <a:ext uri="{FF2B5EF4-FFF2-40B4-BE49-F238E27FC236}">
                        <a16:creationId xmlns:a16="http://schemas.microsoft.com/office/drawing/2014/main" id="{D1E5609A-DB82-24E9-0059-69AAE3365007}"/>
                      </a:ext>
                    </a:extLst>
                  </p:cNvPr>
                  <p:cNvSpPr/>
                  <p:nvPr/>
                </p:nvSpPr>
                <p:spPr>
                  <a:xfrm>
                    <a:off x="5071318" y="2357437"/>
                    <a:ext cx="575964" cy="107156"/>
                  </a:xfrm>
                  <a:custGeom>
                    <a:avLst/>
                    <a:gdLst>
                      <a:gd name="connsiteX0" fmla="*/ 0 w 575964"/>
                      <a:gd name="connsiteY0" fmla="*/ 33486 h 107156"/>
                      <a:gd name="connsiteX1" fmla="*/ 575965 w 575964"/>
                      <a:gd name="connsiteY1" fmla="*/ 0 h 107156"/>
                      <a:gd name="connsiteX2" fmla="*/ 575965 w 575964"/>
                      <a:gd name="connsiteY2" fmla="*/ 73670 h 107156"/>
                      <a:gd name="connsiteX3" fmla="*/ 0 w 575964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75964" h="107156">
                        <a:moveTo>
                          <a:pt x="0" y="33486"/>
                        </a:moveTo>
                        <a:lnTo>
                          <a:pt x="575965" y="0"/>
                        </a:lnTo>
                        <a:lnTo>
                          <a:pt x="575965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97" name="任意多边形: 形状 3296">
                    <a:extLst>
                      <a:ext uri="{FF2B5EF4-FFF2-40B4-BE49-F238E27FC236}">
                        <a16:creationId xmlns:a16="http://schemas.microsoft.com/office/drawing/2014/main" id="{448E63AD-CDF6-BF8F-C5FE-8B5F02F67990}"/>
                      </a:ext>
                    </a:extLst>
                  </p:cNvPr>
                  <p:cNvSpPr/>
                  <p:nvPr/>
                </p:nvSpPr>
                <p:spPr>
                  <a:xfrm>
                    <a:off x="4790033" y="2397621"/>
                    <a:ext cx="147339" cy="87064"/>
                  </a:xfrm>
                  <a:custGeom>
                    <a:avLst/>
                    <a:gdLst>
                      <a:gd name="connsiteX0" fmla="*/ 0 w 147339"/>
                      <a:gd name="connsiteY0" fmla="*/ 10716 h 87064"/>
                      <a:gd name="connsiteX1" fmla="*/ 147340 w 147339"/>
                      <a:gd name="connsiteY1" fmla="*/ 0 h 87064"/>
                      <a:gd name="connsiteX2" fmla="*/ 147340 w 147339"/>
                      <a:gd name="connsiteY2" fmla="*/ 76349 h 87064"/>
                      <a:gd name="connsiteX3" fmla="*/ 0 w 147339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7339" h="87064">
                        <a:moveTo>
                          <a:pt x="0" y="10716"/>
                        </a:moveTo>
                        <a:lnTo>
                          <a:pt x="147340" y="0"/>
                        </a:lnTo>
                        <a:moveTo>
                          <a:pt x="147340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298" name="图形 38">
                    <a:extLst>
                      <a:ext uri="{FF2B5EF4-FFF2-40B4-BE49-F238E27FC236}">
                        <a16:creationId xmlns:a16="http://schemas.microsoft.com/office/drawing/2014/main" id="{F61B7B67-D1FF-8182-AE69-00641B6E2697}"/>
                      </a:ext>
                    </a:extLst>
                  </p:cNvPr>
                  <p:cNvGrpSpPr/>
                  <p:nvPr/>
                </p:nvGrpSpPr>
                <p:grpSpPr>
                  <a:xfrm>
                    <a:off x="4696271" y="2404318"/>
                    <a:ext cx="26789" cy="100458"/>
                    <a:chOff x="4696271" y="2404318"/>
                    <a:chExt cx="26789" cy="100458"/>
                  </a:xfrm>
                </p:grpSpPr>
                <p:sp>
                  <p:nvSpPr>
                    <p:cNvPr id="3299" name="任意多边形: 形状 3298">
                      <a:extLst>
                        <a:ext uri="{FF2B5EF4-FFF2-40B4-BE49-F238E27FC236}">
                          <a16:creationId xmlns:a16="http://schemas.microsoft.com/office/drawing/2014/main" id="{96F7BCA1-C1D5-1700-CC68-E4077DC62C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404318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00" name="任意多边形: 形状 3299">
                      <a:extLst>
                        <a:ext uri="{FF2B5EF4-FFF2-40B4-BE49-F238E27FC236}">
                          <a16:creationId xmlns:a16="http://schemas.microsoft.com/office/drawing/2014/main" id="{1C0FAED8-44B7-AB49-0250-D13147F952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404318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01" name="任意多边形: 形状 3300">
                      <a:extLst>
                        <a:ext uri="{FF2B5EF4-FFF2-40B4-BE49-F238E27FC236}">
                          <a16:creationId xmlns:a16="http://schemas.microsoft.com/office/drawing/2014/main" id="{1B70F7F3-27DC-FD25-63BC-3AABA4F4A0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477988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02" name="任意多边形: 形状 3301">
                      <a:extLst>
                        <a:ext uri="{FF2B5EF4-FFF2-40B4-BE49-F238E27FC236}">
                          <a16:creationId xmlns:a16="http://schemas.microsoft.com/office/drawing/2014/main" id="{6534EAA2-9976-C0DC-D2D4-CFD8CE87DF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477988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128" name="图形 38">
                  <a:extLst>
                    <a:ext uri="{FF2B5EF4-FFF2-40B4-BE49-F238E27FC236}">
                      <a16:creationId xmlns:a16="http://schemas.microsoft.com/office/drawing/2014/main" id="{3DB3AD4C-EE2A-7A08-C9C1-1957B2526F13}"/>
                    </a:ext>
                  </a:extLst>
                </p:cNvPr>
                <p:cNvGrpSpPr/>
                <p:nvPr/>
              </p:nvGrpSpPr>
              <p:grpSpPr>
                <a:xfrm>
                  <a:off x="4696271" y="2511474"/>
                  <a:ext cx="1051470" cy="287982"/>
                  <a:chOff x="4696271" y="2511474"/>
                  <a:chExt cx="1051470" cy="287982"/>
                </a:xfrm>
              </p:grpSpPr>
              <p:grpSp>
                <p:nvGrpSpPr>
                  <p:cNvPr id="3284" name="图形 38">
                    <a:extLst>
                      <a:ext uri="{FF2B5EF4-FFF2-40B4-BE49-F238E27FC236}">
                        <a16:creationId xmlns:a16="http://schemas.microsoft.com/office/drawing/2014/main" id="{79536677-1E0D-3A2F-10A8-FAC7CB6FE121}"/>
                      </a:ext>
                    </a:extLst>
                  </p:cNvPr>
                  <p:cNvGrpSpPr/>
                  <p:nvPr/>
                </p:nvGrpSpPr>
                <p:grpSpPr>
                  <a:xfrm>
                    <a:off x="4702968" y="2511474"/>
                    <a:ext cx="1044773" cy="287982"/>
                    <a:chOff x="4702968" y="2511474"/>
                    <a:chExt cx="1044773" cy="287982"/>
                  </a:xfrm>
                </p:grpSpPr>
                <p:sp>
                  <p:nvSpPr>
                    <p:cNvPr id="3292" name="任意多边形: 形状 3291">
                      <a:extLst>
                        <a:ext uri="{FF2B5EF4-FFF2-40B4-BE49-F238E27FC236}">
                          <a16:creationId xmlns:a16="http://schemas.microsoft.com/office/drawing/2014/main" id="{894287F0-93DD-5DD4-4A11-8906DD3A7E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511474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34404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34404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93" name="任意多边形: 形状 3292">
                      <a:extLst>
                        <a:ext uri="{FF2B5EF4-FFF2-40B4-BE49-F238E27FC236}">
                          <a16:creationId xmlns:a16="http://schemas.microsoft.com/office/drawing/2014/main" id="{C74B3496-AC0C-7E59-B964-C2A4A34854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511474"/>
                      <a:ext cx="1044773" cy="287982"/>
                    </a:xfrm>
                    <a:custGeom>
                      <a:avLst/>
                      <a:gdLst>
                        <a:gd name="connsiteX0" fmla="*/ 0 w 1044773"/>
                        <a:gd name="connsiteY0" fmla="*/ 74340 h 287982"/>
                        <a:gd name="connsiteX1" fmla="*/ 1044773 w 1044773"/>
                        <a:gd name="connsiteY1" fmla="*/ 0 h 287982"/>
                        <a:gd name="connsiteX2" fmla="*/ 1044773 w 1044773"/>
                        <a:gd name="connsiteY2" fmla="*/ 234404 h 287982"/>
                        <a:gd name="connsiteX3" fmla="*/ 0 w 1044773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87982">
                          <a:moveTo>
                            <a:pt x="0" y="74340"/>
                          </a:moveTo>
                          <a:lnTo>
                            <a:pt x="1044773" y="0"/>
                          </a:lnTo>
                          <a:lnTo>
                            <a:pt x="1044773" y="234404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94" name="任意多边形: 形状 3293">
                      <a:extLst>
                        <a:ext uri="{FF2B5EF4-FFF2-40B4-BE49-F238E27FC236}">
                          <a16:creationId xmlns:a16="http://schemas.microsoft.com/office/drawing/2014/main" id="{1FF092B1-F55D-2CFB-B8E1-1D1BBF6457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9666" y="2518841"/>
                      <a:ext cx="1031378" cy="273248"/>
                    </a:xfrm>
                    <a:custGeom>
                      <a:avLst/>
                      <a:gdLst>
                        <a:gd name="connsiteX0" fmla="*/ 1031379 w 1031378"/>
                        <a:gd name="connsiteY0" fmla="*/ 0 h 273248"/>
                        <a:gd name="connsiteX1" fmla="*/ 1031379 w 1031378"/>
                        <a:gd name="connsiteY1" fmla="*/ 220340 h 273248"/>
                        <a:gd name="connsiteX2" fmla="*/ 0 w 1031378"/>
                        <a:gd name="connsiteY2" fmla="*/ 273248 h 273248"/>
                        <a:gd name="connsiteX3" fmla="*/ 0 w 1031378"/>
                        <a:gd name="connsiteY3" fmla="*/ 73670 h 273248"/>
                        <a:gd name="connsiteX4" fmla="*/ 1031379 w 1031378"/>
                        <a:gd name="connsiteY4" fmla="*/ 0 h 2732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1378" h="273248">
                          <a:moveTo>
                            <a:pt x="1031379" y="0"/>
                          </a:moveTo>
                          <a:lnTo>
                            <a:pt x="1031379" y="220340"/>
                          </a:lnTo>
                          <a:lnTo>
                            <a:pt x="0" y="273248"/>
                          </a:lnTo>
                          <a:lnTo>
                            <a:pt x="0" y="73670"/>
                          </a:lnTo>
                          <a:lnTo>
                            <a:pt x="1031379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285" name="任意多边形: 形状 3284">
                    <a:extLst>
                      <a:ext uri="{FF2B5EF4-FFF2-40B4-BE49-F238E27FC236}">
                        <a16:creationId xmlns:a16="http://schemas.microsoft.com/office/drawing/2014/main" id="{BA6C4944-B5EA-DCEE-1C2E-287B54EE2660}"/>
                      </a:ext>
                    </a:extLst>
                  </p:cNvPr>
                  <p:cNvSpPr/>
                  <p:nvPr/>
                </p:nvSpPr>
                <p:spPr>
                  <a:xfrm>
                    <a:off x="5071318" y="2598539"/>
                    <a:ext cx="575964" cy="107156"/>
                  </a:xfrm>
                  <a:custGeom>
                    <a:avLst/>
                    <a:gdLst>
                      <a:gd name="connsiteX0" fmla="*/ 0 w 575964"/>
                      <a:gd name="connsiteY0" fmla="*/ 33486 h 107156"/>
                      <a:gd name="connsiteX1" fmla="*/ 575965 w 575964"/>
                      <a:gd name="connsiteY1" fmla="*/ 0 h 107156"/>
                      <a:gd name="connsiteX2" fmla="*/ 575965 w 575964"/>
                      <a:gd name="connsiteY2" fmla="*/ 73670 h 107156"/>
                      <a:gd name="connsiteX3" fmla="*/ 0 w 575964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75964" h="107156">
                        <a:moveTo>
                          <a:pt x="0" y="33486"/>
                        </a:moveTo>
                        <a:lnTo>
                          <a:pt x="575965" y="0"/>
                        </a:lnTo>
                        <a:lnTo>
                          <a:pt x="575965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6" name="任意多边形: 形状 3285">
                    <a:extLst>
                      <a:ext uri="{FF2B5EF4-FFF2-40B4-BE49-F238E27FC236}">
                        <a16:creationId xmlns:a16="http://schemas.microsoft.com/office/drawing/2014/main" id="{A6A708A0-86D7-7ECF-D01E-FAADC676DF4F}"/>
                      </a:ext>
                    </a:extLst>
                  </p:cNvPr>
                  <p:cNvSpPr/>
                  <p:nvPr/>
                </p:nvSpPr>
                <p:spPr>
                  <a:xfrm>
                    <a:off x="4790033" y="2638722"/>
                    <a:ext cx="147339" cy="87064"/>
                  </a:xfrm>
                  <a:custGeom>
                    <a:avLst/>
                    <a:gdLst>
                      <a:gd name="connsiteX0" fmla="*/ 0 w 147339"/>
                      <a:gd name="connsiteY0" fmla="*/ 10716 h 87064"/>
                      <a:gd name="connsiteX1" fmla="*/ 147340 w 147339"/>
                      <a:gd name="connsiteY1" fmla="*/ 0 h 87064"/>
                      <a:gd name="connsiteX2" fmla="*/ 147340 w 147339"/>
                      <a:gd name="connsiteY2" fmla="*/ 76349 h 87064"/>
                      <a:gd name="connsiteX3" fmla="*/ 0 w 147339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7339" h="87064">
                        <a:moveTo>
                          <a:pt x="0" y="10716"/>
                        </a:moveTo>
                        <a:lnTo>
                          <a:pt x="147340" y="0"/>
                        </a:lnTo>
                        <a:moveTo>
                          <a:pt x="147340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287" name="图形 38">
                    <a:extLst>
                      <a:ext uri="{FF2B5EF4-FFF2-40B4-BE49-F238E27FC236}">
                        <a16:creationId xmlns:a16="http://schemas.microsoft.com/office/drawing/2014/main" id="{4F3349E8-2D4C-2FED-5F5F-5B9B15BB37A9}"/>
                      </a:ext>
                    </a:extLst>
                  </p:cNvPr>
                  <p:cNvGrpSpPr/>
                  <p:nvPr/>
                </p:nvGrpSpPr>
                <p:grpSpPr>
                  <a:xfrm>
                    <a:off x="4696271" y="2638722"/>
                    <a:ext cx="26789" cy="100458"/>
                    <a:chOff x="4696271" y="2638722"/>
                    <a:chExt cx="26789" cy="100458"/>
                  </a:xfrm>
                </p:grpSpPr>
                <p:sp>
                  <p:nvSpPr>
                    <p:cNvPr id="3288" name="任意多边形: 形状 3287">
                      <a:extLst>
                        <a:ext uri="{FF2B5EF4-FFF2-40B4-BE49-F238E27FC236}">
                          <a16:creationId xmlns:a16="http://schemas.microsoft.com/office/drawing/2014/main" id="{6F40B9B7-B3F0-F11C-5C87-8707F0D63C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638722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9" name="任意多边形: 形状 3288">
                      <a:extLst>
                        <a:ext uri="{FF2B5EF4-FFF2-40B4-BE49-F238E27FC236}">
                          <a16:creationId xmlns:a16="http://schemas.microsoft.com/office/drawing/2014/main" id="{72DE8044-8B43-0095-31AC-4F51186D13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638722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90" name="任意多边形: 形状 3289">
                      <a:extLst>
                        <a:ext uri="{FF2B5EF4-FFF2-40B4-BE49-F238E27FC236}">
                          <a16:creationId xmlns:a16="http://schemas.microsoft.com/office/drawing/2014/main" id="{6A987586-7B10-8A7F-83D1-A7EB64D09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712392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91" name="任意多边形: 形状 3290">
                      <a:extLst>
                        <a:ext uri="{FF2B5EF4-FFF2-40B4-BE49-F238E27FC236}">
                          <a16:creationId xmlns:a16="http://schemas.microsoft.com/office/drawing/2014/main" id="{1C48D978-E96A-71A9-CBF6-8B9C425DC5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712392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129" name="图形 38">
                  <a:extLst>
                    <a:ext uri="{FF2B5EF4-FFF2-40B4-BE49-F238E27FC236}">
                      <a16:creationId xmlns:a16="http://schemas.microsoft.com/office/drawing/2014/main" id="{D2D46513-9F4F-0962-A9EE-79F1170B4145}"/>
                    </a:ext>
                  </a:extLst>
                </p:cNvPr>
                <p:cNvGrpSpPr/>
                <p:nvPr/>
              </p:nvGrpSpPr>
              <p:grpSpPr>
                <a:xfrm>
                  <a:off x="4696271" y="2772667"/>
                  <a:ext cx="1051470" cy="264541"/>
                  <a:chOff x="4696271" y="2772667"/>
                  <a:chExt cx="1051470" cy="264541"/>
                </a:xfrm>
              </p:grpSpPr>
              <p:grpSp>
                <p:nvGrpSpPr>
                  <p:cNvPr id="3273" name="图形 38">
                    <a:extLst>
                      <a:ext uri="{FF2B5EF4-FFF2-40B4-BE49-F238E27FC236}">
                        <a16:creationId xmlns:a16="http://schemas.microsoft.com/office/drawing/2014/main" id="{9EB47F1C-F9B4-545C-2E2A-1D8545290479}"/>
                      </a:ext>
                    </a:extLst>
                  </p:cNvPr>
                  <p:cNvGrpSpPr/>
                  <p:nvPr/>
                </p:nvGrpSpPr>
                <p:grpSpPr>
                  <a:xfrm>
                    <a:off x="4702968" y="2772667"/>
                    <a:ext cx="1044773" cy="264541"/>
                    <a:chOff x="4702968" y="2772667"/>
                    <a:chExt cx="1044773" cy="264541"/>
                  </a:xfrm>
                </p:grpSpPr>
                <p:sp>
                  <p:nvSpPr>
                    <p:cNvPr id="3281" name="任意多边形: 形状 3280">
                      <a:extLst>
                        <a:ext uri="{FF2B5EF4-FFF2-40B4-BE49-F238E27FC236}">
                          <a16:creationId xmlns:a16="http://schemas.microsoft.com/office/drawing/2014/main" id="{BC8C57DE-58ED-AE7E-45A0-10299FB522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772667"/>
                      <a:ext cx="1044773" cy="264541"/>
                    </a:xfrm>
                    <a:custGeom>
                      <a:avLst/>
                      <a:gdLst>
                        <a:gd name="connsiteX0" fmla="*/ 0 w 1044773"/>
                        <a:gd name="connsiteY0" fmla="*/ 53578 h 264541"/>
                        <a:gd name="connsiteX1" fmla="*/ 1044773 w 1044773"/>
                        <a:gd name="connsiteY1" fmla="*/ 0 h 264541"/>
                        <a:gd name="connsiteX2" fmla="*/ 1044773 w 1044773"/>
                        <a:gd name="connsiteY2" fmla="*/ 224358 h 264541"/>
                        <a:gd name="connsiteX3" fmla="*/ 0 w 1044773"/>
                        <a:gd name="connsiteY3" fmla="*/ 264542 h 2645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64541">
                          <a:moveTo>
                            <a:pt x="0" y="53578"/>
                          </a:moveTo>
                          <a:lnTo>
                            <a:pt x="1044773" y="0"/>
                          </a:lnTo>
                          <a:lnTo>
                            <a:pt x="1044773" y="224358"/>
                          </a:lnTo>
                          <a:lnTo>
                            <a:pt x="0" y="26454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2" name="任意多边形: 形状 3281">
                      <a:extLst>
                        <a:ext uri="{FF2B5EF4-FFF2-40B4-BE49-F238E27FC236}">
                          <a16:creationId xmlns:a16="http://schemas.microsoft.com/office/drawing/2014/main" id="{C0EBD563-01BB-F731-6C9A-9EDE737DE4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968" y="2772667"/>
                      <a:ext cx="1044773" cy="264541"/>
                    </a:xfrm>
                    <a:custGeom>
                      <a:avLst/>
                      <a:gdLst>
                        <a:gd name="connsiteX0" fmla="*/ 0 w 1044773"/>
                        <a:gd name="connsiteY0" fmla="*/ 53578 h 264541"/>
                        <a:gd name="connsiteX1" fmla="*/ 1044773 w 1044773"/>
                        <a:gd name="connsiteY1" fmla="*/ 0 h 264541"/>
                        <a:gd name="connsiteX2" fmla="*/ 1044773 w 1044773"/>
                        <a:gd name="connsiteY2" fmla="*/ 224358 h 264541"/>
                        <a:gd name="connsiteX3" fmla="*/ 0 w 1044773"/>
                        <a:gd name="connsiteY3" fmla="*/ 264542 h 2645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44773" h="264541">
                          <a:moveTo>
                            <a:pt x="0" y="53578"/>
                          </a:moveTo>
                          <a:lnTo>
                            <a:pt x="1044773" y="0"/>
                          </a:lnTo>
                          <a:lnTo>
                            <a:pt x="1044773" y="224358"/>
                          </a:lnTo>
                          <a:lnTo>
                            <a:pt x="0" y="26454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3" name="任意多边形: 形状 3282">
                      <a:extLst>
                        <a:ext uri="{FF2B5EF4-FFF2-40B4-BE49-F238E27FC236}">
                          <a16:creationId xmlns:a16="http://schemas.microsoft.com/office/drawing/2014/main" id="{C942F8AE-10DA-69C7-AF2A-51A76937F7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9666" y="2780035"/>
                      <a:ext cx="1031378" cy="250477"/>
                    </a:xfrm>
                    <a:custGeom>
                      <a:avLst/>
                      <a:gdLst>
                        <a:gd name="connsiteX0" fmla="*/ 1031379 w 1031378"/>
                        <a:gd name="connsiteY0" fmla="*/ 0 h 250477"/>
                        <a:gd name="connsiteX1" fmla="*/ 1031379 w 1031378"/>
                        <a:gd name="connsiteY1" fmla="*/ 210294 h 250477"/>
                        <a:gd name="connsiteX2" fmla="*/ 0 w 1031378"/>
                        <a:gd name="connsiteY2" fmla="*/ 250478 h 250477"/>
                        <a:gd name="connsiteX3" fmla="*/ 0 w 1031378"/>
                        <a:gd name="connsiteY3" fmla="*/ 52908 h 250477"/>
                        <a:gd name="connsiteX4" fmla="*/ 1031379 w 1031378"/>
                        <a:gd name="connsiteY4" fmla="*/ 0 h 2504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1378" h="250477">
                          <a:moveTo>
                            <a:pt x="1031379" y="0"/>
                          </a:moveTo>
                          <a:lnTo>
                            <a:pt x="1031379" y="210294"/>
                          </a:lnTo>
                          <a:lnTo>
                            <a:pt x="0" y="250478"/>
                          </a:lnTo>
                          <a:lnTo>
                            <a:pt x="0" y="52908"/>
                          </a:lnTo>
                          <a:lnTo>
                            <a:pt x="1031379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274" name="任意多边形: 形状 3273">
                    <a:extLst>
                      <a:ext uri="{FF2B5EF4-FFF2-40B4-BE49-F238E27FC236}">
                        <a16:creationId xmlns:a16="http://schemas.microsoft.com/office/drawing/2014/main" id="{5AEC3001-63C2-2982-E3DE-DE04F8D716BA}"/>
                      </a:ext>
                    </a:extLst>
                  </p:cNvPr>
                  <p:cNvSpPr/>
                  <p:nvPr/>
                </p:nvSpPr>
                <p:spPr>
                  <a:xfrm>
                    <a:off x="5071318" y="2856383"/>
                    <a:ext cx="586010" cy="97110"/>
                  </a:xfrm>
                  <a:custGeom>
                    <a:avLst/>
                    <a:gdLst>
                      <a:gd name="connsiteX0" fmla="*/ 0 w 586010"/>
                      <a:gd name="connsiteY0" fmla="*/ 23440 h 97110"/>
                      <a:gd name="connsiteX1" fmla="*/ 586011 w 586010"/>
                      <a:gd name="connsiteY1" fmla="*/ 0 h 97110"/>
                      <a:gd name="connsiteX2" fmla="*/ 586011 w 586010"/>
                      <a:gd name="connsiteY2" fmla="*/ 73670 h 97110"/>
                      <a:gd name="connsiteX3" fmla="*/ 0 w 586010"/>
                      <a:gd name="connsiteY3" fmla="*/ 97110 h 971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86010" h="97110">
                        <a:moveTo>
                          <a:pt x="0" y="23440"/>
                        </a:moveTo>
                        <a:lnTo>
                          <a:pt x="586011" y="0"/>
                        </a:lnTo>
                        <a:lnTo>
                          <a:pt x="586011" y="73670"/>
                        </a:lnTo>
                        <a:lnTo>
                          <a:pt x="0" y="97110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5" name="任意多边形: 形状 3274">
                    <a:extLst>
                      <a:ext uri="{FF2B5EF4-FFF2-40B4-BE49-F238E27FC236}">
                        <a16:creationId xmlns:a16="http://schemas.microsoft.com/office/drawing/2014/main" id="{5CD201A9-2EB8-3DF8-31F7-03A9C4BFAC7B}"/>
                      </a:ext>
                    </a:extLst>
                  </p:cNvPr>
                  <p:cNvSpPr/>
                  <p:nvPr/>
                </p:nvSpPr>
                <p:spPr>
                  <a:xfrm>
                    <a:off x="4790033" y="2886521"/>
                    <a:ext cx="147339" cy="80367"/>
                  </a:xfrm>
                  <a:custGeom>
                    <a:avLst/>
                    <a:gdLst>
                      <a:gd name="connsiteX0" fmla="*/ 0 w 147339"/>
                      <a:gd name="connsiteY0" fmla="*/ 6697 h 80367"/>
                      <a:gd name="connsiteX1" fmla="*/ 147340 w 147339"/>
                      <a:gd name="connsiteY1" fmla="*/ 0 h 80367"/>
                      <a:gd name="connsiteX2" fmla="*/ 147340 w 147339"/>
                      <a:gd name="connsiteY2" fmla="*/ 73670 h 80367"/>
                      <a:gd name="connsiteX3" fmla="*/ 0 w 147339"/>
                      <a:gd name="connsiteY3" fmla="*/ 80367 h 803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7339" h="80367">
                        <a:moveTo>
                          <a:pt x="0" y="6697"/>
                        </a:moveTo>
                        <a:lnTo>
                          <a:pt x="147340" y="0"/>
                        </a:lnTo>
                        <a:moveTo>
                          <a:pt x="147340" y="73670"/>
                        </a:moveTo>
                        <a:lnTo>
                          <a:pt x="0" y="80367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276" name="图形 38">
                    <a:extLst>
                      <a:ext uri="{FF2B5EF4-FFF2-40B4-BE49-F238E27FC236}">
                        <a16:creationId xmlns:a16="http://schemas.microsoft.com/office/drawing/2014/main" id="{EBE127DF-E882-6DE9-C324-34D85D6F7426}"/>
                      </a:ext>
                    </a:extLst>
                  </p:cNvPr>
                  <p:cNvGrpSpPr/>
                  <p:nvPr/>
                </p:nvGrpSpPr>
                <p:grpSpPr>
                  <a:xfrm>
                    <a:off x="4696271" y="2886521"/>
                    <a:ext cx="26789" cy="100458"/>
                    <a:chOff x="4696271" y="2886521"/>
                    <a:chExt cx="26789" cy="100458"/>
                  </a:xfrm>
                </p:grpSpPr>
                <p:sp>
                  <p:nvSpPr>
                    <p:cNvPr id="3277" name="任意多边形: 形状 3276">
                      <a:extLst>
                        <a:ext uri="{FF2B5EF4-FFF2-40B4-BE49-F238E27FC236}">
                          <a16:creationId xmlns:a16="http://schemas.microsoft.com/office/drawing/2014/main" id="{6122608B-33C3-5E60-73AC-01A524F95E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88652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78" name="任意多边形: 形状 3277">
                      <a:extLst>
                        <a:ext uri="{FF2B5EF4-FFF2-40B4-BE49-F238E27FC236}">
                          <a16:creationId xmlns:a16="http://schemas.microsoft.com/office/drawing/2014/main" id="{CC9F117B-AC1F-5E82-3663-3F2E7104E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88652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79" name="任意多边形: 形状 3278">
                      <a:extLst>
                        <a:ext uri="{FF2B5EF4-FFF2-40B4-BE49-F238E27FC236}">
                          <a16:creationId xmlns:a16="http://schemas.microsoft.com/office/drawing/2014/main" id="{BCF37099-F75E-7D67-F5E3-AFC2554768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6363" y="296019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0" name="任意多边形: 形状 3279">
                      <a:extLst>
                        <a:ext uri="{FF2B5EF4-FFF2-40B4-BE49-F238E27FC236}">
                          <a16:creationId xmlns:a16="http://schemas.microsoft.com/office/drawing/2014/main" id="{0AA8E8C2-5819-2C93-7850-95647E839B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6271" y="296019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130" name="图形 38">
                  <a:extLst>
                    <a:ext uri="{FF2B5EF4-FFF2-40B4-BE49-F238E27FC236}">
                      <a16:creationId xmlns:a16="http://schemas.microsoft.com/office/drawing/2014/main" id="{EF692A0D-FF58-EA2C-1FB0-4EB345F5939A}"/>
                    </a:ext>
                  </a:extLst>
                </p:cNvPr>
                <p:cNvGrpSpPr/>
                <p:nvPr/>
              </p:nvGrpSpPr>
              <p:grpSpPr>
                <a:xfrm>
                  <a:off x="5767833" y="2176611"/>
                  <a:ext cx="1192113" cy="308074"/>
                  <a:chOff x="5767833" y="2176611"/>
                  <a:chExt cx="1192113" cy="308074"/>
                </a:xfrm>
              </p:grpSpPr>
              <p:grpSp>
                <p:nvGrpSpPr>
                  <p:cNvPr id="3262" name="图形 38">
                    <a:extLst>
                      <a:ext uri="{FF2B5EF4-FFF2-40B4-BE49-F238E27FC236}">
                        <a16:creationId xmlns:a16="http://schemas.microsoft.com/office/drawing/2014/main" id="{D6CC93A0-6546-C6AC-30AB-3A37CE94B310}"/>
                      </a:ext>
                    </a:extLst>
                  </p:cNvPr>
                  <p:cNvGrpSpPr/>
                  <p:nvPr/>
                </p:nvGrpSpPr>
                <p:grpSpPr>
                  <a:xfrm>
                    <a:off x="5774531" y="2176611"/>
                    <a:ext cx="1185416" cy="308074"/>
                    <a:chOff x="5774531" y="2176611"/>
                    <a:chExt cx="1185416" cy="308074"/>
                  </a:xfrm>
                </p:grpSpPr>
                <p:sp>
                  <p:nvSpPr>
                    <p:cNvPr id="3270" name="任意多边形: 形状 3269">
                      <a:extLst>
                        <a:ext uri="{FF2B5EF4-FFF2-40B4-BE49-F238E27FC236}">
                          <a16:creationId xmlns:a16="http://schemas.microsoft.com/office/drawing/2014/main" id="{1350D361-0E5A-CF87-A170-B82CBCC546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176611"/>
                      <a:ext cx="1185416" cy="308074"/>
                    </a:xfrm>
                    <a:custGeom>
                      <a:avLst/>
                      <a:gdLst>
                        <a:gd name="connsiteX0" fmla="*/ 0 w 1185416"/>
                        <a:gd name="connsiteY0" fmla="*/ 94431 h 308074"/>
                        <a:gd name="connsiteX1" fmla="*/ 1185416 w 1185416"/>
                        <a:gd name="connsiteY1" fmla="*/ 0 h 308074"/>
                        <a:gd name="connsiteX2" fmla="*/ 1185416 w 1185416"/>
                        <a:gd name="connsiteY2" fmla="*/ 254496 h 308074"/>
                        <a:gd name="connsiteX3" fmla="*/ 0 w 1185416"/>
                        <a:gd name="connsiteY3" fmla="*/ 308074 h 308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308074">
                          <a:moveTo>
                            <a:pt x="0" y="94431"/>
                          </a:moveTo>
                          <a:lnTo>
                            <a:pt x="1185416" y="0"/>
                          </a:lnTo>
                          <a:lnTo>
                            <a:pt x="1185416" y="254496"/>
                          </a:lnTo>
                          <a:lnTo>
                            <a:pt x="0" y="308074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E4E4E"/>
                        </a:gs>
                        <a:gs pos="50000">
                          <a:srgbClr val="3A3A3A"/>
                        </a:gs>
                        <a:gs pos="100000">
                          <a:srgbClr val="262626"/>
                        </a:gs>
                      </a:gsLst>
                      <a:lin ang="10800000" scaled="1"/>
                    </a:gra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71" name="任意多边形: 形状 3270">
                      <a:extLst>
                        <a:ext uri="{FF2B5EF4-FFF2-40B4-BE49-F238E27FC236}">
                          <a16:creationId xmlns:a16="http://schemas.microsoft.com/office/drawing/2014/main" id="{C7F1BBF6-3C69-F0A7-BA65-2951ECC34C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176611"/>
                      <a:ext cx="1185416" cy="308074"/>
                    </a:xfrm>
                    <a:custGeom>
                      <a:avLst/>
                      <a:gdLst>
                        <a:gd name="connsiteX0" fmla="*/ 0 w 1185416"/>
                        <a:gd name="connsiteY0" fmla="*/ 94431 h 308074"/>
                        <a:gd name="connsiteX1" fmla="*/ 1185416 w 1185416"/>
                        <a:gd name="connsiteY1" fmla="*/ 0 h 308074"/>
                        <a:gd name="connsiteX2" fmla="*/ 1185416 w 1185416"/>
                        <a:gd name="connsiteY2" fmla="*/ 254496 h 308074"/>
                        <a:gd name="connsiteX3" fmla="*/ 0 w 1185416"/>
                        <a:gd name="connsiteY3" fmla="*/ 308074 h 308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308074">
                          <a:moveTo>
                            <a:pt x="0" y="94431"/>
                          </a:moveTo>
                          <a:lnTo>
                            <a:pt x="1185416" y="0"/>
                          </a:lnTo>
                          <a:lnTo>
                            <a:pt x="1185416" y="254496"/>
                          </a:lnTo>
                          <a:lnTo>
                            <a:pt x="0" y="30807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72" name="任意多边形: 形状 3271">
                      <a:extLst>
                        <a:ext uri="{FF2B5EF4-FFF2-40B4-BE49-F238E27FC236}">
                          <a16:creationId xmlns:a16="http://schemas.microsoft.com/office/drawing/2014/main" id="{46ACC129-2316-660B-1856-04BB834B78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1228" y="2183978"/>
                      <a:ext cx="1172021" cy="294009"/>
                    </a:xfrm>
                    <a:custGeom>
                      <a:avLst/>
                      <a:gdLst>
                        <a:gd name="connsiteX0" fmla="*/ 1172022 w 1172021"/>
                        <a:gd name="connsiteY0" fmla="*/ 0 h 294009"/>
                        <a:gd name="connsiteX1" fmla="*/ 1172022 w 1172021"/>
                        <a:gd name="connsiteY1" fmla="*/ 240432 h 294009"/>
                        <a:gd name="connsiteX2" fmla="*/ 0 w 1172021"/>
                        <a:gd name="connsiteY2" fmla="*/ 294010 h 294009"/>
                        <a:gd name="connsiteX3" fmla="*/ 0 w 1172021"/>
                        <a:gd name="connsiteY3" fmla="*/ 93762 h 294009"/>
                        <a:gd name="connsiteX4" fmla="*/ 1172022 w 1172021"/>
                        <a:gd name="connsiteY4" fmla="*/ 0 h 2940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72021" h="294009">
                          <a:moveTo>
                            <a:pt x="1172022" y="0"/>
                          </a:moveTo>
                          <a:lnTo>
                            <a:pt x="1172022" y="240432"/>
                          </a:lnTo>
                          <a:lnTo>
                            <a:pt x="0" y="294010"/>
                          </a:lnTo>
                          <a:lnTo>
                            <a:pt x="0" y="93762"/>
                          </a:lnTo>
                          <a:lnTo>
                            <a:pt x="1172022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263" name="任意多边形: 形状 3262">
                    <a:extLst>
                      <a:ext uri="{FF2B5EF4-FFF2-40B4-BE49-F238E27FC236}">
                        <a16:creationId xmlns:a16="http://schemas.microsoft.com/office/drawing/2014/main" id="{6B627852-8C13-A4F4-12FE-69BB20BB792F}"/>
                      </a:ext>
                    </a:extLst>
                  </p:cNvPr>
                  <p:cNvSpPr/>
                  <p:nvPr/>
                </p:nvSpPr>
                <p:spPr>
                  <a:xfrm>
                    <a:off x="6189761" y="2277070"/>
                    <a:ext cx="656332" cy="113853"/>
                  </a:xfrm>
                  <a:custGeom>
                    <a:avLst/>
                    <a:gdLst>
                      <a:gd name="connsiteX0" fmla="*/ 0 w 656332"/>
                      <a:gd name="connsiteY0" fmla="*/ 40184 h 113853"/>
                      <a:gd name="connsiteX1" fmla="*/ 656332 w 656332"/>
                      <a:gd name="connsiteY1" fmla="*/ 0 h 113853"/>
                      <a:gd name="connsiteX2" fmla="*/ 656332 w 656332"/>
                      <a:gd name="connsiteY2" fmla="*/ 73670 h 113853"/>
                      <a:gd name="connsiteX3" fmla="*/ 0 w 656332"/>
                      <a:gd name="connsiteY3" fmla="*/ 113854 h 1138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6332" h="113853">
                        <a:moveTo>
                          <a:pt x="0" y="40184"/>
                        </a:moveTo>
                        <a:lnTo>
                          <a:pt x="656332" y="0"/>
                        </a:lnTo>
                        <a:lnTo>
                          <a:pt x="656332" y="73670"/>
                        </a:lnTo>
                        <a:lnTo>
                          <a:pt x="0" y="11385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64" name="任意多边形: 形状 3263">
                    <a:extLst>
                      <a:ext uri="{FF2B5EF4-FFF2-40B4-BE49-F238E27FC236}">
                        <a16:creationId xmlns:a16="http://schemas.microsoft.com/office/drawing/2014/main" id="{133D89BF-8CC4-6A72-6B26-40EB5CB44043}"/>
                      </a:ext>
                    </a:extLst>
                  </p:cNvPr>
                  <p:cNvSpPr/>
                  <p:nvPr/>
                </p:nvSpPr>
                <p:spPr>
                  <a:xfrm>
                    <a:off x="5874990" y="2323951"/>
                    <a:ext cx="167431" cy="87064"/>
                  </a:xfrm>
                  <a:custGeom>
                    <a:avLst/>
                    <a:gdLst>
                      <a:gd name="connsiteX0" fmla="*/ 0 w 167431"/>
                      <a:gd name="connsiteY0" fmla="*/ 10716 h 87064"/>
                      <a:gd name="connsiteX1" fmla="*/ 167432 w 167431"/>
                      <a:gd name="connsiteY1" fmla="*/ 0 h 87064"/>
                      <a:gd name="connsiteX2" fmla="*/ 167432 w 167431"/>
                      <a:gd name="connsiteY2" fmla="*/ 76349 h 87064"/>
                      <a:gd name="connsiteX3" fmla="*/ 0 w 167431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7431" h="87064">
                        <a:moveTo>
                          <a:pt x="0" y="10716"/>
                        </a:moveTo>
                        <a:lnTo>
                          <a:pt x="167432" y="0"/>
                        </a:lnTo>
                        <a:moveTo>
                          <a:pt x="167432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265" name="图形 38">
                    <a:extLst>
                      <a:ext uri="{FF2B5EF4-FFF2-40B4-BE49-F238E27FC236}">
                        <a16:creationId xmlns:a16="http://schemas.microsoft.com/office/drawing/2014/main" id="{9A33C194-27B4-4CFE-4C01-779D659E6838}"/>
                      </a:ext>
                    </a:extLst>
                  </p:cNvPr>
                  <p:cNvGrpSpPr/>
                  <p:nvPr/>
                </p:nvGrpSpPr>
                <p:grpSpPr>
                  <a:xfrm>
                    <a:off x="5767833" y="2323951"/>
                    <a:ext cx="26789" cy="100458"/>
                    <a:chOff x="5767833" y="2323951"/>
                    <a:chExt cx="26789" cy="100458"/>
                  </a:xfrm>
                </p:grpSpPr>
                <p:sp>
                  <p:nvSpPr>
                    <p:cNvPr id="3266" name="任意多边形: 形状 3265">
                      <a:extLst>
                        <a:ext uri="{FF2B5EF4-FFF2-40B4-BE49-F238E27FC236}">
                          <a16:creationId xmlns:a16="http://schemas.microsoft.com/office/drawing/2014/main" id="{39B0E259-1A98-0F76-6619-92D27D8625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32395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67" name="任意多边形: 形状 3266">
                      <a:extLst>
                        <a:ext uri="{FF2B5EF4-FFF2-40B4-BE49-F238E27FC236}">
                          <a16:creationId xmlns:a16="http://schemas.microsoft.com/office/drawing/2014/main" id="{56534579-0466-B722-666A-381F2B7FC7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32395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68" name="任意多边形: 形状 3267">
                      <a:extLst>
                        <a:ext uri="{FF2B5EF4-FFF2-40B4-BE49-F238E27FC236}">
                          <a16:creationId xmlns:a16="http://schemas.microsoft.com/office/drawing/2014/main" id="{4A566342-99C6-A2D5-78D1-AC3A2C6192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397621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69" name="任意多边形: 形状 3268">
                      <a:extLst>
                        <a:ext uri="{FF2B5EF4-FFF2-40B4-BE49-F238E27FC236}">
                          <a16:creationId xmlns:a16="http://schemas.microsoft.com/office/drawing/2014/main" id="{E0CCF080-D6A7-2A68-F760-B75D1E16CA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397621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131" name="图形 38">
                  <a:extLst>
                    <a:ext uri="{FF2B5EF4-FFF2-40B4-BE49-F238E27FC236}">
                      <a16:creationId xmlns:a16="http://schemas.microsoft.com/office/drawing/2014/main" id="{FFC82C7A-36A0-CA95-CBD6-387DC80F56D2}"/>
                    </a:ext>
                  </a:extLst>
                </p:cNvPr>
                <p:cNvGrpSpPr/>
                <p:nvPr/>
              </p:nvGrpSpPr>
              <p:grpSpPr>
                <a:xfrm>
                  <a:off x="5767833" y="2451199"/>
                  <a:ext cx="1192113" cy="294679"/>
                  <a:chOff x="5767833" y="2451199"/>
                  <a:chExt cx="1192113" cy="294679"/>
                </a:xfrm>
              </p:grpSpPr>
              <p:grpSp>
                <p:nvGrpSpPr>
                  <p:cNvPr id="3251" name="图形 38">
                    <a:extLst>
                      <a:ext uri="{FF2B5EF4-FFF2-40B4-BE49-F238E27FC236}">
                        <a16:creationId xmlns:a16="http://schemas.microsoft.com/office/drawing/2014/main" id="{564BAEC8-2333-3CC7-945F-A170C34394AB}"/>
                      </a:ext>
                    </a:extLst>
                  </p:cNvPr>
                  <p:cNvGrpSpPr/>
                  <p:nvPr/>
                </p:nvGrpSpPr>
                <p:grpSpPr>
                  <a:xfrm>
                    <a:off x="5774531" y="2451199"/>
                    <a:ext cx="1185416" cy="294679"/>
                    <a:chOff x="5774531" y="2451199"/>
                    <a:chExt cx="1185416" cy="294679"/>
                  </a:xfrm>
                </p:grpSpPr>
                <p:sp>
                  <p:nvSpPr>
                    <p:cNvPr id="3259" name="任意多边形: 形状 3258">
                      <a:extLst>
                        <a:ext uri="{FF2B5EF4-FFF2-40B4-BE49-F238E27FC236}">
                          <a16:creationId xmlns:a16="http://schemas.microsoft.com/office/drawing/2014/main" id="{39CB3F94-AE01-BC36-67C4-98B9E91DCF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451199"/>
                      <a:ext cx="1185416" cy="294679"/>
                    </a:xfrm>
                    <a:custGeom>
                      <a:avLst/>
                      <a:gdLst>
                        <a:gd name="connsiteX0" fmla="*/ 0 w 1185416"/>
                        <a:gd name="connsiteY0" fmla="*/ 60275 h 294679"/>
                        <a:gd name="connsiteX1" fmla="*/ 1185416 w 1185416"/>
                        <a:gd name="connsiteY1" fmla="*/ 0 h 294679"/>
                        <a:gd name="connsiteX2" fmla="*/ 1185416 w 1185416"/>
                        <a:gd name="connsiteY2" fmla="*/ 231056 h 294679"/>
                        <a:gd name="connsiteX3" fmla="*/ 0 w 1185416"/>
                        <a:gd name="connsiteY3" fmla="*/ 294680 h 2946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94679">
                          <a:moveTo>
                            <a:pt x="0" y="60275"/>
                          </a:moveTo>
                          <a:lnTo>
                            <a:pt x="1185416" y="0"/>
                          </a:lnTo>
                          <a:lnTo>
                            <a:pt x="1185416" y="231056"/>
                          </a:lnTo>
                          <a:lnTo>
                            <a:pt x="0" y="29468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E4E4E"/>
                        </a:gs>
                        <a:gs pos="50000">
                          <a:srgbClr val="3A3A3A"/>
                        </a:gs>
                        <a:gs pos="100000">
                          <a:srgbClr val="262626"/>
                        </a:gs>
                      </a:gsLst>
                      <a:lin ang="10800000" scaled="1"/>
                    </a:gra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60" name="任意多边形: 形状 3259">
                      <a:extLst>
                        <a:ext uri="{FF2B5EF4-FFF2-40B4-BE49-F238E27FC236}">
                          <a16:creationId xmlns:a16="http://schemas.microsoft.com/office/drawing/2014/main" id="{8F69AE39-CAEA-CF3A-FA87-4014F0C5F5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451199"/>
                      <a:ext cx="1185416" cy="294679"/>
                    </a:xfrm>
                    <a:custGeom>
                      <a:avLst/>
                      <a:gdLst>
                        <a:gd name="connsiteX0" fmla="*/ 0 w 1185416"/>
                        <a:gd name="connsiteY0" fmla="*/ 60275 h 294679"/>
                        <a:gd name="connsiteX1" fmla="*/ 1185416 w 1185416"/>
                        <a:gd name="connsiteY1" fmla="*/ 0 h 294679"/>
                        <a:gd name="connsiteX2" fmla="*/ 1185416 w 1185416"/>
                        <a:gd name="connsiteY2" fmla="*/ 231056 h 294679"/>
                        <a:gd name="connsiteX3" fmla="*/ 0 w 1185416"/>
                        <a:gd name="connsiteY3" fmla="*/ 294680 h 2946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94679">
                          <a:moveTo>
                            <a:pt x="0" y="60275"/>
                          </a:moveTo>
                          <a:lnTo>
                            <a:pt x="1185416" y="0"/>
                          </a:lnTo>
                          <a:lnTo>
                            <a:pt x="1185416" y="231056"/>
                          </a:lnTo>
                          <a:lnTo>
                            <a:pt x="0" y="29468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61" name="任意多边形: 形状 3260">
                      <a:extLst>
                        <a:ext uri="{FF2B5EF4-FFF2-40B4-BE49-F238E27FC236}">
                          <a16:creationId xmlns:a16="http://schemas.microsoft.com/office/drawing/2014/main" id="{854D2059-AFDA-4B0C-8B97-3BBA37B316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1228" y="2458566"/>
                      <a:ext cx="1172021" cy="279945"/>
                    </a:xfrm>
                    <a:custGeom>
                      <a:avLst/>
                      <a:gdLst>
                        <a:gd name="connsiteX0" fmla="*/ 1172022 w 1172021"/>
                        <a:gd name="connsiteY0" fmla="*/ 0 h 279945"/>
                        <a:gd name="connsiteX1" fmla="*/ 1172022 w 1172021"/>
                        <a:gd name="connsiteY1" fmla="*/ 217661 h 279945"/>
                        <a:gd name="connsiteX2" fmla="*/ 0 w 1172021"/>
                        <a:gd name="connsiteY2" fmla="*/ 279946 h 279945"/>
                        <a:gd name="connsiteX3" fmla="*/ 0 w 1172021"/>
                        <a:gd name="connsiteY3" fmla="*/ 59606 h 279945"/>
                        <a:gd name="connsiteX4" fmla="*/ 1172022 w 1172021"/>
                        <a:gd name="connsiteY4" fmla="*/ 0 h 2799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72021" h="279945">
                          <a:moveTo>
                            <a:pt x="1172022" y="0"/>
                          </a:moveTo>
                          <a:lnTo>
                            <a:pt x="1172022" y="217661"/>
                          </a:lnTo>
                          <a:lnTo>
                            <a:pt x="0" y="279946"/>
                          </a:lnTo>
                          <a:lnTo>
                            <a:pt x="0" y="59606"/>
                          </a:lnTo>
                          <a:lnTo>
                            <a:pt x="1172022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252" name="任意多边形: 形状 3251">
                    <a:extLst>
                      <a:ext uri="{FF2B5EF4-FFF2-40B4-BE49-F238E27FC236}">
                        <a16:creationId xmlns:a16="http://schemas.microsoft.com/office/drawing/2014/main" id="{E9769D47-0717-6CFA-8857-20BDB38123BA}"/>
                      </a:ext>
                    </a:extLst>
                  </p:cNvPr>
                  <p:cNvSpPr/>
                  <p:nvPr/>
                </p:nvSpPr>
                <p:spPr>
                  <a:xfrm>
                    <a:off x="6189761" y="2538263"/>
                    <a:ext cx="656332" cy="107156"/>
                  </a:xfrm>
                  <a:custGeom>
                    <a:avLst/>
                    <a:gdLst>
                      <a:gd name="connsiteX0" fmla="*/ 0 w 656332"/>
                      <a:gd name="connsiteY0" fmla="*/ 33486 h 107156"/>
                      <a:gd name="connsiteX1" fmla="*/ 656332 w 656332"/>
                      <a:gd name="connsiteY1" fmla="*/ 0 h 107156"/>
                      <a:gd name="connsiteX2" fmla="*/ 656332 w 656332"/>
                      <a:gd name="connsiteY2" fmla="*/ 73670 h 107156"/>
                      <a:gd name="connsiteX3" fmla="*/ 0 w 656332"/>
                      <a:gd name="connsiteY3" fmla="*/ 107156 h 107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6332" h="107156">
                        <a:moveTo>
                          <a:pt x="0" y="33486"/>
                        </a:moveTo>
                        <a:lnTo>
                          <a:pt x="656332" y="0"/>
                        </a:lnTo>
                        <a:lnTo>
                          <a:pt x="656332" y="73670"/>
                        </a:lnTo>
                        <a:lnTo>
                          <a:pt x="0" y="107156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53" name="任意多边形: 形状 3252">
                    <a:extLst>
                      <a:ext uri="{FF2B5EF4-FFF2-40B4-BE49-F238E27FC236}">
                        <a16:creationId xmlns:a16="http://schemas.microsoft.com/office/drawing/2014/main" id="{8EC01804-66FB-F00A-F9EC-DCD96EEFC333}"/>
                      </a:ext>
                    </a:extLst>
                  </p:cNvPr>
                  <p:cNvSpPr/>
                  <p:nvPr/>
                </p:nvSpPr>
                <p:spPr>
                  <a:xfrm>
                    <a:off x="5874990" y="2578447"/>
                    <a:ext cx="167431" cy="87064"/>
                  </a:xfrm>
                  <a:custGeom>
                    <a:avLst/>
                    <a:gdLst>
                      <a:gd name="connsiteX0" fmla="*/ 0 w 167431"/>
                      <a:gd name="connsiteY0" fmla="*/ 10716 h 87064"/>
                      <a:gd name="connsiteX1" fmla="*/ 167432 w 167431"/>
                      <a:gd name="connsiteY1" fmla="*/ 0 h 87064"/>
                      <a:gd name="connsiteX2" fmla="*/ 167432 w 167431"/>
                      <a:gd name="connsiteY2" fmla="*/ 76349 h 87064"/>
                      <a:gd name="connsiteX3" fmla="*/ 0 w 167431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7431" h="87064">
                        <a:moveTo>
                          <a:pt x="0" y="10716"/>
                        </a:moveTo>
                        <a:lnTo>
                          <a:pt x="167432" y="0"/>
                        </a:lnTo>
                        <a:moveTo>
                          <a:pt x="167432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254" name="图形 38">
                    <a:extLst>
                      <a:ext uri="{FF2B5EF4-FFF2-40B4-BE49-F238E27FC236}">
                        <a16:creationId xmlns:a16="http://schemas.microsoft.com/office/drawing/2014/main" id="{339F5B6E-0DD1-7EFA-BF66-B6CC2C6CA2AB}"/>
                      </a:ext>
                    </a:extLst>
                  </p:cNvPr>
                  <p:cNvGrpSpPr/>
                  <p:nvPr/>
                </p:nvGrpSpPr>
                <p:grpSpPr>
                  <a:xfrm>
                    <a:off x="5767833" y="2578447"/>
                    <a:ext cx="26789" cy="100458"/>
                    <a:chOff x="5767833" y="2578447"/>
                    <a:chExt cx="26789" cy="100458"/>
                  </a:xfrm>
                </p:grpSpPr>
                <p:sp>
                  <p:nvSpPr>
                    <p:cNvPr id="3255" name="任意多边形: 形状 3254">
                      <a:extLst>
                        <a:ext uri="{FF2B5EF4-FFF2-40B4-BE49-F238E27FC236}">
                          <a16:creationId xmlns:a16="http://schemas.microsoft.com/office/drawing/2014/main" id="{BE31EA18-731B-CA81-1DB4-85D94D878B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57844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56" name="任意多边形: 形状 3255">
                      <a:extLst>
                        <a:ext uri="{FF2B5EF4-FFF2-40B4-BE49-F238E27FC236}">
                          <a16:creationId xmlns:a16="http://schemas.microsoft.com/office/drawing/2014/main" id="{17F457B0-ECF6-5E6D-D33C-199A5AABD6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57844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57" name="任意多边形: 形状 3256">
                      <a:extLst>
                        <a:ext uri="{FF2B5EF4-FFF2-40B4-BE49-F238E27FC236}">
                          <a16:creationId xmlns:a16="http://schemas.microsoft.com/office/drawing/2014/main" id="{D360F31D-778F-3D5B-228A-3F595AD126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652117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58" name="任意多边形: 形状 3257">
                      <a:extLst>
                        <a:ext uri="{FF2B5EF4-FFF2-40B4-BE49-F238E27FC236}">
                          <a16:creationId xmlns:a16="http://schemas.microsoft.com/office/drawing/2014/main" id="{25B12F47-8505-88B0-8128-4E7499C2F9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652117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132" name="图形 38">
                  <a:extLst>
                    <a:ext uri="{FF2B5EF4-FFF2-40B4-BE49-F238E27FC236}">
                      <a16:creationId xmlns:a16="http://schemas.microsoft.com/office/drawing/2014/main" id="{617E0E84-9201-92BA-C300-4537FC773BA6}"/>
                    </a:ext>
                  </a:extLst>
                </p:cNvPr>
                <p:cNvGrpSpPr/>
                <p:nvPr/>
              </p:nvGrpSpPr>
              <p:grpSpPr>
                <a:xfrm>
                  <a:off x="5767833" y="2705695"/>
                  <a:ext cx="1192113" cy="287982"/>
                  <a:chOff x="5767833" y="2705695"/>
                  <a:chExt cx="1192113" cy="287982"/>
                </a:xfrm>
              </p:grpSpPr>
              <p:grpSp>
                <p:nvGrpSpPr>
                  <p:cNvPr id="3240" name="图形 38">
                    <a:extLst>
                      <a:ext uri="{FF2B5EF4-FFF2-40B4-BE49-F238E27FC236}">
                        <a16:creationId xmlns:a16="http://schemas.microsoft.com/office/drawing/2014/main" id="{9A50D307-E9AD-F605-266B-F7B29DF8F8A6}"/>
                      </a:ext>
                    </a:extLst>
                  </p:cNvPr>
                  <p:cNvGrpSpPr/>
                  <p:nvPr/>
                </p:nvGrpSpPr>
                <p:grpSpPr>
                  <a:xfrm>
                    <a:off x="5774531" y="2705695"/>
                    <a:ext cx="1185416" cy="287982"/>
                    <a:chOff x="5774531" y="2705695"/>
                    <a:chExt cx="1185416" cy="287982"/>
                  </a:xfrm>
                </p:grpSpPr>
                <p:sp>
                  <p:nvSpPr>
                    <p:cNvPr id="3248" name="任意多边形: 形状 3247">
                      <a:extLst>
                        <a:ext uri="{FF2B5EF4-FFF2-40B4-BE49-F238E27FC236}">
                          <a16:creationId xmlns:a16="http://schemas.microsoft.com/office/drawing/2014/main" id="{75EC4291-2391-2D0F-2A25-DD2A190B8D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705695"/>
                      <a:ext cx="1185416" cy="287982"/>
                    </a:xfrm>
                    <a:custGeom>
                      <a:avLst/>
                      <a:gdLst>
                        <a:gd name="connsiteX0" fmla="*/ 0 w 1185416"/>
                        <a:gd name="connsiteY0" fmla="*/ 63624 h 287982"/>
                        <a:gd name="connsiteX1" fmla="*/ 1185416 w 1185416"/>
                        <a:gd name="connsiteY1" fmla="*/ 0 h 287982"/>
                        <a:gd name="connsiteX2" fmla="*/ 1185416 w 1185416"/>
                        <a:gd name="connsiteY2" fmla="*/ 247799 h 287982"/>
                        <a:gd name="connsiteX3" fmla="*/ 0 w 1185416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87982">
                          <a:moveTo>
                            <a:pt x="0" y="63624"/>
                          </a:moveTo>
                          <a:lnTo>
                            <a:pt x="1185416" y="0"/>
                          </a:lnTo>
                          <a:lnTo>
                            <a:pt x="1185416" y="247799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E4E4E"/>
                        </a:gs>
                        <a:gs pos="50000">
                          <a:srgbClr val="3A3A3A"/>
                        </a:gs>
                        <a:gs pos="100000">
                          <a:srgbClr val="262626"/>
                        </a:gs>
                      </a:gsLst>
                      <a:lin ang="10800000" scaled="1"/>
                    </a:gra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49" name="任意多边形: 形状 3248">
                      <a:extLst>
                        <a:ext uri="{FF2B5EF4-FFF2-40B4-BE49-F238E27FC236}">
                          <a16:creationId xmlns:a16="http://schemas.microsoft.com/office/drawing/2014/main" id="{6FF07790-A892-C181-703C-362D3A41FB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4531" y="2705695"/>
                      <a:ext cx="1185416" cy="287982"/>
                    </a:xfrm>
                    <a:custGeom>
                      <a:avLst/>
                      <a:gdLst>
                        <a:gd name="connsiteX0" fmla="*/ 0 w 1185416"/>
                        <a:gd name="connsiteY0" fmla="*/ 63624 h 287982"/>
                        <a:gd name="connsiteX1" fmla="*/ 1185416 w 1185416"/>
                        <a:gd name="connsiteY1" fmla="*/ 0 h 287982"/>
                        <a:gd name="connsiteX2" fmla="*/ 1185416 w 1185416"/>
                        <a:gd name="connsiteY2" fmla="*/ 247799 h 287982"/>
                        <a:gd name="connsiteX3" fmla="*/ 0 w 1185416"/>
                        <a:gd name="connsiteY3" fmla="*/ 287982 h 2879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85416" h="287982">
                          <a:moveTo>
                            <a:pt x="0" y="63624"/>
                          </a:moveTo>
                          <a:lnTo>
                            <a:pt x="1185416" y="0"/>
                          </a:lnTo>
                          <a:lnTo>
                            <a:pt x="1185416" y="247799"/>
                          </a:lnTo>
                          <a:lnTo>
                            <a:pt x="0" y="28798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50" name="任意多边形: 形状 3249">
                      <a:extLst>
                        <a:ext uri="{FF2B5EF4-FFF2-40B4-BE49-F238E27FC236}">
                          <a16:creationId xmlns:a16="http://schemas.microsoft.com/office/drawing/2014/main" id="{859FE3C8-E60D-C6BA-4B44-72EF6A3C23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1228" y="2713062"/>
                      <a:ext cx="1172021" cy="273918"/>
                    </a:xfrm>
                    <a:custGeom>
                      <a:avLst/>
                      <a:gdLst>
                        <a:gd name="connsiteX0" fmla="*/ 1172022 w 1172021"/>
                        <a:gd name="connsiteY0" fmla="*/ 0 h 273918"/>
                        <a:gd name="connsiteX1" fmla="*/ 1172022 w 1172021"/>
                        <a:gd name="connsiteY1" fmla="*/ 233735 h 273918"/>
                        <a:gd name="connsiteX2" fmla="*/ 0 w 1172021"/>
                        <a:gd name="connsiteY2" fmla="*/ 273918 h 273918"/>
                        <a:gd name="connsiteX3" fmla="*/ 0 w 1172021"/>
                        <a:gd name="connsiteY3" fmla="*/ 62284 h 273918"/>
                        <a:gd name="connsiteX4" fmla="*/ 1172022 w 1172021"/>
                        <a:gd name="connsiteY4" fmla="*/ 0 h 2739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72021" h="273918">
                          <a:moveTo>
                            <a:pt x="1172022" y="0"/>
                          </a:moveTo>
                          <a:lnTo>
                            <a:pt x="1172022" y="233735"/>
                          </a:lnTo>
                          <a:lnTo>
                            <a:pt x="0" y="273918"/>
                          </a:lnTo>
                          <a:lnTo>
                            <a:pt x="0" y="62284"/>
                          </a:lnTo>
                          <a:lnTo>
                            <a:pt x="1172022" y="0"/>
                          </a:lnTo>
                          <a:close/>
                        </a:path>
                      </a:pathLst>
                    </a:custGeom>
                    <a:noFill/>
                    <a:ln w="13395" cap="flat">
                      <a:solidFill>
                        <a:srgbClr val="45434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241" name="任意多边形: 形状 3240">
                    <a:extLst>
                      <a:ext uri="{FF2B5EF4-FFF2-40B4-BE49-F238E27FC236}">
                        <a16:creationId xmlns:a16="http://schemas.microsoft.com/office/drawing/2014/main" id="{56F4D92F-1366-2A1E-3088-8AC46E064C0B}"/>
                      </a:ext>
                    </a:extLst>
                  </p:cNvPr>
                  <p:cNvSpPr/>
                  <p:nvPr/>
                </p:nvSpPr>
                <p:spPr>
                  <a:xfrm>
                    <a:off x="6189761" y="2796108"/>
                    <a:ext cx="663029" cy="110504"/>
                  </a:xfrm>
                  <a:custGeom>
                    <a:avLst/>
                    <a:gdLst>
                      <a:gd name="connsiteX0" fmla="*/ 6697 w 663029"/>
                      <a:gd name="connsiteY0" fmla="*/ 30138 h 110504"/>
                      <a:gd name="connsiteX1" fmla="*/ 663029 w 663029"/>
                      <a:gd name="connsiteY1" fmla="*/ 0 h 110504"/>
                      <a:gd name="connsiteX2" fmla="*/ 663029 w 663029"/>
                      <a:gd name="connsiteY2" fmla="*/ 80367 h 110504"/>
                      <a:gd name="connsiteX3" fmla="*/ 0 w 663029"/>
                      <a:gd name="connsiteY3" fmla="*/ 110505 h 1105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3029" h="110504">
                        <a:moveTo>
                          <a:pt x="6697" y="30138"/>
                        </a:moveTo>
                        <a:lnTo>
                          <a:pt x="663029" y="0"/>
                        </a:lnTo>
                        <a:lnTo>
                          <a:pt x="663029" y="80367"/>
                        </a:lnTo>
                        <a:lnTo>
                          <a:pt x="0" y="110505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42" name="任意多边形: 形状 3241">
                    <a:extLst>
                      <a:ext uri="{FF2B5EF4-FFF2-40B4-BE49-F238E27FC236}">
                        <a16:creationId xmlns:a16="http://schemas.microsoft.com/office/drawing/2014/main" id="{CB748D54-4290-5E8E-96B9-940DF7F1847E}"/>
                      </a:ext>
                    </a:extLst>
                  </p:cNvPr>
                  <p:cNvSpPr/>
                  <p:nvPr/>
                </p:nvSpPr>
                <p:spPr>
                  <a:xfrm>
                    <a:off x="5874990" y="2839640"/>
                    <a:ext cx="167431" cy="87064"/>
                  </a:xfrm>
                  <a:custGeom>
                    <a:avLst/>
                    <a:gdLst>
                      <a:gd name="connsiteX0" fmla="*/ 0 w 167431"/>
                      <a:gd name="connsiteY0" fmla="*/ 10716 h 87064"/>
                      <a:gd name="connsiteX1" fmla="*/ 167432 w 167431"/>
                      <a:gd name="connsiteY1" fmla="*/ 0 h 87064"/>
                      <a:gd name="connsiteX2" fmla="*/ 167432 w 167431"/>
                      <a:gd name="connsiteY2" fmla="*/ 76349 h 87064"/>
                      <a:gd name="connsiteX3" fmla="*/ 0 w 167431"/>
                      <a:gd name="connsiteY3" fmla="*/ 87064 h 87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7431" h="87064">
                        <a:moveTo>
                          <a:pt x="0" y="10716"/>
                        </a:moveTo>
                        <a:lnTo>
                          <a:pt x="167432" y="0"/>
                        </a:lnTo>
                        <a:moveTo>
                          <a:pt x="167432" y="76349"/>
                        </a:moveTo>
                        <a:lnTo>
                          <a:pt x="0" y="87064"/>
                        </a:lnTo>
                      </a:path>
                    </a:pathLst>
                  </a:custGeom>
                  <a:noFill/>
                  <a:ln w="13395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243" name="图形 38">
                    <a:extLst>
                      <a:ext uri="{FF2B5EF4-FFF2-40B4-BE49-F238E27FC236}">
                        <a16:creationId xmlns:a16="http://schemas.microsoft.com/office/drawing/2014/main" id="{65A9CA28-5398-4595-5668-BE541C5443B6}"/>
                      </a:ext>
                    </a:extLst>
                  </p:cNvPr>
                  <p:cNvGrpSpPr/>
                  <p:nvPr/>
                </p:nvGrpSpPr>
                <p:grpSpPr>
                  <a:xfrm>
                    <a:off x="5767833" y="2832943"/>
                    <a:ext cx="26789" cy="100458"/>
                    <a:chOff x="5767833" y="2832943"/>
                    <a:chExt cx="26789" cy="100458"/>
                  </a:xfrm>
                </p:grpSpPr>
                <p:sp>
                  <p:nvSpPr>
                    <p:cNvPr id="3244" name="任意多边形: 形状 3243">
                      <a:extLst>
                        <a:ext uri="{FF2B5EF4-FFF2-40B4-BE49-F238E27FC236}">
                          <a16:creationId xmlns:a16="http://schemas.microsoft.com/office/drawing/2014/main" id="{4534945E-00A5-BC0C-DDB0-C2FA0D534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832943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45" name="任意多边形: 形状 3244">
                      <a:extLst>
                        <a:ext uri="{FF2B5EF4-FFF2-40B4-BE49-F238E27FC236}">
                          <a16:creationId xmlns:a16="http://schemas.microsoft.com/office/drawing/2014/main" id="{CE638734-5FE2-9515-378B-1CD36E17CA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832943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46" name="任意多边形: 形状 3245">
                      <a:extLst>
                        <a:ext uri="{FF2B5EF4-FFF2-40B4-BE49-F238E27FC236}">
                          <a16:creationId xmlns:a16="http://schemas.microsoft.com/office/drawing/2014/main" id="{66641DD8-8254-6EED-7DB7-B13028929B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87925" y="2906613"/>
                      <a:ext cx="6697" cy="26789"/>
                    </a:xfrm>
                    <a:custGeom>
                      <a:avLst/>
                      <a:gdLst>
                        <a:gd name="connsiteX0" fmla="*/ 0 w 6697"/>
                        <a:gd name="connsiteY0" fmla="*/ 0 h 26789"/>
                        <a:gd name="connsiteX1" fmla="*/ 6697 w 6697"/>
                        <a:gd name="connsiteY1" fmla="*/ 0 h 26789"/>
                        <a:gd name="connsiteX2" fmla="*/ 6697 w 6697"/>
                        <a:gd name="connsiteY2" fmla="*/ 26789 h 26789"/>
                        <a:gd name="connsiteX3" fmla="*/ 0 w 6697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97" h="26789">
                          <a:moveTo>
                            <a:pt x="0" y="0"/>
                          </a:moveTo>
                          <a:lnTo>
                            <a:pt x="6697" y="0"/>
                          </a:lnTo>
                          <a:lnTo>
                            <a:pt x="6697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B2A22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47" name="任意多边形: 形状 3246">
                      <a:extLst>
                        <a:ext uri="{FF2B5EF4-FFF2-40B4-BE49-F238E27FC236}">
                          <a16:creationId xmlns:a16="http://schemas.microsoft.com/office/drawing/2014/main" id="{FD204286-F3D2-611D-DBA2-78567BCA7A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7833" y="2906613"/>
                      <a:ext cx="20091" cy="26789"/>
                    </a:xfrm>
                    <a:custGeom>
                      <a:avLst/>
                      <a:gdLst>
                        <a:gd name="connsiteX0" fmla="*/ 0 w 20091"/>
                        <a:gd name="connsiteY0" fmla="*/ 0 h 26789"/>
                        <a:gd name="connsiteX1" fmla="*/ 20092 w 20091"/>
                        <a:gd name="connsiteY1" fmla="*/ 0 h 26789"/>
                        <a:gd name="connsiteX2" fmla="*/ 20092 w 20091"/>
                        <a:gd name="connsiteY2" fmla="*/ 26789 h 26789"/>
                        <a:gd name="connsiteX3" fmla="*/ 0 w 20091"/>
                        <a:gd name="connsiteY3" fmla="*/ 26789 h 267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091" h="26789">
                          <a:moveTo>
                            <a:pt x="0" y="0"/>
                          </a:moveTo>
                          <a:lnTo>
                            <a:pt x="20092" y="0"/>
                          </a:lnTo>
                          <a:lnTo>
                            <a:pt x="20092" y="26789"/>
                          </a:lnTo>
                          <a:lnTo>
                            <a:pt x="0" y="26789"/>
                          </a:lnTo>
                          <a:close/>
                        </a:path>
                      </a:pathLst>
                    </a:custGeom>
                    <a:solidFill>
                      <a:srgbClr val="EAD431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133" name="图形 38">
                  <a:extLst>
                    <a:ext uri="{FF2B5EF4-FFF2-40B4-BE49-F238E27FC236}">
                      <a16:creationId xmlns:a16="http://schemas.microsoft.com/office/drawing/2014/main" id="{969D7BE8-7C1A-9F4C-DA19-3DF17A0134E0}"/>
                    </a:ext>
                  </a:extLst>
                </p:cNvPr>
                <p:cNvGrpSpPr/>
                <p:nvPr/>
              </p:nvGrpSpPr>
              <p:grpSpPr>
                <a:xfrm>
                  <a:off x="6986736" y="2129730"/>
                  <a:ext cx="549175" cy="796974"/>
                  <a:chOff x="6986736" y="2129730"/>
                  <a:chExt cx="549175" cy="796974"/>
                </a:xfrm>
              </p:grpSpPr>
              <p:sp>
                <p:nvSpPr>
                  <p:cNvPr id="3163" name="任意多边形: 形状 3162">
                    <a:extLst>
                      <a:ext uri="{FF2B5EF4-FFF2-40B4-BE49-F238E27FC236}">
                        <a16:creationId xmlns:a16="http://schemas.microsoft.com/office/drawing/2014/main" id="{C3097790-4E75-2AFD-E372-4F82641A0EDB}"/>
                      </a:ext>
                    </a:extLst>
                  </p:cNvPr>
                  <p:cNvSpPr/>
                  <p:nvPr/>
                </p:nvSpPr>
                <p:spPr>
                  <a:xfrm>
                    <a:off x="6986736" y="2129730"/>
                    <a:ext cx="549175" cy="545827"/>
                  </a:xfrm>
                  <a:custGeom>
                    <a:avLst/>
                    <a:gdLst>
                      <a:gd name="connsiteX0" fmla="*/ 0 w 549175"/>
                      <a:gd name="connsiteY0" fmla="*/ 47551 h 545827"/>
                      <a:gd name="connsiteX1" fmla="*/ 549176 w 549175"/>
                      <a:gd name="connsiteY1" fmla="*/ 0 h 545827"/>
                      <a:gd name="connsiteX2" fmla="*/ 549176 w 549175"/>
                      <a:gd name="connsiteY2" fmla="*/ 519038 h 545827"/>
                      <a:gd name="connsiteX3" fmla="*/ 0 w 549175"/>
                      <a:gd name="connsiteY3" fmla="*/ 545827 h 5458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9175" h="545827">
                        <a:moveTo>
                          <a:pt x="0" y="47551"/>
                        </a:moveTo>
                        <a:lnTo>
                          <a:pt x="549176" y="0"/>
                        </a:lnTo>
                        <a:lnTo>
                          <a:pt x="549176" y="519038"/>
                        </a:lnTo>
                        <a:lnTo>
                          <a:pt x="0" y="545827"/>
                        </a:lnTo>
                        <a:close/>
                      </a:path>
                    </a:pathLst>
                  </a:custGeom>
                  <a:gradFill>
                    <a:gsLst>
                      <a:gs pos="199">
                        <a:srgbClr val="383838"/>
                      </a:gs>
                      <a:gs pos="100000">
                        <a:srgbClr val="262626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164" name="图形 38">
                    <a:extLst>
                      <a:ext uri="{FF2B5EF4-FFF2-40B4-BE49-F238E27FC236}">
                        <a16:creationId xmlns:a16="http://schemas.microsoft.com/office/drawing/2014/main" id="{83D0064A-556B-1609-CCB4-6CAA614BCF1B}"/>
                      </a:ext>
                    </a:extLst>
                  </p:cNvPr>
                  <p:cNvGrpSpPr/>
                  <p:nvPr/>
                </p:nvGrpSpPr>
                <p:grpSpPr>
                  <a:xfrm>
                    <a:off x="7033617" y="2451199"/>
                    <a:ext cx="40183" cy="40183"/>
                    <a:chOff x="7033617" y="2451199"/>
                    <a:chExt cx="40183" cy="40183"/>
                  </a:xfrm>
                </p:grpSpPr>
                <p:grpSp>
                  <p:nvGrpSpPr>
                    <p:cNvPr id="3235" name="图形 38">
                      <a:extLst>
                        <a:ext uri="{FF2B5EF4-FFF2-40B4-BE49-F238E27FC236}">
                          <a16:creationId xmlns:a16="http://schemas.microsoft.com/office/drawing/2014/main" id="{4A17B385-A3A9-3DE3-08B3-10FC64D160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33617" y="2451199"/>
                      <a:ext cx="40183" cy="40183"/>
                      <a:chOff x="7033617" y="2451199"/>
                      <a:chExt cx="40183" cy="40183"/>
                    </a:xfrm>
                  </p:grpSpPr>
                  <p:sp>
                    <p:nvSpPr>
                      <p:cNvPr id="3237" name="任意多边形: 形状 3236">
                        <a:extLst>
                          <a:ext uri="{FF2B5EF4-FFF2-40B4-BE49-F238E27FC236}">
                            <a16:creationId xmlns:a16="http://schemas.microsoft.com/office/drawing/2014/main" id="{F0F3ED99-1FCE-EC41-5FE1-C82D5C6060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45119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38" name="任意多边形: 形状 3237">
                        <a:extLst>
                          <a:ext uri="{FF2B5EF4-FFF2-40B4-BE49-F238E27FC236}">
                            <a16:creationId xmlns:a16="http://schemas.microsoft.com/office/drawing/2014/main" id="{0A65C27C-2F4B-526E-92A6-A3AF19093F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45119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39" name="任意多边形: 形状 3238">
                        <a:extLst>
                          <a:ext uri="{FF2B5EF4-FFF2-40B4-BE49-F238E27FC236}">
                            <a16:creationId xmlns:a16="http://schemas.microsoft.com/office/drawing/2014/main" id="{F43E79B9-D9D5-F27F-970C-3A93E2F09B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45119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236" name="任意多边形: 形状 3235">
                      <a:extLst>
                        <a:ext uri="{FF2B5EF4-FFF2-40B4-BE49-F238E27FC236}">
                          <a16:creationId xmlns:a16="http://schemas.microsoft.com/office/drawing/2014/main" id="{0437E382-D1F5-51F1-72A2-1957DD6505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7681" y="2458566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165" name="图形 38">
                    <a:extLst>
                      <a:ext uri="{FF2B5EF4-FFF2-40B4-BE49-F238E27FC236}">
                        <a16:creationId xmlns:a16="http://schemas.microsoft.com/office/drawing/2014/main" id="{E0993024-3C6E-430C-D1FC-A62CC0A8F622}"/>
                      </a:ext>
                    </a:extLst>
                  </p:cNvPr>
                  <p:cNvGrpSpPr/>
                  <p:nvPr/>
                </p:nvGrpSpPr>
                <p:grpSpPr>
                  <a:xfrm>
                    <a:off x="7227837" y="2437804"/>
                    <a:ext cx="40183" cy="40183"/>
                    <a:chOff x="7227837" y="2437804"/>
                    <a:chExt cx="40183" cy="40183"/>
                  </a:xfrm>
                </p:grpSpPr>
                <p:grpSp>
                  <p:nvGrpSpPr>
                    <p:cNvPr id="3230" name="图形 38">
                      <a:extLst>
                        <a:ext uri="{FF2B5EF4-FFF2-40B4-BE49-F238E27FC236}">
                          <a16:creationId xmlns:a16="http://schemas.microsoft.com/office/drawing/2014/main" id="{0583AEDA-BA05-52EB-E220-FA9F3883E2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7837" y="2437804"/>
                      <a:ext cx="40183" cy="40183"/>
                      <a:chOff x="7227837" y="2437804"/>
                      <a:chExt cx="40183" cy="40183"/>
                    </a:xfrm>
                  </p:grpSpPr>
                  <p:sp>
                    <p:nvSpPr>
                      <p:cNvPr id="3232" name="任意多边形: 形状 3231">
                        <a:extLst>
                          <a:ext uri="{FF2B5EF4-FFF2-40B4-BE49-F238E27FC236}">
                            <a16:creationId xmlns:a16="http://schemas.microsoft.com/office/drawing/2014/main" id="{5A160873-CE6D-15E2-E485-3C51E4BE4D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43780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33" name="任意多边形: 形状 3232">
                        <a:extLst>
                          <a:ext uri="{FF2B5EF4-FFF2-40B4-BE49-F238E27FC236}">
                            <a16:creationId xmlns:a16="http://schemas.microsoft.com/office/drawing/2014/main" id="{4CA7B170-2CE9-049F-C366-87CC78FF45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43780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34" name="任意多边形: 形状 3233">
                        <a:extLst>
                          <a:ext uri="{FF2B5EF4-FFF2-40B4-BE49-F238E27FC236}">
                            <a16:creationId xmlns:a16="http://schemas.microsoft.com/office/drawing/2014/main" id="{1C213145-6157-FE10-99C5-C47BFDC747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43780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231" name="任意多边形: 形状 3230">
                      <a:extLst>
                        <a:ext uri="{FF2B5EF4-FFF2-40B4-BE49-F238E27FC236}">
                          <a16:creationId xmlns:a16="http://schemas.microsoft.com/office/drawing/2014/main" id="{EF6EA510-D63B-C32C-5DCC-F1BCF31A9E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1901" y="2445171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166" name="图形 38">
                    <a:extLst>
                      <a:ext uri="{FF2B5EF4-FFF2-40B4-BE49-F238E27FC236}">
                        <a16:creationId xmlns:a16="http://schemas.microsoft.com/office/drawing/2014/main" id="{BDCFDB7B-56C4-978E-14FA-7D8AAE6F9B45}"/>
                      </a:ext>
                    </a:extLst>
                  </p:cNvPr>
                  <p:cNvGrpSpPr/>
                  <p:nvPr/>
                </p:nvGrpSpPr>
                <p:grpSpPr>
                  <a:xfrm>
                    <a:off x="7408664" y="2424410"/>
                    <a:ext cx="40183" cy="40183"/>
                    <a:chOff x="7408664" y="2424410"/>
                    <a:chExt cx="40183" cy="40183"/>
                  </a:xfrm>
                </p:grpSpPr>
                <p:grpSp>
                  <p:nvGrpSpPr>
                    <p:cNvPr id="3225" name="图形 38">
                      <a:extLst>
                        <a:ext uri="{FF2B5EF4-FFF2-40B4-BE49-F238E27FC236}">
                          <a16:creationId xmlns:a16="http://schemas.microsoft.com/office/drawing/2014/main" id="{42F93DB2-82C6-849C-2550-8D519409C7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08664" y="2424410"/>
                      <a:ext cx="40183" cy="40183"/>
                      <a:chOff x="7408664" y="2424410"/>
                      <a:chExt cx="40183" cy="40183"/>
                    </a:xfrm>
                  </p:grpSpPr>
                  <p:sp>
                    <p:nvSpPr>
                      <p:cNvPr id="3227" name="任意多边形: 形状 3226">
                        <a:extLst>
                          <a:ext uri="{FF2B5EF4-FFF2-40B4-BE49-F238E27FC236}">
                            <a16:creationId xmlns:a16="http://schemas.microsoft.com/office/drawing/2014/main" id="{DF83BD3C-CE75-AD3E-8B87-E02AAE8E64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2441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28" name="任意多边形: 形状 3227">
                        <a:extLst>
                          <a:ext uri="{FF2B5EF4-FFF2-40B4-BE49-F238E27FC236}">
                            <a16:creationId xmlns:a16="http://schemas.microsoft.com/office/drawing/2014/main" id="{D16096F0-E7F8-1AAB-9B7A-9E4A425BB4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2441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29" name="任意多边形: 形状 3228">
                        <a:extLst>
                          <a:ext uri="{FF2B5EF4-FFF2-40B4-BE49-F238E27FC236}">
                            <a16:creationId xmlns:a16="http://schemas.microsoft.com/office/drawing/2014/main" id="{7213B229-28A9-1C03-4BEF-94792D7FE9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2441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226" name="任意多边形: 形状 3225">
                      <a:extLst>
                        <a:ext uri="{FF2B5EF4-FFF2-40B4-BE49-F238E27FC236}">
                          <a16:creationId xmlns:a16="http://schemas.microsoft.com/office/drawing/2014/main" id="{3929B304-5B16-50DD-A021-DF6E5BDBC5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728" y="2431777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167" name="图形 38">
                    <a:extLst>
                      <a:ext uri="{FF2B5EF4-FFF2-40B4-BE49-F238E27FC236}">
                        <a16:creationId xmlns:a16="http://schemas.microsoft.com/office/drawing/2014/main" id="{FE07B398-1077-4284-F702-A2CBF8FFB309}"/>
                      </a:ext>
                    </a:extLst>
                  </p:cNvPr>
                  <p:cNvGrpSpPr/>
                  <p:nvPr/>
                </p:nvGrpSpPr>
                <p:grpSpPr>
                  <a:xfrm>
                    <a:off x="7033617" y="2524869"/>
                    <a:ext cx="40183" cy="40183"/>
                    <a:chOff x="7033617" y="2524869"/>
                    <a:chExt cx="40183" cy="40183"/>
                  </a:xfrm>
                </p:grpSpPr>
                <p:grpSp>
                  <p:nvGrpSpPr>
                    <p:cNvPr id="3220" name="图形 38">
                      <a:extLst>
                        <a:ext uri="{FF2B5EF4-FFF2-40B4-BE49-F238E27FC236}">
                          <a16:creationId xmlns:a16="http://schemas.microsoft.com/office/drawing/2014/main" id="{FAEAC824-2B8A-996F-9097-799917EB66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33617" y="2524869"/>
                      <a:ext cx="40183" cy="40183"/>
                      <a:chOff x="7033617" y="2524869"/>
                      <a:chExt cx="40183" cy="40183"/>
                    </a:xfrm>
                  </p:grpSpPr>
                  <p:sp>
                    <p:nvSpPr>
                      <p:cNvPr id="3222" name="任意多边形: 形状 3221">
                        <a:extLst>
                          <a:ext uri="{FF2B5EF4-FFF2-40B4-BE49-F238E27FC236}">
                            <a16:creationId xmlns:a16="http://schemas.microsoft.com/office/drawing/2014/main" id="{1599A4B1-CEA0-9D2E-6071-2769D77CDD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2486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23" name="任意多边形: 形状 3222">
                        <a:extLst>
                          <a:ext uri="{FF2B5EF4-FFF2-40B4-BE49-F238E27FC236}">
                            <a16:creationId xmlns:a16="http://schemas.microsoft.com/office/drawing/2014/main" id="{CAA66C84-2E8C-D9E5-E513-B5107466A0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2486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24" name="任意多边形: 形状 3223">
                        <a:extLst>
                          <a:ext uri="{FF2B5EF4-FFF2-40B4-BE49-F238E27FC236}">
                            <a16:creationId xmlns:a16="http://schemas.microsoft.com/office/drawing/2014/main" id="{DEFA1E84-235A-2254-DE0F-DCDB422C9D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2486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221" name="任意多边形: 形状 3220">
                      <a:extLst>
                        <a:ext uri="{FF2B5EF4-FFF2-40B4-BE49-F238E27FC236}">
                          <a16:creationId xmlns:a16="http://schemas.microsoft.com/office/drawing/2014/main" id="{84848D11-D7C7-B7C2-13F5-171F762D7E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7681" y="2532236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168" name="图形 38">
                    <a:extLst>
                      <a:ext uri="{FF2B5EF4-FFF2-40B4-BE49-F238E27FC236}">
                        <a16:creationId xmlns:a16="http://schemas.microsoft.com/office/drawing/2014/main" id="{A46C2CC4-4FFA-C95C-BA31-0B64066A853E}"/>
                      </a:ext>
                    </a:extLst>
                  </p:cNvPr>
                  <p:cNvGrpSpPr/>
                  <p:nvPr/>
                </p:nvGrpSpPr>
                <p:grpSpPr>
                  <a:xfrm>
                    <a:off x="7227837" y="2511474"/>
                    <a:ext cx="40183" cy="40183"/>
                    <a:chOff x="7227837" y="2511474"/>
                    <a:chExt cx="40183" cy="40183"/>
                  </a:xfrm>
                </p:grpSpPr>
                <p:grpSp>
                  <p:nvGrpSpPr>
                    <p:cNvPr id="3215" name="图形 38">
                      <a:extLst>
                        <a:ext uri="{FF2B5EF4-FFF2-40B4-BE49-F238E27FC236}">
                          <a16:creationId xmlns:a16="http://schemas.microsoft.com/office/drawing/2014/main" id="{940437C5-0E24-464F-E565-BBBDA0E316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7837" y="2511474"/>
                      <a:ext cx="40183" cy="40183"/>
                      <a:chOff x="7227837" y="2511474"/>
                      <a:chExt cx="40183" cy="40183"/>
                    </a:xfrm>
                  </p:grpSpPr>
                  <p:sp>
                    <p:nvSpPr>
                      <p:cNvPr id="3217" name="任意多边形: 形状 3216">
                        <a:extLst>
                          <a:ext uri="{FF2B5EF4-FFF2-40B4-BE49-F238E27FC236}">
                            <a16:creationId xmlns:a16="http://schemas.microsoft.com/office/drawing/2014/main" id="{27AD961A-48B9-718B-9386-6F097C4D67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1147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18" name="任意多边形: 形状 3217">
                        <a:extLst>
                          <a:ext uri="{FF2B5EF4-FFF2-40B4-BE49-F238E27FC236}">
                            <a16:creationId xmlns:a16="http://schemas.microsoft.com/office/drawing/2014/main" id="{7E05FF28-379D-18A8-2DE0-9CB71C9B14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1147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19" name="任意多边形: 形状 3218">
                        <a:extLst>
                          <a:ext uri="{FF2B5EF4-FFF2-40B4-BE49-F238E27FC236}">
                            <a16:creationId xmlns:a16="http://schemas.microsoft.com/office/drawing/2014/main" id="{C98C8C29-BD2C-3426-134A-9C34AD6FB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1147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216" name="任意多边形: 形状 3215">
                      <a:extLst>
                        <a:ext uri="{FF2B5EF4-FFF2-40B4-BE49-F238E27FC236}">
                          <a16:creationId xmlns:a16="http://schemas.microsoft.com/office/drawing/2014/main" id="{D170520F-D3D6-C1C3-75A4-E4371AF756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1901" y="2518841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169" name="图形 38">
                    <a:extLst>
                      <a:ext uri="{FF2B5EF4-FFF2-40B4-BE49-F238E27FC236}">
                        <a16:creationId xmlns:a16="http://schemas.microsoft.com/office/drawing/2014/main" id="{39A07CA6-D69A-E1E7-EF5E-BB70EFDECEB0}"/>
                      </a:ext>
                    </a:extLst>
                  </p:cNvPr>
                  <p:cNvGrpSpPr/>
                  <p:nvPr/>
                </p:nvGrpSpPr>
                <p:grpSpPr>
                  <a:xfrm>
                    <a:off x="7408664" y="2498080"/>
                    <a:ext cx="40183" cy="40183"/>
                    <a:chOff x="7408664" y="2498080"/>
                    <a:chExt cx="40183" cy="40183"/>
                  </a:xfrm>
                </p:grpSpPr>
                <p:grpSp>
                  <p:nvGrpSpPr>
                    <p:cNvPr id="3210" name="图形 38">
                      <a:extLst>
                        <a:ext uri="{FF2B5EF4-FFF2-40B4-BE49-F238E27FC236}">
                          <a16:creationId xmlns:a16="http://schemas.microsoft.com/office/drawing/2014/main" id="{4EC86504-2A70-FE2D-ED4D-7D3AF250E0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08664" y="2498080"/>
                      <a:ext cx="40183" cy="40183"/>
                      <a:chOff x="7408664" y="2498080"/>
                      <a:chExt cx="40183" cy="40183"/>
                    </a:xfrm>
                  </p:grpSpPr>
                  <p:sp>
                    <p:nvSpPr>
                      <p:cNvPr id="3212" name="任意多边形: 形状 3211">
                        <a:extLst>
                          <a:ext uri="{FF2B5EF4-FFF2-40B4-BE49-F238E27FC236}">
                            <a16:creationId xmlns:a16="http://schemas.microsoft.com/office/drawing/2014/main" id="{F0D4439C-8F08-F042-4825-D1E88EB8BE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9808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13" name="任意多边形: 形状 3212">
                        <a:extLst>
                          <a:ext uri="{FF2B5EF4-FFF2-40B4-BE49-F238E27FC236}">
                            <a16:creationId xmlns:a16="http://schemas.microsoft.com/office/drawing/2014/main" id="{7B99EBEC-A8E8-3A40-CC80-BF01F4D356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9808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14" name="任意多边形: 形状 3213">
                        <a:extLst>
                          <a:ext uri="{FF2B5EF4-FFF2-40B4-BE49-F238E27FC236}">
                            <a16:creationId xmlns:a16="http://schemas.microsoft.com/office/drawing/2014/main" id="{01BE784E-6A71-99EC-E5DE-63D3B43C12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49808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211" name="任意多边形: 形状 3210">
                      <a:extLst>
                        <a:ext uri="{FF2B5EF4-FFF2-40B4-BE49-F238E27FC236}">
                          <a16:creationId xmlns:a16="http://schemas.microsoft.com/office/drawing/2014/main" id="{7F5AE1FD-F096-1A46-554A-98D1AAE32A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728" y="2505447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170" name="图形 38">
                    <a:extLst>
                      <a:ext uri="{FF2B5EF4-FFF2-40B4-BE49-F238E27FC236}">
                        <a16:creationId xmlns:a16="http://schemas.microsoft.com/office/drawing/2014/main" id="{FCB93AF6-EF12-FEB1-E870-1AE22485B1A9}"/>
                      </a:ext>
                    </a:extLst>
                  </p:cNvPr>
                  <p:cNvGrpSpPr/>
                  <p:nvPr/>
                </p:nvGrpSpPr>
                <p:grpSpPr>
                  <a:xfrm>
                    <a:off x="7033617" y="2598539"/>
                    <a:ext cx="40183" cy="40183"/>
                    <a:chOff x="7033617" y="2598539"/>
                    <a:chExt cx="40183" cy="40183"/>
                  </a:xfrm>
                </p:grpSpPr>
                <p:grpSp>
                  <p:nvGrpSpPr>
                    <p:cNvPr id="3205" name="图形 38">
                      <a:extLst>
                        <a:ext uri="{FF2B5EF4-FFF2-40B4-BE49-F238E27FC236}">
                          <a16:creationId xmlns:a16="http://schemas.microsoft.com/office/drawing/2014/main" id="{26AF8773-B4F9-A13A-8778-1DC6AA0F66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33617" y="2598539"/>
                      <a:ext cx="40183" cy="40183"/>
                      <a:chOff x="7033617" y="2598539"/>
                      <a:chExt cx="40183" cy="40183"/>
                    </a:xfrm>
                  </p:grpSpPr>
                  <p:sp>
                    <p:nvSpPr>
                      <p:cNvPr id="3207" name="任意多边形: 形状 3206">
                        <a:extLst>
                          <a:ext uri="{FF2B5EF4-FFF2-40B4-BE49-F238E27FC236}">
                            <a16:creationId xmlns:a16="http://schemas.microsoft.com/office/drawing/2014/main" id="{25F367E3-6DB0-7A91-A4D8-5FC2CCCFBD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9853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08" name="任意多边形: 形状 3207">
                        <a:extLst>
                          <a:ext uri="{FF2B5EF4-FFF2-40B4-BE49-F238E27FC236}">
                            <a16:creationId xmlns:a16="http://schemas.microsoft.com/office/drawing/2014/main" id="{A7240442-2B7F-C2AF-B752-51F595FC9B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9853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09" name="任意多边形: 形状 3208">
                        <a:extLst>
                          <a:ext uri="{FF2B5EF4-FFF2-40B4-BE49-F238E27FC236}">
                            <a16:creationId xmlns:a16="http://schemas.microsoft.com/office/drawing/2014/main" id="{1EC9904D-67DC-21EB-6FC0-3D742AFF55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33617" y="2598539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206" name="任意多边形: 形状 3205">
                      <a:extLst>
                        <a:ext uri="{FF2B5EF4-FFF2-40B4-BE49-F238E27FC236}">
                          <a16:creationId xmlns:a16="http://schemas.microsoft.com/office/drawing/2014/main" id="{4B440C10-2E3D-CD08-C370-E582FA985E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7681" y="2605906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171" name="图形 38">
                    <a:extLst>
                      <a:ext uri="{FF2B5EF4-FFF2-40B4-BE49-F238E27FC236}">
                        <a16:creationId xmlns:a16="http://schemas.microsoft.com/office/drawing/2014/main" id="{2847F4F8-F39C-20D4-1C9B-BFDF67EDC1FE}"/>
                      </a:ext>
                    </a:extLst>
                  </p:cNvPr>
                  <p:cNvGrpSpPr/>
                  <p:nvPr/>
                </p:nvGrpSpPr>
                <p:grpSpPr>
                  <a:xfrm>
                    <a:off x="7227837" y="2585144"/>
                    <a:ext cx="40183" cy="40183"/>
                    <a:chOff x="7227837" y="2585144"/>
                    <a:chExt cx="40183" cy="40183"/>
                  </a:xfrm>
                </p:grpSpPr>
                <p:grpSp>
                  <p:nvGrpSpPr>
                    <p:cNvPr id="3200" name="图形 38">
                      <a:extLst>
                        <a:ext uri="{FF2B5EF4-FFF2-40B4-BE49-F238E27FC236}">
                          <a16:creationId xmlns:a16="http://schemas.microsoft.com/office/drawing/2014/main" id="{952B87C8-E61C-02A7-2053-2D918E52BC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7837" y="2585144"/>
                      <a:ext cx="40183" cy="40183"/>
                      <a:chOff x="7227837" y="2585144"/>
                      <a:chExt cx="40183" cy="40183"/>
                    </a:xfrm>
                  </p:grpSpPr>
                  <p:sp>
                    <p:nvSpPr>
                      <p:cNvPr id="3202" name="任意多边形: 形状 3201">
                        <a:extLst>
                          <a:ext uri="{FF2B5EF4-FFF2-40B4-BE49-F238E27FC236}">
                            <a16:creationId xmlns:a16="http://schemas.microsoft.com/office/drawing/2014/main" id="{55EDC484-3FF1-FB55-579F-D5EED8B466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8514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03" name="任意多边形: 形状 3202">
                        <a:extLst>
                          <a:ext uri="{FF2B5EF4-FFF2-40B4-BE49-F238E27FC236}">
                            <a16:creationId xmlns:a16="http://schemas.microsoft.com/office/drawing/2014/main" id="{96FAB083-2EB6-769A-96AE-08F1BF1DC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8514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204" name="任意多边形: 形状 3203">
                        <a:extLst>
                          <a:ext uri="{FF2B5EF4-FFF2-40B4-BE49-F238E27FC236}">
                            <a16:creationId xmlns:a16="http://schemas.microsoft.com/office/drawing/2014/main" id="{D795E053-EE2A-84E4-C294-15D89B68A3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7837" y="2585144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201" name="任意多边形: 形状 3200">
                      <a:extLst>
                        <a:ext uri="{FF2B5EF4-FFF2-40B4-BE49-F238E27FC236}">
                          <a16:creationId xmlns:a16="http://schemas.microsoft.com/office/drawing/2014/main" id="{402362CB-9246-794F-3BC7-311A66753E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1901" y="2592511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172" name="图形 38">
                    <a:extLst>
                      <a:ext uri="{FF2B5EF4-FFF2-40B4-BE49-F238E27FC236}">
                        <a16:creationId xmlns:a16="http://schemas.microsoft.com/office/drawing/2014/main" id="{CE122A15-16F5-71B5-96FF-EB5BDF583A3F}"/>
                      </a:ext>
                    </a:extLst>
                  </p:cNvPr>
                  <p:cNvGrpSpPr/>
                  <p:nvPr/>
                </p:nvGrpSpPr>
                <p:grpSpPr>
                  <a:xfrm>
                    <a:off x="7408664" y="2571750"/>
                    <a:ext cx="40183" cy="40183"/>
                    <a:chOff x="7408664" y="2571750"/>
                    <a:chExt cx="40183" cy="40183"/>
                  </a:xfrm>
                </p:grpSpPr>
                <p:grpSp>
                  <p:nvGrpSpPr>
                    <p:cNvPr id="3195" name="图形 38">
                      <a:extLst>
                        <a:ext uri="{FF2B5EF4-FFF2-40B4-BE49-F238E27FC236}">
                          <a16:creationId xmlns:a16="http://schemas.microsoft.com/office/drawing/2014/main" id="{D368AFA7-6E02-3C7D-F5E3-2A018975D8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08664" y="2571750"/>
                      <a:ext cx="40183" cy="40183"/>
                      <a:chOff x="7408664" y="2571750"/>
                      <a:chExt cx="40183" cy="40183"/>
                    </a:xfrm>
                  </p:grpSpPr>
                  <p:sp>
                    <p:nvSpPr>
                      <p:cNvPr id="3197" name="任意多边形: 形状 3196">
                        <a:extLst>
                          <a:ext uri="{FF2B5EF4-FFF2-40B4-BE49-F238E27FC236}">
                            <a16:creationId xmlns:a16="http://schemas.microsoft.com/office/drawing/2014/main" id="{0803DE2A-0BAC-5BA1-B5C1-498712C9AE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57175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98" name="任意多边形: 形状 3197">
                        <a:extLst>
                          <a:ext uri="{FF2B5EF4-FFF2-40B4-BE49-F238E27FC236}">
                            <a16:creationId xmlns:a16="http://schemas.microsoft.com/office/drawing/2014/main" id="{DDBE3661-9CC0-2197-EAAE-6D7A664C1C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57175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56FA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99" name="任意多边形: 形状 3198">
                        <a:extLst>
                          <a:ext uri="{FF2B5EF4-FFF2-40B4-BE49-F238E27FC236}">
                            <a16:creationId xmlns:a16="http://schemas.microsoft.com/office/drawing/2014/main" id="{38177204-CF3F-4AA2-BA19-FF34A30BA4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08664" y="2571750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196" name="任意多边形: 形状 3195">
                      <a:extLst>
                        <a:ext uri="{FF2B5EF4-FFF2-40B4-BE49-F238E27FC236}">
                          <a16:creationId xmlns:a16="http://schemas.microsoft.com/office/drawing/2014/main" id="{14D53E24-8A0B-20F9-8938-8A24BAF0E0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728" y="2579117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B8E4D6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173" name="任意多边形: 形状 3172">
                    <a:extLst>
                      <a:ext uri="{FF2B5EF4-FFF2-40B4-BE49-F238E27FC236}">
                        <a16:creationId xmlns:a16="http://schemas.microsoft.com/office/drawing/2014/main" id="{4DB6C787-01FB-B5BA-C404-DDFDBBEA3776}"/>
                      </a:ext>
                    </a:extLst>
                  </p:cNvPr>
                  <p:cNvSpPr/>
                  <p:nvPr/>
                </p:nvSpPr>
                <p:spPr>
                  <a:xfrm>
                    <a:off x="6986736" y="2675557"/>
                    <a:ext cx="549175" cy="251147"/>
                  </a:xfrm>
                  <a:custGeom>
                    <a:avLst/>
                    <a:gdLst>
                      <a:gd name="connsiteX0" fmla="*/ 0 w 549175"/>
                      <a:gd name="connsiteY0" fmla="*/ 24110 h 251147"/>
                      <a:gd name="connsiteX1" fmla="*/ 549176 w 549175"/>
                      <a:gd name="connsiteY1" fmla="*/ 0 h 251147"/>
                      <a:gd name="connsiteX2" fmla="*/ 549176 w 549175"/>
                      <a:gd name="connsiteY2" fmla="*/ 231056 h 251147"/>
                      <a:gd name="connsiteX3" fmla="*/ 0 w 549175"/>
                      <a:gd name="connsiteY3" fmla="*/ 251147 h 2511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9175" h="251147">
                        <a:moveTo>
                          <a:pt x="0" y="24110"/>
                        </a:moveTo>
                        <a:lnTo>
                          <a:pt x="549176" y="0"/>
                        </a:lnTo>
                        <a:lnTo>
                          <a:pt x="549176" y="231056"/>
                        </a:lnTo>
                        <a:lnTo>
                          <a:pt x="0" y="25114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E4E4E"/>
                      </a:gs>
                      <a:gs pos="50000">
                        <a:srgbClr val="4C4C4C"/>
                      </a:gs>
                      <a:gs pos="100000">
                        <a:srgbClr val="4B4B4B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174" name="图形 38">
                    <a:extLst>
                      <a:ext uri="{FF2B5EF4-FFF2-40B4-BE49-F238E27FC236}">
                        <a16:creationId xmlns:a16="http://schemas.microsoft.com/office/drawing/2014/main" id="{96E4581B-A86E-833B-C97B-21CC58A3E19A}"/>
                      </a:ext>
                    </a:extLst>
                  </p:cNvPr>
                  <p:cNvGrpSpPr/>
                  <p:nvPr/>
                </p:nvGrpSpPr>
                <p:grpSpPr>
                  <a:xfrm>
                    <a:off x="7358434" y="2742530"/>
                    <a:ext cx="100458" cy="107156"/>
                    <a:chOff x="7358434" y="2742530"/>
                    <a:chExt cx="100458" cy="107156"/>
                  </a:xfrm>
                </p:grpSpPr>
                <p:sp>
                  <p:nvSpPr>
                    <p:cNvPr id="3193" name="任意多边形: 形状 3192">
                      <a:extLst>
                        <a:ext uri="{FF2B5EF4-FFF2-40B4-BE49-F238E27FC236}">
                          <a16:creationId xmlns:a16="http://schemas.microsoft.com/office/drawing/2014/main" id="{C0B9211B-B984-756C-1DC8-ED448115FE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8434" y="2742530"/>
                      <a:ext cx="100458" cy="107156"/>
                    </a:xfrm>
                    <a:custGeom>
                      <a:avLst/>
                      <a:gdLst>
                        <a:gd name="connsiteX0" fmla="*/ 100459 w 100458"/>
                        <a:gd name="connsiteY0" fmla="*/ 53578 h 107156"/>
                        <a:gd name="connsiteX1" fmla="*/ 98450 w 100458"/>
                        <a:gd name="connsiteY1" fmla="*/ 67642 h 107156"/>
                        <a:gd name="connsiteX2" fmla="*/ 93762 w 100458"/>
                        <a:gd name="connsiteY2" fmla="*/ 80367 h 107156"/>
                        <a:gd name="connsiteX3" fmla="*/ 85725 w 100458"/>
                        <a:gd name="connsiteY3" fmla="*/ 91753 h 107156"/>
                        <a:gd name="connsiteX4" fmla="*/ 75679 w 100458"/>
                        <a:gd name="connsiteY4" fmla="*/ 99789 h 107156"/>
                        <a:gd name="connsiteX5" fmla="*/ 63624 w 100458"/>
                        <a:gd name="connsiteY5" fmla="*/ 105147 h 107156"/>
                        <a:gd name="connsiteX6" fmla="*/ 50229 w 100458"/>
                        <a:gd name="connsiteY6" fmla="*/ 107156 h 107156"/>
                        <a:gd name="connsiteX7" fmla="*/ 36835 w 100458"/>
                        <a:gd name="connsiteY7" fmla="*/ 105147 h 107156"/>
                        <a:gd name="connsiteX8" fmla="*/ 24780 w 100458"/>
                        <a:gd name="connsiteY8" fmla="*/ 99789 h 107156"/>
                        <a:gd name="connsiteX9" fmla="*/ 14734 w 100458"/>
                        <a:gd name="connsiteY9" fmla="*/ 91753 h 107156"/>
                        <a:gd name="connsiteX10" fmla="*/ 6697 w 100458"/>
                        <a:gd name="connsiteY10" fmla="*/ 80367 h 107156"/>
                        <a:gd name="connsiteX11" fmla="*/ 2009 w 100458"/>
                        <a:gd name="connsiteY11" fmla="*/ 67642 h 107156"/>
                        <a:gd name="connsiteX12" fmla="*/ 0 w 100458"/>
                        <a:gd name="connsiteY12" fmla="*/ 53578 h 107156"/>
                        <a:gd name="connsiteX13" fmla="*/ 2009 w 100458"/>
                        <a:gd name="connsiteY13" fmla="*/ 39514 h 107156"/>
                        <a:gd name="connsiteX14" fmla="*/ 6697 w 100458"/>
                        <a:gd name="connsiteY14" fmla="*/ 26789 h 107156"/>
                        <a:gd name="connsiteX15" fmla="*/ 14734 w 100458"/>
                        <a:gd name="connsiteY15" fmla="*/ 15404 h 107156"/>
                        <a:gd name="connsiteX16" fmla="*/ 24780 w 100458"/>
                        <a:gd name="connsiteY16" fmla="*/ 7367 h 107156"/>
                        <a:gd name="connsiteX17" fmla="*/ 36835 w 100458"/>
                        <a:gd name="connsiteY17" fmla="*/ 2009 h 107156"/>
                        <a:gd name="connsiteX18" fmla="*/ 50229 w 100458"/>
                        <a:gd name="connsiteY18" fmla="*/ 0 h 107156"/>
                        <a:gd name="connsiteX19" fmla="*/ 63624 w 100458"/>
                        <a:gd name="connsiteY19" fmla="*/ 2009 h 107156"/>
                        <a:gd name="connsiteX20" fmla="*/ 75679 w 100458"/>
                        <a:gd name="connsiteY20" fmla="*/ 7367 h 107156"/>
                        <a:gd name="connsiteX21" fmla="*/ 85725 w 100458"/>
                        <a:gd name="connsiteY21" fmla="*/ 15404 h 107156"/>
                        <a:gd name="connsiteX22" fmla="*/ 93762 w 100458"/>
                        <a:gd name="connsiteY22" fmla="*/ 26789 h 107156"/>
                        <a:gd name="connsiteX23" fmla="*/ 98450 w 100458"/>
                        <a:gd name="connsiteY23" fmla="*/ 39514 h 107156"/>
                        <a:gd name="connsiteX24" fmla="*/ 100459 w 100458"/>
                        <a:gd name="connsiteY24" fmla="*/ 53578 h 1071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100458" h="107156">
                          <a:moveTo>
                            <a:pt x="100459" y="53578"/>
                          </a:moveTo>
                          <a:lnTo>
                            <a:pt x="98450" y="67642"/>
                          </a:lnTo>
                          <a:lnTo>
                            <a:pt x="93762" y="80367"/>
                          </a:lnTo>
                          <a:lnTo>
                            <a:pt x="85725" y="91753"/>
                          </a:lnTo>
                          <a:lnTo>
                            <a:pt x="75679" y="99789"/>
                          </a:lnTo>
                          <a:lnTo>
                            <a:pt x="63624" y="105147"/>
                          </a:lnTo>
                          <a:lnTo>
                            <a:pt x="50229" y="107156"/>
                          </a:lnTo>
                          <a:lnTo>
                            <a:pt x="36835" y="105147"/>
                          </a:lnTo>
                          <a:lnTo>
                            <a:pt x="24780" y="99789"/>
                          </a:lnTo>
                          <a:lnTo>
                            <a:pt x="14734" y="91753"/>
                          </a:lnTo>
                          <a:lnTo>
                            <a:pt x="6697" y="80367"/>
                          </a:lnTo>
                          <a:lnTo>
                            <a:pt x="2009" y="67642"/>
                          </a:lnTo>
                          <a:lnTo>
                            <a:pt x="0" y="53578"/>
                          </a:lnTo>
                          <a:lnTo>
                            <a:pt x="2009" y="39514"/>
                          </a:lnTo>
                          <a:lnTo>
                            <a:pt x="6697" y="26789"/>
                          </a:lnTo>
                          <a:lnTo>
                            <a:pt x="14734" y="15404"/>
                          </a:lnTo>
                          <a:lnTo>
                            <a:pt x="24780" y="7367"/>
                          </a:lnTo>
                          <a:lnTo>
                            <a:pt x="36835" y="2009"/>
                          </a:lnTo>
                          <a:lnTo>
                            <a:pt x="50229" y="0"/>
                          </a:lnTo>
                          <a:lnTo>
                            <a:pt x="63624" y="2009"/>
                          </a:lnTo>
                          <a:lnTo>
                            <a:pt x="75679" y="7367"/>
                          </a:lnTo>
                          <a:lnTo>
                            <a:pt x="85725" y="15404"/>
                          </a:lnTo>
                          <a:lnTo>
                            <a:pt x="93762" y="26789"/>
                          </a:lnTo>
                          <a:lnTo>
                            <a:pt x="98450" y="39514"/>
                          </a:lnTo>
                          <a:lnTo>
                            <a:pt x="100459" y="53578"/>
                          </a:lnTo>
                          <a:close/>
                        </a:path>
                      </a:pathLst>
                    </a:custGeom>
                    <a:noFill/>
                    <a:ln w="6697" cap="flat">
                      <a:solidFill>
                        <a:srgbClr val="9A949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194" name="任意多边形: 形状 3193">
                      <a:extLst>
                        <a:ext uri="{FF2B5EF4-FFF2-40B4-BE49-F238E27FC236}">
                          <a16:creationId xmlns:a16="http://schemas.microsoft.com/office/drawing/2014/main" id="{87558EDE-B697-3E76-E8D5-F3C5E5243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1875" y="2764631"/>
                      <a:ext cx="53578" cy="62954"/>
                    </a:xfrm>
                    <a:custGeom>
                      <a:avLst/>
                      <a:gdLst>
                        <a:gd name="connsiteX0" fmla="*/ 53578 w 53578"/>
                        <a:gd name="connsiteY0" fmla="*/ 31477 h 62954"/>
                        <a:gd name="connsiteX1" fmla="*/ 51569 w 53578"/>
                        <a:gd name="connsiteY1" fmla="*/ 44202 h 62954"/>
                        <a:gd name="connsiteX2" fmla="*/ 45541 w 53578"/>
                        <a:gd name="connsiteY2" fmla="*/ 53578 h 62954"/>
                        <a:gd name="connsiteX3" fmla="*/ 34156 w 53578"/>
                        <a:gd name="connsiteY3" fmla="*/ 61615 h 62954"/>
                        <a:gd name="connsiteX4" fmla="*/ 26789 w 53578"/>
                        <a:gd name="connsiteY4" fmla="*/ 62954 h 62954"/>
                        <a:gd name="connsiteX5" fmla="*/ 13395 w 53578"/>
                        <a:gd name="connsiteY5" fmla="*/ 58936 h 62954"/>
                        <a:gd name="connsiteX6" fmla="*/ 8037 w 53578"/>
                        <a:gd name="connsiteY6" fmla="*/ 53578 h 62954"/>
                        <a:gd name="connsiteX7" fmla="*/ 2009 w 53578"/>
                        <a:gd name="connsiteY7" fmla="*/ 44202 h 62954"/>
                        <a:gd name="connsiteX8" fmla="*/ 0 w 53578"/>
                        <a:gd name="connsiteY8" fmla="*/ 31477 h 62954"/>
                        <a:gd name="connsiteX9" fmla="*/ 2009 w 53578"/>
                        <a:gd name="connsiteY9" fmla="*/ 18752 h 62954"/>
                        <a:gd name="connsiteX10" fmla="*/ 8037 w 53578"/>
                        <a:gd name="connsiteY10" fmla="*/ 9376 h 62954"/>
                        <a:gd name="connsiteX11" fmla="*/ 19422 w 53578"/>
                        <a:gd name="connsiteY11" fmla="*/ 1340 h 62954"/>
                        <a:gd name="connsiteX12" fmla="*/ 26789 w 53578"/>
                        <a:gd name="connsiteY12" fmla="*/ 0 h 62954"/>
                        <a:gd name="connsiteX13" fmla="*/ 40184 w 53578"/>
                        <a:gd name="connsiteY13" fmla="*/ 4018 h 62954"/>
                        <a:gd name="connsiteX14" fmla="*/ 51569 w 53578"/>
                        <a:gd name="connsiteY14" fmla="*/ 18752 h 62954"/>
                        <a:gd name="connsiteX15" fmla="*/ 53578 w 53578"/>
                        <a:gd name="connsiteY15" fmla="*/ 31477 h 62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53578" h="62954">
                          <a:moveTo>
                            <a:pt x="53578" y="31477"/>
                          </a:moveTo>
                          <a:lnTo>
                            <a:pt x="51569" y="44202"/>
                          </a:lnTo>
                          <a:lnTo>
                            <a:pt x="45541" y="53578"/>
                          </a:lnTo>
                          <a:lnTo>
                            <a:pt x="34156" y="61615"/>
                          </a:lnTo>
                          <a:lnTo>
                            <a:pt x="26789" y="62954"/>
                          </a:lnTo>
                          <a:lnTo>
                            <a:pt x="13395" y="58936"/>
                          </a:lnTo>
                          <a:lnTo>
                            <a:pt x="8037" y="53578"/>
                          </a:lnTo>
                          <a:lnTo>
                            <a:pt x="2009" y="44202"/>
                          </a:lnTo>
                          <a:lnTo>
                            <a:pt x="0" y="31477"/>
                          </a:lnTo>
                          <a:lnTo>
                            <a:pt x="2009" y="18752"/>
                          </a:lnTo>
                          <a:lnTo>
                            <a:pt x="8037" y="9376"/>
                          </a:lnTo>
                          <a:lnTo>
                            <a:pt x="19422" y="1340"/>
                          </a:lnTo>
                          <a:lnTo>
                            <a:pt x="26789" y="0"/>
                          </a:lnTo>
                          <a:lnTo>
                            <a:pt x="40184" y="4018"/>
                          </a:lnTo>
                          <a:lnTo>
                            <a:pt x="51569" y="18752"/>
                          </a:lnTo>
                          <a:lnTo>
                            <a:pt x="53578" y="31477"/>
                          </a:lnTo>
                          <a:close/>
                        </a:path>
                      </a:pathLst>
                    </a:custGeom>
                    <a:solidFill>
                      <a:srgbClr val="D8D8D8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175" name="任意多边形: 形状 3174">
                    <a:extLst>
                      <a:ext uri="{FF2B5EF4-FFF2-40B4-BE49-F238E27FC236}">
                        <a16:creationId xmlns:a16="http://schemas.microsoft.com/office/drawing/2014/main" id="{FB680154-2AF5-56E3-BD23-67224990BC25}"/>
                      </a:ext>
                    </a:extLst>
                  </p:cNvPr>
                  <p:cNvSpPr/>
                  <p:nvPr/>
                </p:nvSpPr>
                <p:spPr>
                  <a:xfrm>
                    <a:off x="7020222" y="2179959"/>
                    <a:ext cx="478854" cy="247798"/>
                  </a:xfrm>
                  <a:custGeom>
                    <a:avLst/>
                    <a:gdLst>
                      <a:gd name="connsiteX0" fmla="*/ 0 w 478854"/>
                      <a:gd name="connsiteY0" fmla="*/ 37505 h 247798"/>
                      <a:gd name="connsiteX1" fmla="*/ 478855 w 478854"/>
                      <a:gd name="connsiteY1" fmla="*/ 0 h 247798"/>
                      <a:gd name="connsiteX2" fmla="*/ 478855 w 478854"/>
                      <a:gd name="connsiteY2" fmla="*/ 214313 h 247798"/>
                      <a:gd name="connsiteX3" fmla="*/ 0 w 478854"/>
                      <a:gd name="connsiteY3" fmla="*/ 247799 h 2477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78854" h="247798">
                        <a:moveTo>
                          <a:pt x="0" y="37505"/>
                        </a:moveTo>
                        <a:lnTo>
                          <a:pt x="478855" y="0"/>
                        </a:lnTo>
                        <a:lnTo>
                          <a:pt x="478855" y="214313"/>
                        </a:lnTo>
                        <a:lnTo>
                          <a:pt x="0" y="24779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00"/>
                      </a:gs>
                      <a:gs pos="50000">
                        <a:srgbClr val="000000"/>
                      </a:gs>
                      <a:gs pos="100000">
                        <a:srgbClr val="010101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176" name="图形 38">
                    <a:extLst>
                      <a:ext uri="{FF2B5EF4-FFF2-40B4-BE49-F238E27FC236}">
                        <a16:creationId xmlns:a16="http://schemas.microsoft.com/office/drawing/2014/main" id="{E4204F4C-BF5E-7E0C-3A17-64F34A1C18AD}"/>
                      </a:ext>
                    </a:extLst>
                  </p:cNvPr>
                  <p:cNvGrpSpPr/>
                  <p:nvPr/>
                </p:nvGrpSpPr>
                <p:grpSpPr>
                  <a:xfrm>
                    <a:off x="7060406" y="2812851"/>
                    <a:ext cx="40183" cy="40183"/>
                    <a:chOff x="7060406" y="2812851"/>
                    <a:chExt cx="40183" cy="40183"/>
                  </a:xfrm>
                </p:grpSpPr>
                <p:grpSp>
                  <p:nvGrpSpPr>
                    <p:cNvPr id="3188" name="图形 38">
                      <a:extLst>
                        <a:ext uri="{FF2B5EF4-FFF2-40B4-BE49-F238E27FC236}">
                          <a16:creationId xmlns:a16="http://schemas.microsoft.com/office/drawing/2014/main" id="{9FCC49D5-8BCA-5236-3B3A-643CFD0D9F1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60406" y="2812851"/>
                      <a:ext cx="40183" cy="40183"/>
                      <a:chOff x="7060406" y="2812851"/>
                      <a:chExt cx="40183" cy="40183"/>
                    </a:xfrm>
                  </p:grpSpPr>
                  <p:sp>
                    <p:nvSpPr>
                      <p:cNvPr id="3190" name="任意多边形: 形状 3189">
                        <a:extLst>
                          <a:ext uri="{FF2B5EF4-FFF2-40B4-BE49-F238E27FC236}">
                            <a16:creationId xmlns:a16="http://schemas.microsoft.com/office/drawing/2014/main" id="{E8618421-CC9E-9292-48C8-BC0B5A6853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60406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91" name="任意多边形: 形状 3190">
                        <a:extLst>
                          <a:ext uri="{FF2B5EF4-FFF2-40B4-BE49-F238E27FC236}">
                            <a16:creationId xmlns:a16="http://schemas.microsoft.com/office/drawing/2014/main" id="{F4B1B4BB-37AC-6DE5-56F8-3183E6E9AF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60406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598F3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92" name="任意多边形: 形状 3191">
                        <a:extLst>
                          <a:ext uri="{FF2B5EF4-FFF2-40B4-BE49-F238E27FC236}">
                            <a16:creationId xmlns:a16="http://schemas.microsoft.com/office/drawing/2014/main" id="{FBD12C19-0B74-DD8B-1D53-AF7B1DD935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60406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189" name="任意多边形: 形状 3188">
                      <a:extLst>
                        <a:ext uri="{FF2B5EF4-FFF2-40B4-BE49-F238E27FC236}">
                          <a16:creationId xmlns:a16="http://schemas.microsoft.com/office/drawing/2014/main" id="{882E83AB-F1EE-8F25-F3E0-44D82CA626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4470" y="2820218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85F1FF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177" name="图形 38">
                    <a:extLst>
                      <a:ext uri="{FF2B5EF4-FFF2-40B4-BE49-F238E27FC236}">
                        <a16:creationId xmlns:a16="http://schemas.microsoft.com/office/drawing/2014/main" id="{532B8D74-1F1B-4C9D-3792-0EB1B99A07A4}"/>
                      </a:ext>
                    </a:extLst>
                  </p:cNvPr>
                  <p:cNvGrpSpPr/>
                  <p:nvPr/>
                </p:nvGrpSpPr>
                <p:grpSpPr>
                  <a:xfrm>
                    <a:off x="7180957" y="2812851"/>
                    <a:ext cx="40183" cy="40183"/>
                    <a:chOff x="7180957" y="2812851"/>
                    <a:chExt cx="40183" cy="40183"/>
                  </a:xfrm>
                </p:grpSpPr>
                <p:grpSp>
                  <p:nvGrpSpPr>
                    <p:cNvPr id="3183" name="图形 38">
                      <a:extLst>
                        <a:ext uri="{FF2B5EF4-FFF2-40B4-BE49-F238E27FC236}">
                          <a16:creationId xmlns:a16="http://schemas.microsoft.com/office/drawing/2014/main" id="{434C6AC5-3D31-9199-CE21-594229A816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80957" y="2812851"/>
                      <a:ext cx="40183" cy="40183"/>
                      <a:chOff x="7180957" y="2812851"/>
                      <a:chExt cx="40183" cy="40183"/>
                    </a:xfrm>
                  </p:grpSpPr>
                  <p:sp>
                    <p:nvSpPr>
                      <p:cNvPr id="3185" name="任意多边形: 形状 3184">
                        <a:extLst>
                          <a:ext uri="{FF2B5EF4-FFF2-40B4-BE49-F238E27FC236}">
                            <a16:creationId xmlns:a16="http://schemas.microsoft.com/office/drawing/2014/main" id="{BFEA134A-FD56-8B5D-9C2F-586333080D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80957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86" name="任意多边形: 形状 3185">
                        <a:extLst>
                          <a:ext uri="{FF2B5EF4-FFF2-40B4-BE49-F238E27FC236}">
                            <a16:creationId xmlns:a16="http://schemas.microsoft.com/office/drawing/2014/main" id="{48499930-AD31-D36E-BA6E-7EC6DF1567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80957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FFA01C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87" name="任意多边形: 形状 3186">
                        <a:extLst>
                          <a:ext uri="{FF2B5EF4-FFF2-40B4-BE49-F238E27FC236}">
                            <a16:creationId xmlns:a16="http://schemas.microsoft.com/office/drawing/2014/main" id="{5D76CD31-060D-77FC-E668-79E6DA304F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80957" y="2812851"/>
                        <a:ext cx="40183" cy="40183"/>
                      </a:xfrm>
                      <a:custGeom>
                        <a:avLst/>
                        <a:gdLst>
                          <a:gd name="connsiteX0" fmla="*/ 40184 w 40183"/>
                          <a:gd name="connsiteY0" fmla="*/ 20092 h 40183"/>
                          <a:gd name="connsiteX1" fmla="*/ 38844 w 40183"/>
                          <a:gd name="connsiteY1" fmla="*/ 28129 h 40183"/>
                          <a:gd name="connsiteX2" fmla="*/ 34156 w 40183"/>
                          <a:gd name="connsiteY2" fmla="*/ 34156 h 40183"/>
                          <a:gd name="connsiteX3" fmla="*/ 28129 w 40183"/>
                          <a:gd name="connsiteY3" fmla="*/ 38844 h 40183"/>
                          <a:gd name="connsiteX4" fmla="*/ 20092 w 40183"/>
                          <a:gd name="connsiteY4" fmla="*/ 40184 h 40183"/>
                          <a:gd name="connsiteX5" fmla="*/ 12055 w 40183"/>
                          <a:gd name="connsiteY5" fmla="*/ 38844 h 40183"/>
                          <a:gd name="connsiteX6" fmla="*/ 6028 w 40183"/>
                          <a:gd name="connsiteY6" fmla="*/ 34156 h 40183"/>
                          <a:gd name="connsiteX7" fmla="*/ 1340 w 40183"/>
                          <a:gd name="connsiteY7" fmla="*/ 28129 h 40183"/>
                          <a:gd name="connsiteX8" fmla="*/ 0 w 40183"/>
                          <a:gd name="connsiteY8" fmla="*/ 20092 h 40183"/>
                          <a:gd name="connsiteX9" fmla="*/ 1340 w 40183"/>
                          <a:gd name="connsiteY9" fmla="*/ 12055 h 40183"/>
                          <a:gd name="connsiteX10" fmla="*/ 6028 w 40183"/>
                          <a:gd name="connsiteY10" fmla="*/ 6027 h 40183"/>
                          <a:gd name="connsiteX11" fmla="*/ 12055 w 40183"/>
                          <a:gd name="connsiteY11" fmla="*/ 1340 h 40183"/>
                          <a:gd name="connsiteX12" fmla="*/ 20092 w 40183"/>
                          <a:gd name="connsiteY12" fmla="*/ 0 h 40183"/>
                          <a:gd name="connsiteX13" fmla="*/ 28129 w 40183"/>
                          <a:gd name="connsiteY13" fmla="*/ 1340 h 40183"/>
                          <a:gd name="connsiteX14" fmla="*/ 34156 w 40183"/>
                          <a:gd name="connsiteY14" fmla="*/ 6027 h 40183"/>
                          <a:gd name="connsiteX15" fmla="*/ 38844 w 40183"/>
                          <a:gd name="connsiteY15" fmla="*/ 12055 h 40183"/>
                          <a:gd name="connsiteX16" fmla="*/ 40184 w 40183"/>
                          <a:gd name="connsiteY16" fmla="*/ 20092 h 401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0183" h="40183">
                            <a:moveTo>
                              <a:pt x="40184" y="20092"/>
                            </a:moveTo>
                            <a:lnTo>
                              <a:pt x="38844" y="28129"/>
                            </a:lnTo>
                            <a:lnTo>
                              <a:pt x="34156" y="34156"/>
                            </a:lnTo>
                            <a:lnTo>
                              <a:pt x="28129" y="38844"/>
                            </a:lnTo>
                            <a:lnTo>
                              <a:pt x="20092" y="40184"/>
                            </a:lnTo>
                            <a:lnTo>
                              <a:pt x="12055" y="38844"/>
                            </a:lnTo>
                            <a:lnTo>
                              <a:pt x="6028" y="34156"/>
                            </a:lnTo>
                            <a:lnTo>
                              <a:pt x="1340" y="28129"/>
                            </a:lnTo>
                            <a:lnTo>
                              <a:pt x="0" y="20092"/>
                            </a:lnTo>
                            <a:lnTo>
                              <a:pt x="1340" y="12055"/>
                            </a:lnTo>
                            <a:lnTo>
                              <a:pt x="6028" y="6027"/>
                            </a:lnTo>
                            <a:lnTo>
                              <a:pt x="12055" y="1340"/>
                            </a:lnTo>
                            <a:lnTo>
                              <a:pt x="20092" y="0"/>
                            </a:lnTo>
                            <a:lnTo>
                              <a:pt x="28129" y="1340"/>
                            </a:lnTo>
                            <a:lnTo>
                              <a:pt x="34156" y="6027"/>
                            </a:lnTo>
                            <a:lnTo>
                              <a:pt x="38844" y="12055"/>
                            </a:lnTo>
                            <a:lnTo>
                              <a:pt x="40184" y="200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184" name="任意多边形: 形状 3183">
                      <a:extLst>
                        <a:ext uri="{FF2B5EF4-FFF2-40B4-BE49-F238E27FC236}">
                          <a16:creationId xmlns:a16="http://schemas.microsoft.com/office/drawing/2014/main" id="{EB738D65-1E17-9D58-25BA-3764E7BC56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5021" y="2820218"/>
                      <a:ext cx="19422" cy="18752"/>
                    </a:xfrm>
                    <a:custGeom>
                      <a:avLst/>
                      <a:gdLst>
                        <a:gd name="connsiteX0" fmla="*/ 19422 w 19422"/>
                        <a:gd name="connsiteY0" fmla="*/ 9376 h 18752"/>
                        <a:gd name="connsiteX1" fmla="*/ 18753 w 19422"/>
                        <a:gd name="connsiteY1" fmla="*/ 13395 h 18752"/>
                        <a:gd name="connsiteX2" fmla="*/ 13395 w 19422"/>
                        <a:gd name="connsiteY2" fmla="*/ 18752 h 18752"/>
                        <a:gd name="connsiteX3" fmla="*/ 5358 w 19422"/>
                        <a:gd name="connsiteY3" fmla="*/ 18752 h 18752"/>
                        <a:gd name="connsiteX4" fmla="*/ 0 w 19422"/>
                        <a:gd name="connsiteY4" fmla="*/ 13395 h 18752"/>
                        <a:gd name="connsiteX5" fmla="*/ 0 w 19422"/>
                        <a:gd name="connsiteY5" fmla="*/ 5358 h 18752"/>
                        <a:gd name="connsiteX6" fmla="*/ 5358 w 19422"/>
                        <a:gd name="connsiteY6" fmla="*/ 0 h 18752"/>
                        <a:gd name="connsiteX7" fmla="*/ 13395 w 19422"/>
                        <a:gd name="connsiteY7" fmla="*/ 0 h 18752"/>
                        <a:gd name="connsiteX8" fmla="*/ 18753 w 19422"/>
                        <a:gd name="connsiteY8" fmla="*/ 5358 h 18752"/>
                        <a:gd name="connsiteX9" fmla="*/ 19422 w 19422"/>
                        <a:gd name="connsiteY9" fmla="*/ 9376 h 187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422" h="18752">
                          <a:moveTo>
                            <a:pt x="19422" y="9376"/>
                          </a:moveTo>
                          <a:lnTo>
                            <a:pt x="18753" y="13395"/>
                          </a:lnTo>
                          <a:lnTo>
                            <a:pt x="13395" y="18752"/>
                          </a:lnTo>
                          <a:lnTo>
                            <a:pt x="5358" y="18752"/>
                          </a:lnTo>
                          <a:lnTo>
                            <a:pt x="0" y="13395"/>
                          </a:lnTo>
                          <a:lnTo>
                            <a:pt x="0" y="5358"/>
                          </a:lnTo>
                          <a:lnTo>
                            <a:pt x="5358" y="0"/>
                          </a:lnTo>
                          <a:lnTo>
                            <a:pt x="13395" y="0"/>
                          </a:lnTo>
                          <a:lnTo>
                            <a:pt x="18753" y="5358"/>
                          </a:lnTo>
                          <a:lnTo>
                            <a:pt x="19422" y="9376"/>
                          </a:lnTo>
                          <a:close/>
                        </a:path>
                      </a:pathLst>
                    </a:custGeom>
                    <a:solidFill>
                      <a:srgbClr val="FFEC85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178" name="任意多边形: 形状 3177">
                    <a:extLst>
                      <a:ext uri="{FF2B5EF4-FFF2-40B4-BE49-F238E27FC236}">
                        <a16:creationId xmlns:a16="http://schemas.microsoft.com/office/drawing/2014/main" id="{BB7E3963-63FF-97CC-7F99-F88BFF70A0A0}"/>
                      </a:ext>
                    </a:extLst>
                  </p:cNvPr>
                  <p:cNvSpPr/>
                  <p:nvPr/>
                </p:nvSpPr>
                <p:spPr>
                  <a:xfrm>
                    <a:off x="7323608" y="2707704"/>
                    <a:ext cx="174128" cy="183505"/>
                  </a:xfrm>
                  <a:custGeom>
                    <a:avLst/>
                    <a:gdLst>
                      <a:gd name="connsiteX0" fmla="*/ 174129 w 174128"/>
                      <a:gd name="connsiteY0" fmla="*/ 0 h 183505"/>
                      <a:gd name="connsiteX1" fmla="*/ 174129 w 174128"/>
                      <a:gd name="connsiteY1" fmla="*/ 177478 h 183505"/>
                      <a:gd name="connsiteX2" fmla="*/ 0 w 174128"/>
                      <a:gd name="connsiteY2" fmla="*/ 183505 h 183505"/>
                      <a:gd name="connsiteX3" fmla="*/ 0 w 174128"/>
                      <a:gd name="connsiteY3" fmla="*/ 6028 h 183505"/>
                      <a:gd name="connsiteX4" fmla="*/ 174129 w 174128"/>
                      <a:gd name="connsiteY4" fmla="*/ 0 h 1835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128" h="183505">
                        <a:moveTo>
                          <a:pt x="174129" y="0"/>
                        </a:moveTo>
                        <a:lnTo>
                          <a:pt x="174129" y="177478"/>
                        </a:lnTo>
                        <a:lnTo>
                          <a:pt x="0" y="183505"/>
                        </a:lnTo>
                        <a:lnTo>
                          <a:pt x="0" y="6028"/>
                        </a:lnTo>
                        <a:lnTo>
                          <a:pt x="174129" y="0"/>
                        </a:lnTo>
                        <a:close/>
                      </a:path>
                    </a:pathLst>
                  </a:custGeom>
                  <a:noFill/>
                  <a:ln w="3349" cap="flat">
                    <a:solidFill>
                      <a:srgbClr val="282727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9" name="任意多边形: 形状 3178">
                    <a:extLst>
                      <a:ext uri="{FF2B5EF4-FFF2-40B4-BE49-F238E27FC236}">
                        <a16:creationId xmlns:a16="http://schemas.microsoft.com/office/drawing/2014/main" id="{4088F87B-2FF9-5400-3635-C87549BC1EF0}"/>
                      </a:ext>
                    </a:extLst>
                  </p:cNvPr>
                  <p:cNvSpPr/>
                  <p:nvPr/>
                </p:nvSpPr>
                <p:spPr>
                  <a:xfrm>
                    <a:off x="7144122" y="2425079"/>
                    <a:ext cx="6697" cy="243780"/>
                  </a:xfrm>
                  <a:custGeom>
                    <a:avLst/>
                    <a:gdLst>
                      <a:gd name="connsiteX0" fmla="*/ 0 w 6697"/>
                      <a:gd name="connsiteY0" fmla="*/ 0 h 243780"/>
                      <a:gd name="connsiteX1" fmla="*/ 0 w 6697"/>
                      <a:gd name="connsiteY1" fmla="*/ 243780 h 2437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3780">
                        <a:moveTo>
                          <a:pt x="0" y="0"/>
                        </a:moveTo>
                        <a:lnTo>
                          <a:pt x="0" y="243780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0" name="任意多边形: 形状 3179">
                    <a:extLst>
                      <a:ext uri="{FF2B5EF4-FFF2-40B4-BE49-F238E27FC236}">
                        <a16:creationId xmlns:a16="http://schemas.microsoft.com/office/drawing/2014/main" id="{2759F95E-F0BB-D139-7ADD-2420AE1E90FA}"/>
                      </a:ext>
                    </a:extLst>
                  </p:cNvPr>
                  <p:cNvSpPr/>
                  <p:nvPr/>
                </p:nvSpPr>
                <p:spPr>
                  <a:xfrm>
                    <a:off x="7137424" y="2425079"/>
                    <a:ext cx="6697" cy="243780"/>
                  </a:xfrm>
                  <a:custGeom>
                    <a:avLst/>
                    <a:gdLst>
                      <a:gd name="connsiteX0" fmla="*/ 0 w 6697"/>
                      <a:gd name="connsiteY0" fmla="*/ 0 h 243780"/>
                      <a:gd name="connsiteX1" fmla="*/ 0 w 6697"/>
                      <a:gd name="connsiteY1" fmla="*/ 243780 h 2437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3780">
                        <a:moveTo>
                          <a:pt x="0" y="0"/>
                        </a:moveTo>
                        <a:lnTo>
                          <a:pt x="0" y="243780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1" name="任意多边形: 形状 3180">
                    <a:extLst>
                      <a:ext uri="{FF2B5EF4-FFF2-40B4-BE49-F238E27FC236}">
                        <a16:creationId xmlns:a16="http://schemas.microsoft.com/office/drawing/2014/main" id="{268C6370-C457-3677-4524-580FA5C07DD1}"/>
                      </a:ext>
                    </a:extLst>
                  </p:cNvPr>
                  <p:cNvSpPr/>
                  <p:nvPr/>
                </p:nvSpPr>
                <p:spPr>
                  <a:xfrm>
                    <a:off x="7351737" y="2407666"/>
                    <a:ext cx="6697" cy="247798"/>
                  </a:xfrm>
                  <a:custGeom>
                    <a:avLst/>
                    <a:gdLst>
                      <a:gd name="connsiteX0" fmla="*/ 0 w 6697"/>
                      <a:gd name="connsiteY0" fmla="*/ 0 h 247798"/>
                      <a:gd name="connsiteX1" fmla="*/ 0 w 6697"/>
                      <a:gd name="connsiteY1" fmla="*/ 247799 h 2477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7798">
                        <a:moveTo>
                          <a:pt x="0" y="0"/>
                        </a:moveTo>
                        <a:lnTo>
                          <a:pt x="0" y="247799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2" name="任意多边形: 形状 3181">
                    <a:extLst>
                      <a:ext uri="{FF2B5EF4-FFF2-40B4-BE49-F238E27FC236}">
                        <a16:creationId xmlns:a16="http://schemas.microsoft.com/office/drawing/2014/main" id="{76FF7871-D293-DD9D-A101-C53EFC3F8654}"/>
                      </a:ext>
                    </a:extLst>
                  </p:cNvPr>
                  <p:cNvSpPr/>
                  <p:nvPr/>
                </p:nvSpPr>
                <p:spPr>
                  <a:xfrm>
                    <a:off x="7345040" y="2407666"/>
                    <a:ext cx="6697" cy="247798"/>
                  </a:xfrm>
                  <a:custGeom>
                    <a:avLst/>
                    <a:gdLst>
                      <a:gd name="connsiteX0" fmla="*/ 0 w 6697"/>
                      <a:gd name="connsiteY0" fmla="*/ 0 h 247798"/>
                      <a:gd name="connsiteX1" fmla="*/ 0 w 6697"/>
                      <a:gd name="connsiteY1" fmla="*/ 247799 h 2477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" h="247798">
                        <a:moveTo>
                          <a:pt x="0" y="0"/>
                        </a:moveTo>
                        <a:lnTo>
                          <a:pt x="0" y="247799"/>
                        </a:lnTo>
                      </a:path>
                    </a:pathLst>
                  </a:custGeom>
                  <a:noFill/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34" name="任意多边形: 形状 3133">
                  <a:extLst>
                    <a:ext uri="{FF2B5EF4-FFF2-40B4-BE49-F238E27FC236}">
                      <a16:creationId xmlns:a16="http://schemas.microsoft.com/office/drawing/2014/main" id="{0B03E046-DD4D-1D2B-414C-0FE7F18E651D}"/>
                    </a:ext>
                  </a:extLst>
                </p:cNvPr>
                <p:cNvSpPr/>
                <p:nvPr/>
              </p:nvSpPr>
              <p:spPr>
                <a:xfrm>
                  <a:off x="7067103" y="2294483"/>
                  <a:ext cx="409872" cy="99119"/>
                </a:xfrm>
                <a:custGeom>
                  <a:avLst/>
                  <a:gdLst>
                    <a:gd name="connsiteX0" fmla="*/ 0 w 409872"/>
                    <a:gd name="connsiteY0" fmla="*/ 32147 h 99119"/>
                    <a:gd name="connsiteX1" fmla="*/ 0 w 409872"/>
                    <a:gd name="connsiteY1" fmla="*/ 99119 h 99119"/>
                    <a:gd name="connsiteX2" fmla="*/ 8706 w 409872"/>
                    <a:gd name="connsiteY2" fmla="*/ 98450 h 99119"/>
                    <a:gd name="connsiteX3" fmla="*/ 8706 w 409872"/>
                    <a:gd name="connsiteY3" fmla="*/ 72330 h 99119"/>
                    <a:gd name="connsiteX4" fmla="*/ 32817 w 409872"/>
                    <a:gd name="connsiteY4" fmla="*/ 69652 h 99119"/>
                    <a:gd name="connsiteX5" fmla="*/ 38844 w 409872"/>
                    <a:gd name="connsiteY5" fmla="*/ 64963 h 99119"/>
                    <a:gd name="connsiteX6" fmla="*/ 42863 w 409872"/>
                    <a:gd name="connsiteY6" fmla="*/ 58936 h 99119"/>
                    <a:gd name="connsiteX7" fmla="*/ 44202 w 409872"/>
                    <a:gd name="connsiteY7" fmla="*/ 49560 h 99119"/>
                    <a:gd name="connsiteX8" fmla="*/ 42863 w 409872"/>
                    <a:gd name="connsiteY8" fmla="*/ 40184 h 99119"/>
                    <a:gd name="connsiteX9" fmla="*/ 38844 w 409872"/>
                    <a:gd name="connsiteY9" fmla="*/ 34156 h 99119"/>
                    <a:gd name="connsiteX10" fmla="*/ 32817 w 409872"/>
                    <a:gd name="connsiteY10" fmla="*/ 30807 h 99119"/>
                    <a:gd name="connsiteX11" fmla="*/ 0 w 409872"/>
                    <a:gd name="connsiteY11" fmla="*/ 32147 h 99119"/>
                    <a:gd name="connsiteX12" fmla="*/ 8706 w 409872"/>
                    <a:gd name="connsiteY12" fmla="*/ 40184 h 99119"/>
                    <a:gd name="connsiteX13" fmla="*/ 28798 w 409872"/>
                    <a:gd name="connsiteY13" fmla="*/ 39514 h 99119"/>
                    <a:gd name="connsiteX14" fmla="*/ 34826 w 409872"/>
                    <a:gd name="connsiteY14" fmla="*/ 44202 h 99119"/>
                    <a:gd name="connsiteX15" fmla="*/ 35495 w 409872"/>
                    <a:gd name="connsiteY15" fmla="*/ 50229 h 99119"/>
                    <a:gd name="connsiteX16" fmla="*/ 34826 w 409872"/>
                    <a:gd name="connsiteY16" fmla="*/ 55587 h 99119"/>
                    <a:gd name="connsiteX17" fmla="*/ 28798 w 409872"/>
                    <a:gd name="connsiteY17" fmla="*/ 61615 h 99119"/>
                    <a:gd name="connsiteX18" fmla="*/ 8706 w 409872"/>
                    <a:gd name="connsiteY18" fmla="*/ 63624 h 99119"/>
                    <a:gd name="connsiteX19" fmla="*/ 8706 w 409872"/>
                    <a:gd name="connsiteY19" fmla="*/ 40184 h 99119"/>
                    <a:gd name="connsiteX20" fmla="*/ 77688 w 409872"/>
                    <a:gd name="connsiteY20" fmla="*/ 24780 h 99119"/>
                    <a:gd name="connsiteX21" fmla="*/ 69652 w 409872"/>
                    <a:gd name="connsiteY21" fmla="*/ 26789 h 99119"/>
                    <a:gd name="connsiteX22" fmla="*/ 56927 w 409872"/>
                    <a:gd name="connsiteY22" fmla="*/ 36835 h 99119"/>
                    <a:gd name="connsiteX23" fmla="*/ 51569 w 409872"/>
                    <a:gd name="connsiteY23" fmla="*/ 47551 h 99119"/>
                    <a:gd name="connsiteX24" fmla="*/ 50229 w 409872"/>
                    <a:gd name="connsiteY24" fmla="*/ 62284 h 99119"/>
                    <a:gd name="connsiteX25" fmla="*/ 50899 w 409872"/>
                    <a:gd name="connsiteY25" fmla="*/ 72330 h 99119"/>
                    <a:gd name="connsiteX26" fmla="*/ 56927 w 409872"/>
                    <a:gd name="connsiteY26" fmla="*/ 86395 h 99119"/>
                    <a:gd name="connsiteX27" fmla="*/ 69652 w 409872"/>
                    <a:gd name="connsiteY27" fmla="*/ 94431 h 99119"/>
                    <a:gd name="connsiteX28" fmla="*/ 77688 w 409872"/>
                    <a:gd name="connsiteY28" fmla="*/ 95101 h 99119"/>
                    <a:gd name="connsiteX29" fmla="*/ 85725 w 409872"/>
                    <a:gd name="connsiteY29" fmla="*/ 93762 h 99119"/>
                    <a:gd name="connsiteX30" fmla="*/ 98450 w 409872"/>
                    <a:gd name="connsiteY30" fmla="*/ 83716 h 99119"/>
                    <a:gd name="connsiteX31" fmla="*/ 103808 w 409872"/>
                    <a:gd name="connsiteY31" fmla="*/ 73000 h 99119"/>
                    <a:gd name="connsiteX32" fmla="*/ 105817 w 409872"/>
                    <a:gd name="connsiteY32" fmla="*/ 58266 h 99119"/>
                    <a:gd name="connsiteX33" fmla="*/ 105147 w 409872"/>
                    <a:gd name="connsiteY33" fmla="*/ 47551 h 99119"/>
                    <a:gd name="connsiteX34" fmla="*/ 98450 w 409872"/>
                    <a:gd name="connsiteY34" fmla="*/ 33486 h 99119"/>
                    <a:gd name="connsiteX35" fmla="*/ 86395 w 409872"/>
                    <a:gd name="connsiteY35" fmla="*/ 25450 h 99119"/>
                    <a:gd name="connsiteX36" fmla="*/ 77688 w 409872"/>
                    <a:gd name="connsiteY36" fmla="*/ 24780 h 99119"/>
                    <a:gd name="connsiteX37" fmla="*/ 77688 w 409872"/>
                    <a:gd name="connsiteY37" fmla="*/ 34156 h 99119"/>
                    <a:gd name="connsiteX38" fmla="*/ 86395 w 409872"/>
                    <a:gd name="connsiteY38" fmla="*/ 34826 h 99119"/>
                    <a:gd name="connsiteX39" fmla="*/ 91753 w 409872"/>
                    <a:gd name="connsiteY39" fmla="*/ 40184 h 99119"/>
                    <a:gd name="connsiteX40" fmla="*/ 95771 w 409872"/>
                    <a:gd name="connsiteY40" fmla="*/ 47551 h 99119"/>
                    <a:gd name="connsiteX41" fmla="*/ 97110 w 409872"/>
                    <a:gd name="connsiteY41" fmla="*/ 58936 h 99119"/>
                    <a:gd name="connsiteX42" fmla="*/ 95771 w 409872"/>
                    <a:gd name="connsiteY42" fmla="*/ 70321 h 99119"/>
                    <a:gd name="connsiteX43" fmla="*/ 91753 w 409872"/>
                    <a:gd name="connsiteY43" fmla="*/ 78358 h 99119"/>
                    <a:gd name="connsiteX44" fmla="*/ 85725 w 409872"/>
                    <a:gd name="connsiteY44" fmla="*/ 83716 h 99119"/>
                    <a:gd name="connsiteX45" fmla="*/ 77688 w 409872"/>
                    <a:gd name="connsiteY45" fmla="*/ 86395 h 99119"/>
                    <a:gd name="connsiteX46" fmla="*/ 69652 w 409872"/>
                    <a:gd name="connsiteY46" fmla="*/ 85055 h 99119"/>
                    <a:gd name="connsiteX47" fmla="*/ 63624 w 409872"/>
                    <a:gd name="connsiteY47" fmla="*/ 79697 h 99119"/>
                    <a:gd name="connsiteX48" fmla="*/ 60275 w 409872"/>
                    <a:gd name="connsiteY48" fmla="*/ 72330 h 99119"/>
                    <a:gd name="connsiteX49" fmla="*/ 58936 w 409872"/>
                    <a:gd name="connsiteY49" fmla="*/ 61615 h 99119"/>
                    <a:gd name="connsiteX50" fmla="*/ 60275 w 409872"/>
                    <a:gd name="connsiteY50" fmla="*/ 50229 h 99119"/>
                    <a:gd name="connsiteX51" fmla="*/ 63624 w 409872"/>
                    <a:gd name="connsiteY51" fmla="*/ 42193 h 99119"/>
                    <a:gd name="connsiteX52" fmla="*/ 69652 w 409872"/>
                    <a:gd name="connsiteY52" fmla="*/ 36165 h 99119"/>
                    <a:gd name="connsiteX53" fmla="*/ 77688 w 409872"/>
                    <a:gd name="connsiteY53" fmla="*/ 34156 h 99119"/>
                    <a:gd name="connsiteX54" fmla="*/ 109165 w 409872"/>
                    <a:gd name="connsiteY54" fmla="*/ 23440 h 99119"/>
                    <a:gd name="connsiteX55" fmla="*/ 125909 w 409872"/>
                    <a:gd name="connsiteY55" fmla="*/ 91083 h 99119"/>
                    <a:gd name="connsiteX56" fmla="*/ 135285 w 409872"/>
                    <a:gd name="connsiteY56" fmla="*/ 90413 h 99119"/>
                    <a:gd name="connsiteX57" fmla="*/ 147340 w 409872"/>
                    <a:gd name="connsiteY57" fmla="*/ 36165 h 99119"/>
                    <a:gd name="connsiteX58" fmla="*/ 159395 w 409872"/>
                    <a:gd name="connsiteY58" fmla="*/ 89074 h 99119"/>
                    <a:gd name="connsiteX59" fmla="*/ 168101 w 409872"/>
                    <a:gd name="connsiteY59" fmla="*/ 88404 h 99119"/>
                    <a:gd name="connsiteX60" fmla="*/ 184844 w 409872"/>
                    <a:gd name="connsiteY60" fmla="*/ 17413 h 99119"/>
                    <a:gd name="connsiteX61" fmla="*/ 174798 w 409872"/>
                    <a:gd name="connsiteY61" fmla="*/ 18082 h 99119"/>
                    <a:gd name="connsiteX62" fmla="*/ 164083 w 409872"/>
                    <a:gd name="connsiteY62" fmla="*/ 73000 h 99119"/>
                    <a:gd name="connsiteX63" fmla="*/ 152028 w 409872"/>
                    <a:gd name="connsiteY63" fmla="*/ 20092 h 99119"/>
                    <a:gd name="connsiteX64" fmla="*/ 142652 w 409872"/>
                    <a:gd name="connsiteY64" fmla="*/ 20762 h 99119"/>
                    <a:gd name="connsiteX65" fmla="*/ 130597 w 409872"/>
                    <a:gd name="connsiteY65" fmla="*/ 75679 h 99119"/>
                    <a:gd name="connsiteX66" fmla="*/ 119211 w 409872"/>
                    <a:gd name="connsiteY66" fmla="*/ 22771 h 99119"/>
                    <a:gd name="connsiteX67" fmla="*/ 109165 w 409872"/>
                    <a:gd name="connsiteY67" fmla="*/ 23440 h 99119"/>
                    <a:gd name="connsiteX68" fmla="*/ 190872 w 409872"/>
                    <a:gd name="connsiteY68" fmla="*/ 17413 h 99119"/>
                    <a:gd name="connsiteX69" fmla="*/ 190872 w 409872"/>
                    <a:gd name="connsiteY69" fmla="*/ 86395 h 99119"/>
                    <a:gd name="connsiteX70" fmla="*/ 199578 w 409872"/>
                    <a:gd name="connsiteY70" fmla="*/ 86395 h 99119"/>
                    <a:gd name="connsiteX71" fmla="*/ 199578 w 409872"/>
                    <a:gd name="connsiteY71" fmla="*/ 57597 h 99119"/>
                    <a:gd name="connsiteX72" fmla="*/ 215652 w 409872"/>
                    <a:gd name="connsiteY72" fmla="*/ 56257 h 99119"/>
                    <a:gd name="connsiteX73" fmla="*/ 219670 w 409872"/>
                    <a:gd name="connsiteY73" fmla="*/ 56927 h 99119"/>
                    <a:gd name="connsiteX74" fmla="*/ 225028 w 409872"/>
                    <a:gd name="connsiteY74" fmla="*/ 60945 h 99119"/>
                    <a:gd name="connsiteX75" fmla="*/ 229047 w 409872"/>
                    <a:gd name="connsiteY75" fmla="*/ 84386 h 99119"/>
                    <a:gd name="connsiteX76" fmla="*/ 238423 w 409872"/>
                    <a:gd name="connsiteY76" fmla="*/ 83716 h 99119"/>
                    <a:gd name="connsiteX77" fmla="*/ 233065 w 409872"/>
                    <a:gd name="connsiteY77" fmla="*/ 56257 h 99119"/>
                    <a:gd name="connsiteX78" fmla="*/ 225698 w 409872"/>
                    <a:gd name="connsiteY78" fmla="*/ 50899 h 99119"/>
                    <a:gd name="connsiteX79" fmla="*/ 229716 w 409872"/>
                    <a:gd name="connsiteY79" fmla="*/ 47551 h 99119"/>
                    <a:gd name="connsiteX80" fmla="*/ 235074 w 409872"/>
                    <a:gd name="connsiteY80" fmla="*/ 38844 h 99119"/>
                    <a:gd name="connsiteX81" fmla="*/ 234404 w 409872"/>
                    <a:gd name="connsiteY81" fmla="*/ 24780 h 99119"/>
                    <a:gd name="connsiteX82" fmla="*/ 230386 w 409872"/>
                    <a:gd name="connsiteY82" fmla="*/ 18752 h 99119"/>
                    <a:gd name="connsiteX83" fmla="*/ 224358 w 409872"/>
                    <a:gd name="connsiteY83" fmla="*/ 16073 h 99119"/>
                    <a:gd name="connsiteX84" fmla="*/ 216322 w 409872"/>
                    <a:gd name="connsiteY84" fmla="*/ 15404 h 99119"/>
                    <a:gd name="connsiteX85" fmla="*/ 190872 w 409872"/>
                    <a:gd name="connsiteY85" fmla="*/ 17413 h 99119"/>
                    <a:gd name="connsiteX86" fmla="*/ 199578 w 409872"/>
                    <a:gd name="connsiteY86" fmla="*/ 25450 h 99119"/>
                    <a:gd name="connsiteX87" fmla="*/ 221010 w 409872"/>
                    <a:gd name="connsiteY87" fmla="*/ 24780 h 99119"/>
                    <a:gd name="connsiteX88" fmla="*/ 226368 w 409872"/>
                    <a:gd name="connsiteY88" fmla="*/ 29468 h 99119"/>
                    <a:gd name="connsiteX89" fmla="*/ 227037 w 409872"/>
                    <a:gd name="connsiteY89" fmla="*/ 34826 h 99119"/>
                    <a:gd name="connsiteX90" fmla="*/ 226368 w 409872"/>
                    <a:gd name="connsiteY90" fmla="*/ 40184 h 99119"/>
                    <a:gd name="connsiteX91" fmla="*/ 220340 w 409872"/>
                    <a:gd name="connsiteY91" fmla="*/ 46211 h 99119"/>
                    <a:gd name="connsiteX92" fmla="*/ 199578 w 409872"/>
                    <a:gd name="connsiteY92" fmla="*/ 48220 h 99119"/>
                    <a:gd name="connsiteX93" fmla="*/ 199578 w 409872"/>
                    <a:gd name="connsiteY93" fmla="*/ 25450 h 99119"/>
                    <a:gd name="connsiteX94" fmla="*/ 326157 w 409872"/>
                    <a:gd name="connsiteY94" fmla="*/ 5358 h 99119"/>
                    <a:gd name="connsiteX95" fmla="*/ 310753 w 409872"/>
                    <a:gd name="connsiteY95" fmla="*/ 10716 h 99119"/>
                    <a:gd name="connsiteX96" fmla="*/ 305395 w 409872"/>
                    <a:gd name="connsiteY96" fmla="*/ 17413 h 99119"/>
                    <a:gd name="connsiteX97" fmla="*/ 298698 w 409872"/>
                    <a:gd name="connsiteY97" fmla="*/ 33486 h 99119"/>
                    <a:gd name="connsiteX98" fmla="*/ 298028 w 409872"/>
                    <a:gd name="connsiteY98" fmla="*/ 44202 h 99119"/>
                    <a:gd name="connsiteX99" fmla="*/ 298698 w 409872"/>
                    <a:gd name="connsiteY99" fmla="*/ 54917 h 99119"/>
                    <a:gd name="connsiteX100" fmla="*/ 305395 w 409872"/>
                    <a:gd name="connsiteY100" fmla="*/ 70321 h 99119"/>
                    <a:gd name="connsiteX101" fmla="*/ 317451 w 409872"/>
                    <a:gd name="connsiteY101" fmla="*/ 78358 h 99119"/>
                    <a:gd name="connsiteX102" fmla="*/ 326157 w 409872"/>
                    <a:gd name="connsiteY102" fmla="*/ 79028 h 99119"/>
                    <a:gd name="connsiteX103" fmla="*/ 340891 w 409872"/>
                    <a:gd name="connsiteY103" fmla="*/ 73670 h 99119"/>
                    <a:gd name="connsiteX104" fmla="*/ 346918 w 409872"/>
                    <a:gd name="connsiteY104" fmla="*/ 67642 h 99119"/>
                    <a:gd name="connsiteX105" fmla="*/ 352946 w 409872"/>
                    <a:gd name="connsiteY105" fmla="*/ 50899 h 99119"/>
                    <a:gd name="connsiteX106" fmla="*/ 353616 w 409872"/>
                    <a:gd name="connsiteY106" fmla="*/ 40184 h 99119"/>
                    <a:gd name="connsiteX107" fmla="*/ 352946 w 409872"/>
                    <a:gd name="connsiteY107" fmla="*/ 29468 h 99119"/>
                    <a:gd name="connsiteX108" fmla="*/ 346918 w 409872"/>
                    <a:gd name="connsiteY108" fmla="*/ 14064 h 99119"/>
                    <a:gd name="connsiteX109" fmla="*/ 340891 w 409872"/>
                    <a:gd name="connsiteY109" fmla="*/ 8706 h 99119"/>
                    <a:gd name="connsiteX110" fmla="*/ 334194 w 409872"/>
                    <a:gd name="connsiteY110" fmla="*/ 5358 h 99119"/>
                    <a:gd name="connsiteX111" fmla="*/ 326157 w 409872"/>
                    <a:gd name="connsiteY111" fmla="*/ 5358 h 99119"/>
                    <a:gd name="connsiteX112" fmla="*/ 326157 w 409872"/>
                    <a:gd name="connsiteY112" fmla="*/ 14734 h 99119"/>
                    <a:gd name="connsiteX113" fmla="*/ 336203 w 409872"/>
                    <a:gd name="connsiteY113" fmla="*/ 17413 h 99119"/>
                    <a:gd name="connsiteX114" fmla="*/ 343570 w 409872"/>
                    <a:gd name="connsiteY114" fmla="*/ 28798 h 99119"/>
                    <a:gd name="connsiteX115" fmla="*/ 344909 w 409872"/>
                    <a:gd name="connsiteY115" fmla="*/ 40853 h 99119"/>
                    <a:gd name="connsiteX116" fmla="*/ 343570 w 409872"/>
                    <a:gd name="connsiteY116" fmla="*/ 52908 h 99119"/>
                    <a:gd name="connsiteX117" fmla="*/ 340221 w 409872"/>
                    <a:gd name="connsiteY117" fmla="*/ 61615 h 99119"/>
                    <a:gd name="connsiteX118" fmla="*/ 334194 w 409872"/>
                    <a:gd name="connsiteY118" fmla="*/ 67642 h 99119"/>
                    <a:gd name="connsiteX119" fmla="*/ 326157 w 409872"/>
                    <a:gd name="connsiteY119" fmla="*/ 69652 h 99119"/>
                    <a:gd name="connsiteX120" fmla="*/ 317451 w 409872"/>
                    <a:gd name="connsiteY120" fmla="*/ 68312 h 99119"/>
                    <a:gd name="connsiteX121" fmla="*/ 311423 w 409872"/>
                    <a:gd name="connsiteY121" fmla="*/ 62954 h 99119"/>
                    <a:gd name="connsiteX122" fmla="*/ 308074 w 409872"/>
                    <a:gd name="connsiteY122" fmla="*/ 54917 h 99119"/>
                    <a:gd name="connsiteX123" fmla="*/ 306735 w 409872"/>
                    <a:gd name="connsiteY123" fmla="*/ 43532 h 99119"/>
                    <a:gd name="connsiteX124" fmla="*/ 308074 w 409872"/>
                    <a:gd name="connsiteY124" fmla="*/ 32147 h 99119"/>
                    <a:gd name="connsiteX125" fmla="*/ 311423 w 409872"/>
                    <a:gd name="connsiteY125" fmla="*/ 23440 h 99119"/>
                    <a:gd name="connsiteX126" fmla="*/ 318120 w 409872"/>
                    <a:gd name="connsiteY126" fmla="*/ 17413 h 99119"/>
                    <a:gd name="connsiteX127" fmla="*/ 326157 w 409872"/>
                    <a:gd name="connsiteY127" fmla="*/ 14734 h 99119"/>
                    <a:gd name="connsiteX128" fmla="*/ 362992 w 409872"/>
                    <a:gd name="connsiteY128" fmla="*/ 3349 h 99119"/>
                    <a:gd name="connsiteX129" fmla="*/ 362992 w 409872"/>
                    <a:gd name="connsiteY129" fmla="*/ 75679 h 99119"/>
                    <a:gd name="connsiteX130" fmla="*/ 371698 w 409872"/>
                    <a:gd name="connsiteY130" fmla="*/ 75009 h 99119"/>
                    <a:gd name="connsiteX131" fmla="*/ 371698 w 409872"/>
                    <a:gd name="connsiteY131" fmla="*/ 20762 h 99119"/>
                    <a:gd name="connsiteX132" fmla="*/ 401836 w 409872"/>
                    <a:gd name="connsiteY132" fmla="*/ 73000 h 99119"/>
                    <a:gd name="connsiteX133" fmla="*/ 409873 w 409872"/>
                    <a:gd name="connsiteY133" fmla="*/ 72330 h 99119"/>
                    <a:gd name="connsiteX134" fmla="*/ 409873 w 409872"/>
                    <a:gd name="connsiteY134" fmla="*/ 0 h 99119"/>
                    <a:gd name="connsiteX135" fmla="*/ 401166 w 409872"/>
                    <a:gd name="connsiteY135" fmla="*/ 670 h 99119"/>
                    <a:gd name="connsiteX136" fmla="*/ 401166 w 409872"/>
                    <a:gd name="connsiteY136" fmla="*/ 54248 h 99119"/>
                    <a:gd name="connsiteX137" fmla="*/ 371698 w 409872"/>
                    <a:gd name="connsiteY137" fmla="*/ 2679 h 99119"/>
                    <a:gd name="connsiteX138" fmla="*/ 362992 w 409872"/>
                    <a:gd name="connsiteY138" fmla="*/ 3349 h 99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</a:cxnLst>
                  <a:rect l="l" t="t" r="r" b="b"/>
                  <a:pathLst>
                    <a:path w="409872" h="99119">
                      <a:moveTo>
                        <a:pt x="0" y="32147"/>
                      </a:moveTo>
                      <a:lnTo>
                        <a:pt x="0" y="99119"/>
                      </a:lnTo>
                      <a:lnTo>
                        <a:pt x="8706" y="98450"/>
                      </a:lnTo>
                      <a:lnTo>
                        <a:pt x="8706" y="72330"/>
                      </a:lnTo>
                      <a:lnTo>
                        <a:pt x="32817" y="69652"/>
                      </a:lnTo>
                      <a:lnTo>
                        <a:pt x="38844" y="64963"/>
                      </a:lnTo>
                      <a:lnTo>
                        <a:pt x="42863" y="58936"/>
                      </a:lnTo>
                      <a:lnTo>
                        <a:pt x="44202" y="49560"/>
                      </a:lnTo>
                      <a:lnTo>
                        <a:pt x="42863" y="40184"/>
                      </a:lnTo>
                      <a:lnTo>
                        <a:pt x="38844" y="34156"/>
                      </a:lnTo>
                      <a:lnTo>
                        <a:pt x="32817" y="30807"/>
                      </a:lnTo>
                      <a:lnTo>
                        <a:pt x="0" y="32147"/>
                      </a:lnTo>
                      <a:close/>
                      <a:moveTo>
                        <a:pt x="8706" y="40184"/>
                      </a:moveTo>
                      <a:lnTo>
                        <a:pt x="28798" y="39514"/>
                      </a:lnTo>
                      <a:lnTo>
                        <a:pt x="34826" y="44202"/>
                      </a:lnTo>
                      <a:lnTo>
                        <a:pt x="35495" y="50229"/>
                      </a:lnTo>
                      <a:lnTo>
                        <a:pt x="34826" y="55587"/>
                      </a:lnTo>
                      <a:lnTo>
                        <a:pt x="28798" y="61615"/>
                      </a:lnTo>
                      <a:lnTo>
                        <a:pt x="8706" y="63624"/>
                      </a:lnTo>
                      <a:lnTo>
                        <a:pt x="8706" y="40184"/>
                      </a:lnTo>
                      <a:close/>
                      <a:moveTo>
                        <a:pt x="77688" y="24780"/>
                      </a:moveTo>
                      <a:lnTo>
                        <a:pt x="69652" y="26789"/>
                      </a:lnTo>
                      <a:lnTo>
                        <a:pt x="56927" y="36835"/>
                      </a:lnTo>
                      <a:lnTo>
                        <a:pt x="51569" y="47551"/>
                      </a:lnTo>
                      <a:lnTo>
                        <a:pt x="50229" y="62284"/>
                      </a:lnTo>
                      <a:lnTo>
                        <a:pt x="50899" y="72330"/>
                      </a:lnTo>
                      <a:lnTo>
                        <a:pt x="56927" y="86395"/>
                      </a:lnTo>
                      <a:lnTo>
                        <a:pt x="69652" y="94431"/>
                      </a:lnTo>
                      <a:lnTo>
                        <a:pt x="77688" y="95101"/>
                      </a:lnTo>
                      <a:lnTo>
                        <a:pt x="85725" y="93762"/>
                      </a:lnTo>
                      <a:lnTo>
                        <a:pt x="98450" y="83716"/>
                      </a:lnTo>
                      <a:lnTo>
                        <a:pt x="103808" y="73000"/>
                      </a:lnTo>
                      <a:lnTo>
                        <a:pt x="105817" y="58266"/>
                      </a:lnTo>
                      <a:lnTo>
                        <a:pt x="105147" y="47551"/>
                      </a:lnTo>
                      <a:lnTo>
                        <a:pt x="98450" y="33486"/>
                      </a:lnTo>
                      <a:lnTo>
                        <a:pt x="86395" y="25450"/>
                      </a:lnTo>
                      <a:lnTo>
                        <a:pt x="77688" y="24780"/>
                      </a:lnTo>
                      <a:close/>
                      <a:moveTo>
                        <a:pt x="77688" y="34156"/>
                      </a:moveTo>
                      <a:lnTo>
                        <a:pt x="86395" y="34826"/>
                      </a:lnTo>
                      <a:lnTo>
                        <a:pt x="91753" y="40184"/>
                      </a:lnTo>
                      <a:lnTo>
                        <a:pt x="95771" y="47551"/>
                      </a:lnTo>
                      <a:lnTo>
                        <a:pt x="97110" y="58936"/>
                      </a:lnTo>
                      <a:lnTo>
                        <a:pt x="95771" y="70321"/>
                      </a:lnTo>
                      <a:lnTo>
                        <a:pt x="91753" y="78358"/>
                      </a:lnTo>
                      <a:lnTo>
                        <a:pt x="85725" y="83716"/>
                      </a:lnTo>
                      <a:lnTo>
                        <a:pt x="77688" y="86395"/>
                      </a:lnTo>
                      <a:lnTo>
                        <a:pt x="69652" y="85055"/>
                      </a:lnTo>
                      <a:lnTo>
                        <a:pt x="63624" y="79697"/>
                      </a:lnTo>
                      <a:lnTo>
                        <a:pt x="60275" y="72330"/>
                      </a:lnTo>
                      <a:lnTo>
                        <a:pt x="58936" y="61615"/>
                      </a:lnTo>
                      <a:lnTo>
                        <a:pt x="60275" y="50229"/>
                      </a:lnTo>
                      <a:lnTo>
                        <a:pt x="63624" y="42193"/>
                      </a:lnTo>
                      <a:lnTo>
                        <a:pt x="69652" y="36165"/>
                      </a:lnTo>
                      <a:lnTo>
                        <a:pt x="77688" y="34156"/>
                      </a:lnTo>
                      <a:close/>
                      <a:moveTo>
                        <a:pt x="109165" y="23440"/>
                      </a:moveTo>
                      <a:lnTo>
                        <a:pt x="125909" y="91083"/>
                      </a:lnTo>
                      <a:lnTo>
                        <a:pt x="135285" y="90413"/>
                      </a:lnTo>
                      <a:lnTo>
                        <a:pt x="147340" y="36165"/>
                      </a:lnTo>
                      <a:lnTo>
                        <a:pt x="159395" y="89074"/>
                      </a:lnTo>
                      <a:lnTo>
                        <a:pt x="168101" y="88404"/>
                      </a:lnTo>
                      <a:lnTo>
                        <a:pt x="184844" y="17413"/>
                      </a:lnTo>
                      <a:lnTo>
                        <a:pt x="174798" y="18082"/>
                      </a:lnTo>
                      <a:lnTo>
                        <a:pt x="164083" y="73000"/>
                      </a:lnTo>
                      <a:lnTo>
                        <a:pt x="152028" y="20092"/>
                      </a:lnTo>
                      <a:lnTo>
                        <a:pt x="142652" y="20762"/>
                      </a:lnTo>
                      <a:lnTo>
                        <a:pt x="130597" y="75679"/>
                      </a:lnTo>
                      <a:lnTo>
                        <a:pt x="119211" y="22771"/>
                      </a:lnTo>
                      <a:lnTo>
                        <a:pt x="109165" y="23440"/>
                      </a:lnTo>
                      <a:close/>
                      <a:moveTo>
                        <a:pt x="190872" y="17413"/>
                      </a:moveTo>
                      <a:lnTo>
                        <a:pt x="190872" y="86395"/>
                      </a:lnTo>
                      <a:lnTo>
                        <a:pt x="199578" y="86395"/>
                      </a:lnTo>
                      <a:lnTo>
                        <a:pt x="199578" y="57597"/>
                      </a:lnTo>
                      <a:lnTo>
                        <a:pt x="215652" y="56257"/>
                      </a:lnTo>
                      <a:lnTo>
                        <a:pt x="219670" y="56927"/>
                      </a:lnTo>
                      <a:lnTo>
                        <a:pt x="225028" y="60945"/>
                      </a:lnTo>
                      <a:lnTo>
                        <a:pt x="229047" y="84386"/>
                      </a:lnTo>
                      <a:lnTo>
                        <a:pt x="238423" y="83716"/>
                      </a:lnTo>
                      <a:lnTo>
                        <a:pt x="233065" y="56257"/>
                      </a:lnTo>
                      <a:lnTo>
                        <a:pt x="225698" y="50899"/>
                      </a:lnTo>
                      <a:lnTo>
                        <a:pt x="229716" y="47551"/>
                      </a:lnTo>
                      <a:lnTo>
                        <a:pt x="235074" y="38844"/>
                      </a:lnTo>
                      <a:lnTo>
                        <a:pt x="234404" y="24780"/>
                      </a:lnTo>
                      <a:lnTo>
                        <a:pt x="230386" y="18752"/>
                      </a:lnTo>
                      <a:lnTo>
                        <a:pt x="224358" y="16073"/>
                      </a:lnTo>
                      <a:lnTo>
                        <a:pt x="216322" y="15404"/>
                      </a:lnTo>
                      <a:lnTo>
                        <a:pt x="190872" y="17413"/>
                      </a:lnTo>
                      <a:close/>
                      <a:moveTo>
                        <a:pt x="199578" y="25450"/>
                      </a:moveTo>
                      <a:lnTo>
                        <a:pt x="221010" y="24780"/>
                      </a:lnTo>
                      <a:lnTo>
                        <a:pt x="226368" y="29468"/>
                      </a:lnTo>
                      <a:lnTo>
                        <a:pt x="227037" y="34826"/>
                      </a:lnTo>
                      <a:lnTo>
                        <a:pt x="226368" y="40184"/>
                      </a:lnTo>
                      <a:lnTo>
                        <a:pt x="220340" y="46211"/>
                      </a:lnTo>
                      <a:lnTo>
                        <a:pt x="199578" y="48220"/>
                      </a:lnTo>
                      <a:lnTo>
                        <a:pt x="199578" y="25450"/>
                      </a:lnTo>
                      <a:close/>
                      <a:moveTo>
                        <a:pt x="326157" y="5358"/>
                      </a:moveTo>
                      <a:lnTo>
                        <a:pt x="310753" y="10716"/>
                      </a:lnTo>
                      <a:lnTo>
                        <a:pt x="305395" y="17413"/>
                      </a:lnTo>
                      <a:lnTo>
                        <a:pt x="298698" y="33486"/>
                      </a:lnTo>
                      <a:lnTo>
                        <a:pt x="298028" y="44202"/>
                      </a:lnTo>
                      <a:lnTo>
                        <a:pt x="298698" y="54917"/>
                      </a:lnTo>
                      <a:lnTo>
                        <a:pt x="305395" y="70321"/>
                      </a:lnTo>
                      <a:lnTo>
                        <a:pt x="317451" y="78358"/>
                      </a:lnTo>
                      <a:lnTo>
                        <a:pt x="326157" y="79028"/>
                      </a:lnTo>
                      <a:lnTo>
                        <a:pt x="340891" y="73670"/>
                      </a:lnTo>
                      <a:lnTo>
                        <a:pt x="346918" y="67642"/>
                      </a:lnTo>
                      <a:lnTo>
                        <a:pt x="352946" y="50899"/>
                      </a:lnTo>
                      <a:lnTo>
                        <a:pt x="353616" y="40184"/>
                      </a:lnTo>
                      <a:lnTo>
                        <a:pt x="352946" y="29468"/>
                      </a:lnTo>
                      <a:lnTo>
                        <a:pt x="346918" y="14064"/>
                      </a:lnTo>
                      <a:lnTo>
                        <a:pt x="340891" y="8706"/>
                      </a:lnTo>
                      <a:lnTo>
                        <a:pt x="334194" y="5358"/>
                      </a:lnTo>
                      <a:lnTo>
                        <a:pt x="326157" y="5358"/>
                      </a:lnTo>
                      <a:close/>
                      <a:moveTo>
                        <a:pt x="326157" y="14734"/>
                      </a:moveTo>
                      <a:lnTo>
                        <a:pt x="336203" y="17413"/>
                      </a:lnTo>
                      <a:lnTo>
                        <a:pt x="343570" y="28798"/>
                      </a:lnTo>
                      <a:lnTo>
                        <a:pt x="344909" y="40853"/>
                      </a:lnTo>
                      <a:lnTo>
                        <a:pt x="343570" y="52908"/>
                      </a:lnTo>
                      <a:lnTo>
                        <a:pt x="340221" y="61615"/>
                      </a:lnTo>
                      <a:lnTo>
                        <a:pt x="334194" y="67642"/>
                      </a:lnTo>
                      <a:lnTo>
                        <a:pt x="326157" y="69652"/>
                      </a:lnTo>
                      <a:lnTo>
                        <a:pt x="317451" y="68312"/>
                      </a:lnTo>
                      <a:lnTo>
                        <a:pt x="311423" y="62954"/>
                      </a:lnTo>
                      <a:lnTo>
                        <a:pt x="308074" y="54917"/>
                      </a:lnTo>
                      <a:lnTo>
                        <a:pt x="306735" y="43532"/>
                      </a:lnTo>
                      <a:lnTo>
                        <a:pt x="308074" y="32147"/>
                      </a:lnTo>
                      <a:lnTo>
                        <a:pt x="311423" y="23440"/>
                      </a:lnTo>
                      <a:lnTo>
                        <a:pt x="318120" y="17413"/>
                      </a:lnTo>
                      <a:lnTo>
                        <a:pt x="326157" y="14734"/>
                      </a:lnTo>
                      <a:close/>
                      <a:moveTo>
                        <a:pt x="362992" y="3349"/>
                      </a:moveTo>
                      <a:lnTo>
                        <a:pt x="362992" y="75679"/>
                      </a:lnTo>
                      <a:lnTo>
                        <a:pt x="371698" y="75009"/>
                      </a:lnTo>
                      <a:lnTo>
                        <a:pt x="371698" y="20762"/>
                      </a:lnTo>
                      <a:lnTo>
                        <a:pt x="401836" y="73000"/>
                      </a:lnTo>
                      <a:lnTo>
                        <a:pt x="409873" y="72330"/>
                      </a:lnTo>
                      <a:lnTo>
                        <a:pt x="409873" y="0"/>
                      </a:lnTo>
                      <a:lnTo>
                        <a:pt x="401166" y="670"/>
                      </a:lnTo>
                      <a:lnTo>
                        <a:pt x="401166" y="54248"/>
                      </a:lnTo>
                      <a:lnTo>
                        <a:pt x="371698" y="2679"/>
                      </a:lnTo>
                      <a:lnTo>
                        <a:pt x="362992" y="3349"/>
                      </a:lnTo>
                      <a:close/>
                    </a:path>
                  </a:pathLst>
                </a:custGeom>
                <a:solidFill>
                  <a:srgbClr val="4165DC"/>
                </a:solidFill>
                <a:ln w="66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135" name="图形 38">
                  <a:extLst>
                    <a:ext uri="{FF2B5EF4-FFF2-40B4-BE49-F238E27FC236}">
                      <a16:creationId xmlns:a16="http://schemas.microsoft.com/office/drawing/2014/main" id="{1283230E-D288-D18A-3E56-84CEB400E9A1}"/>
                    </a:ext>
                  </a:extLst>
                </p:cNvPr>
                <p:cNvGrpSpPr/>
                <p:nvPr/>
              </p:nvGrpSpPr>
              <p:grpSpPr>
                <a:xfrm>
                  <a:off x="7428755" y="2129730"/>
                  <a:ext cx="304725" cy="790277"/>
                  <a:chOff x="7428755" y="2129730"/>
                  <a:chExt cx="304725" cy="790277"/>
                </a:xfrm>
              </p:grpSpPr>
              <p:grpSp>
                <p:nvGrpSpPr>
                  <p:cNvPr id="3150" name="图形 38">
                    <a:extLst>
                      <a:ext uri="{FF2B5EF4-FFF2-40B4-BE49-F238E27FC236}">
                        <a16:creationId xmlns:a16="http://schemas.microsoft.com/office/drawing/2014/main" id="{F39941E7-F9DA-EDCD-F007-696C41EB7736}"/>
                      </a:ext>
                    </a:extLst>
                  </p:cNvPr>
                  <p:cNvGrpSpPr/>
                  <p:nvPr/>
                </p:nvGrpSpPr>
                <p:grpSpPr>
                  <a:xfrm>
                    <a:off x="7509123" y="2129730"/>
                    <a:ext cx="224358" cy="790277"/>
                    <a:chOff x="7509123" y="2129730"/>
                    <a:chExt cx="224358" cy="790277"/>
                  </a:xfrm>
                </p:grpSpPr>
                <p:grpSp>
                  <p:nvGrpSpPr>
                    <p:cNvPr id="3153" name="图形 38">
                      <a:extLst>
                        <a:ext uri="{FF2B5EF4-FFF2-40B4-BE49-F238E27FC236}">
                          <a16:creationId xmlns:a16="http://schemas.microsoft.com/office/drawing/2014/main" id="{940410B4-38A0-E936-C033-8B48DD7B56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09123" y="2129730"/>
                      <a:ext cx="210963" cy="790277"/>
                      <a:chOff x="7509123" y="2129730"/>
                      <a:chExt cx="210963" cy="790277"/>
                    </a:xfrm>
                  </p:grpSpPr>
                  <p:sp>
                    <p:nvSpPr>
                      <p:cNvPr id="3161" name="任意多边形: 形状 3160">
                        <a:extLst>
                          <a:ext uri="{FF2B5EF4-FFF2-40B4-BE49-F238E27FC236}">
                            <a16:creationId xmlns:a16="http://schemas.microsoft.com/office/drawing/2014/main" id="{7CCBA5E9-83DC-95B5-D5F9-F7A9A4AED9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9123" y="2129730"/>
                        <a:ext cx="210963" cy="790277"/>
                      </a:xfrm>
                      <a:custGeom>
                        <a:avLst/>
                        <a:gdLst>
                          <a:gd name="connsiteX0" fmla="*/ 0 w 210963"/>
                          <a:gd name="connsiteY0" fmla="*/ 9376 h 790277"/>
                          <a:gd name="connsiteX1" fmla="*/ 210964 w 210963"/>
                          <a:gd name="connsiteY1" fmla="*/ 0 h 790277"/>
                          <a:gd name="connsiteX2" fmla="*/ 210964 w 210963"/>
                          <a:gd name="connsiteY2" fmla="*/ 790277 h 790277"/>
                          <a:gd name="connsiteX3" fmla="*/ 0 w 210963"/>
                          <a:gd name="connsiteY3" fmla="*/ 790277 h 7902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210963" h="790277">
                            <a:moveTo>
                              <a:pt x="0" y="9376"/>
                            </a:moveTo>
                            <a:lnTo>
                              <a:pt x="210964" y="0"/>
                            </a:lnTo>
                            <a:lnTo>
                              <a:pt x="210964" y="790277"/>
                            </a:lnTo>
                            <a:lnTo>
                              <a:pt x="0" y="790277"/>
                            </a:lnTo>
                            <a:close/>
                          </a:path>
                        </a:pathLst>
                      </a:custGeom>
                      <a:solidFill>
                        <a:srgbClr val="AEAFB1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62" name="任意多边形: 形状 3161">
                        <a:extLst>
                          <a:ext uri="{FF2B5EF4-FFF2-40B4-BE49-F238E27FC236}">
                            <a16:creationId xmlns:a16="http://schemas.microsoft.com/office/drawing/2014/main" id="{1EC8BA24-FCFF-7430-36E4-10821819B1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9123" y="2129730"/>
                        <a:ext cx="210963" cy="790277"/>
                      </a:xfrm>
                      <a:custGeom>
                        <a:avLst/>
                        <a:gdLst>
                          <a:gd name="connsiteX0" fmla="*/ 0 w 210963"/>
                          <a:gd name="connsiteY0" fmla="*/ 9376 h 790277"/>
                          <a:gd name="connsiteX1" fmla="*/ 210964 w 210963"/>
                          <a:gd name="connsiteY1" fmla="*/ 0 h 790277"/>
                          <a:gd name="connsiteX2" fmla="*/ 210964 w 210963"/>
                          <a:gd name="connsiteY2" fmla="*/ 790277 h 790277"/>
                          <a:gd name="connsiteX3" fmla="*/ 0 w 210963"/>
                          <a:gd name="connsiteY3" fmla="*/ 790277 h 7902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210963" h="790277">
                            <a:moveTo>
                              <a:pt x="0" y="9376"/>
                            </a:moveTo>
                            <a:lnTo>
                              <a:pt x="210964" y="0"/>
                            </a:lnTo>
                            <a:lnTo>
                              <a:pt x="210964" y="790277"/>
                            </a:lnTo>
                            <a:lnTo>
                              <a:pt x="0" y="79027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154" name="任意多边形: 形状 3153">
                      <a:extLst>
                        <a:ext uri="{FF2B5EF4-FFF2-40B4-BE49-F238E27FC236}">
                          <a16:creationId xmlns:a16="http://schemas.microsoft.com/office/drawing/2014/main" id="{BE49D566-B2B2-31F9-4089-3B0D213C7C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16738" y="2129730"/>
                      <a:ext cx="16743" cy="790277"/>
                    </a:xfrm>
                    <a:custGeom>
                      <a:avLst/>
                      <a:gdLst>
                        <a:gd name="connsiteX0" fmla="*/ 0 w 16743"/>
                        <a:gd name="connsiteY0" fmla="*/ 0 h 790277"/>
                        <a:gd name="connsiteX1" fmla="*/ 16743 w 16743"/>
                        <a:gd name="connsiteY1" fmla="*/ 3349 h 790277"/>
                        <a:gd name="connsiteX2" fmla="*/ 16743 w 16743"/>
                        <a:gd name="connsiteY2" fmla="*/ 790277 h 790277"/>
                        <a:gd name="connsiteX3" fmla="*/ 0 w 16743"/>
                        <a:gd name="connsiteY3" fmla="*/ 790277 h 7902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6743" h="790277">
                          <a:moveTo>
                            <a:pt x="0" y="0"/>
                          </a:moveTo>
                          <a:lnTo>
                            <a:pt x="16743" y="3349"/>
                          </a:lnTo>
                          <a:lnTo>
                            <a:pt x="16743" y="790277"/>
                          </a:lnTo>
                          <a:lnTo>
                            <a:pt x="0" y="790277"/>
                          </a:lnTo>
                          <a:close/>
                        </a:path>
                      </a:pathLst>
                    </a:custGeom>
                    <a:solidFill>
                      <a:srgbClr val="8D8E9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155" name="图形 38">
                      <a:extLst>
                        <a:ext uri="{FF2B5EF4-FFF2-40B4-BE49-F238E27FC236}">
                          <a16:creationId xmlns:a16="http://schemas.microsoft.com/office/drawing/2014/main" id="{00E2F6BF-41C5-993E-3680-A66C1F24A6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29673" y="2190005"/>
                      <a:ext cx="53578" cy="53578"/>
                      <a:chOff x="7629673" y="2190005"/>
                      <a:chExt cx="53578" cy="53578"/>
                    </a:xfrm>
                  </p:grpSpPr>
                  <p:sp>
                    <p:nvSpPr>
                      <p:cNvPr id="3159" name="任意多边形: 形状 3158">
                        <a:extLst>
                          <a:ext uri="{FF2B5EF4-FFF2-40B4-BE49-F238E27FC236}">
                            <a16:creationId xmlns:a16="http://schemas.microsoft.com/office/drawing/2014/main" id="{204B3EFF-934C-737E-2E43-0035A99929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190005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60" name="任意多边形: 形状 3159">
                        <a:extLst>
                          <a:ext uri="{FF2B5EF4-FFF2-40B4-BE49-F238E27FC236}">
                            <a16:creationId xmlns:a16="http://schemas.microsoft.com/office/drawing/2014/main" id="{4315FC36-B090-8C10-482D-E9D5A285AF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190005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156" name="图形 38">
                      <a:extLst>
                        <a:ext uri="{FF2B5EF4-FFF2-40B4-BE49-F238E27FC236}">
                          <a16:creationId xmlns:a16="http://schemas.microsoft.com/office/drawing/2014/main" id="{24263FD2-A625-1228-7D80-4CF41CABA8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29673" y="2819548"/>
                      <a:ext cx="53578" cy="53578"/>
                      <a:chOff x="7629673" y="2819548"/>
                      <a:chExt cx="53578" cy="53578"/>
                    </a:xfrm>
                  </p:grpSpPr>
                  <p:sp>
                    <p:nvSpPr>
                      <p:cNvPr id="3157" name="任意多边形: 形状 3156">
                        <a:extLst>
                          <a:ext uri="{FF2B5EF4-FFF2-40B4-BE49-F238E27FC236}">
                            <a16:creationId xmlns:a16="http://schemas.microsoft.com/office/drawing/2014/main" id="{69B38B5C-5FA2-D340-75E4-EA668A474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819548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58" name="任意多边形: 形状 3157">
                        <a:extLst>
                          <a:ext uri="{FF2B5EF4-FFF2-40B4-BE49-F238E27FC236}">
                            <a16:creationId xmlns:a16="http://schemas.microsoft.com/office/drawing/2014/main" id="{8A74BD39-3E6A-1A21-1347-AC4AEDA3AA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29673" y="2819548"/>
                        <a:ext cx="53578" cy="53578"/>
                      </a:xfrm>
                      <a:custGeom>
                        <a:avLst/>
                        <a:gdLst>
                          <a:gd name="connsiteX0" fmla="*/ 53578 w 53578"/>
                          <a:gd name="connsiteY0" fmla="*/ 26789 h 53578"/>
                          <a:gd name="connsiteX1" fmla="*/ 51569 w 53578"/>
                          <a:gd name="connsiteY1" fmla="*/ 37505 h 53578"/>
                          <a:gd name="connsiteX2" fmla="*/ 45541 w 53578"/>
                          <a:gd name="connsiteY2" fmla="*/ 45541 h 53578"/>
                          <a:gd name="connsiteX3" fmla="*/ 37505 w 53578"/>
                          <a:gd name="connsiteY3" fmla="*/ 51569 h 53578"/>
                          <a:gd name="connsiteX4" fmla="*/ 26789 w 53578"/>
                          <a:gd name="connsiteY4" fmla="*/ 53578 h 53578"/>
                          <a:gd name="connsiteX5" fmla="*/ 16074 w 53578"/>
                          <a:gd name="connsiteY5" fmla="*/ 51569 h 53578"/>
                          <a:gd name="connsiteX6" fmla="*/ 8037 w 53578"/>
                          <a:gd name="connsiteY6" fmla="*/ 45541 h 53578"/>
                          <a:gd name="connsiteX7" fmla="*/ 2009 w 53578"/>
                          <a:gd name="connsiteY7" fmla="*/ 37505 h 53578"/>
                          <a:gd name="connsiteX8" fmla="*/ 0 w 53578"/>
                          <a:gd name="connsiteY8" fmla="*/ 26789 h 53578"/>
                          <a:gd name="connsiteX9" fmla="*/ 2009 w 53578"/>
                          <a:gd name="connsiteY9" fmla="*/ 16073 h 53578"/>
                          <a:gd name="connsiteX10" fmla="*/ 8037 w 53578"/>
                          <a:gd name="connsiteY10" fmla="*/ 8037 h 53578"/>
                          <a:gd name="connsiteX11" fmla="*/ 16074 w 53578"/>
                          <a:gd name="connsiteY11" fmla="*/ 2009 h 53578"/>
                          <a:gd name="connsiteX12" fmla="*/ 26789 w 53578"/>
                          <a:gd name="connsiteY12" fmla="*/ 0 h 53578"/>
                          <a:gd name="connsiteX13" fmla="*/ 37505 w 53578"/>
                          <a:gd name="connsiteY13" fmla="*/ 2009 h 53578"/>
                          <a:gd name="connsiteX14" fmla="*/ 45541 w 53578"/>
                          <a:gd name="connsiteY14" fmla="*/ 8037 h 53578"/>
                          <a:gd name="connsiteX15" fmla="*/ 51569 w 53578"/>
                          <a:gd name="connsiteY15" fmla="*/ 16073 h 53578"/>
                          <a:gd name="connsiteX16" fmla="*/ 53578 w 53578"/>
                          <a:gd name="connsiteY16" fmla="*/ 26789 h 53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53578" h="53578">
                            <a:moveTo>
                              <a:pt x="53578" y="26789"/>
                            </a:moveTo>
                            <a:lnTo>
                              <a:pt x="51569" y="37505"/>
                            </a:lnTo>
                            <a:lnTo>
                              <a:pt x="45541" y="45541"/>
                            </a:lnTo>
                            <a:lnTo>
                              <a:pt x="37505" y="51569"/>
                            </a:lnTo>
                            <a:lnTo>
                              <a:pt x="26789" y="53578"/>
                            </a:lnTo>
                            <a:lnTo>
                              <a:pt x="16074" y="51569"/>
                            </a:lnTo>
                            <a:lnTo>
                              <a:pt x="8037" y="45541"/>
                            </a:lnTo>
                            <a:lnTo>
                              <a:pt x="2009" y="37505"/>
                            </a:lnTo>
                            <a:lnTo>
                              <a:pt x="0" y="26789"/>
                            </a:lnTo>
                            <a:lnTo>
                              <a:pt x="2009" y="16073"/>
                            </a:lnTo>
                            <a:lnTo>
                              <a:pt x="8037" y="8037"/>
                            </a:lnTo>
                            <a:lnTo>
                              <a:pt x="16074" y="2009"/>
                            </a:lnTo>
                            <a:lnTo>
                              <a:pt x="26789" y="0"/>
                            </a:lnTo>
                            <a:lnTo>
                              <a:pt x="37505" y="2009"/>
                            </a:lnTo>
                            <a:lnTo>
                              <a:pt x="45541" y="8037"/>
                            </a:lnTo>
                            <a:lnTo>
                              <a:pt x="51569" y="16073"/>
                            </a:lnTo>
                            <a:lnTo>
                              <a:pt x="53578" y="2678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3151" name="任意多边形: 形状 3150">
                    <a:extLst>
                      <a:ext uri="{FF2B5EF4-FFF2-40B4-BE49-F238E27FC236}">
                        <a16:creationId xmlns:a16="http://schemas.microsoft.com/office/drawing/2014/main" id="{1D04E64A-DABE-F632-6D48-388F548C6F7C}"/>
                      </a:ext>
                    </a:extLst>
                  </p:cNvPr>
                  <p:cNvSpPr/>
                  <p:nvPr/>
                </p:nvSpPr>
                <p:spPr>
                  <a:xfrm>
                    <a:off x="7428755" y="2220143"/>
                    <a:ext cx="100458" cy="613469"/>
                  </a:xfrm>
                  <a:custGeom>
                    <a:avLst/>
                    <a:gdLst>
                      <a:gd name="connsiteX0" fmla="*/ 0 w 100458"/>
                      <a:gd name="connsiteY0" fmla="*/ 0 h 613469"/>
                      <a:gd name="connsiteX1" fmla="*/ 100459 w 100458"/>
                      <a:gd name="connsiteY1" fmla="*/ 2679 h 613469"/>
                      <a:gd name="connsiteX2" fmla="*/ 100459 w 100458"/>
                      <a:gd name="connsiteY2" fmla="*/ 613470 h 613469"/>
                      <a:gd name="connsiteX3" fmla="*/ 0 w 100458"/>
                      <a:gd name="connsiteY3" fmla="*/ 604093 h 6134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0458" h="613469">
                        <a:moveTo>
                          <a:pt x="0" y="0"/>
                        </a:moveTo>
                        <a:lnTo>
                          <a:pt x="100459" y="2679"/>
                        </a:lnTo>
                        <a:lnTo>
                          <a:pt x="100459" y="613470"/>
                        </a:lnTo>
                        <a:lnTo>
                          <a:pt x="0" y="604093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696969"/>
                      </a:gs>
                      <a:gs pos="36117">
                        <a:srgbClr val="D1D1D2"/>
                      </a:gs>
                      <a:gs pos="98424">
                        <a:srgbClr val="656668"/>
                      </a:gs>
                      <a:gs pos="100000">
                        <a:srgbClr val="7B7C7E"/>
                      </a:gs>
                    </a:gsLst>
                    <a:lin ang="54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52" name="任意多边形: 形状 3151">
                    <a:extLst>
                      <a:ext uri="{FF2B5EF4-FFF2-40B4-BE49-F238E27FC236}">
                        <a16:creationId xmlns:a16="http://schemas.microsoft.com/office/drawing/2014/main" id="{2F5B1B6A-860A-75DA-4469-248446F48B52}"/>
                      </a:ext>
                    </a:extLst>
                  </p:cNvPr>
                  <p:cNvSpPr/>
                  <p:nvPr/>
                </p:nvSpPr>
                <p:spPr>
                  <a:xfrm>
                    <a:off x="7529214" y="2222822"/>
                    <a:ext cx="89073" cy="610790"/>
                  </a:xfrm>
                  <a:custGeom>
                    <a:avLst/>
                    <a:gdLst>
                      <a:gd name="connsiteX0" fmla="*/ 0 w 89073"/>
                      <a:gd name="connsiteY0" fmla="*/ 0 h 610790"/>
                      <a:gd name="connsiteX1" fmla="*/ 89074 w 89073"/>
                      <a:gd name="connsiteY1" fmla="*/ 0 h 610790"/>
                      <a:gd name="connsiteX2" fmla="*/ 89074 w 89073"/>
                      <a:gd name="connsiteY2" fmla="*/ 75679 h 610790"/>
                      <a:gd name="connsiteX3" fmla="*/ 73000 w 89073"/>
                      <a:gd name="connsiteY3" fmla="*/ 63624 h 610790"/>
                      <a:gd name="connsiteX4" fmla="*/ 53578 w 89073"/>
                      <a:gd name="connsiteY4" fmla="*/ 60945 h 610790"/>
                      <a:gd name="connsiteX5" fmla="*/ 44202 w 89073"/>
                      <a:gd name="connsiteY5" fmla="*/ 63624 h 610790"/>
                      <a:gd name="connsiteX6" fmla="*/ 28798 w 89073"/>
                      <a:gd name="connsiteY6" fmla="*/ 75009 h 610790"/>
                      <a:gd name="connsiteX7" fmla="*/ 21431 w 89073"/>
                      <a:gd name="connsiteY7" fmla="*/ 90413 h 610790"/>
                      <a:gd name="connsiteX8" fmla="*/ 20092 w 89073"/>
                      <a:gd name="connsiteY8" fmla="*/ 99120 h 610790"/>
                      <a:gd name="connsiteX9" fmla="*/ 20092 w 89073"/>
                      <a:gd name="connsiteY9" fmla="*/ 523726 h 610790"/>
                      <a:gd name="connsiteX10" fmla="*/ 21431 w 89073"/>
                      <a:gd name="connsiteY10" fmla="*/ 534442 h 610790"/>
                      <a:gd name="connsiteX11" fmla="*/ 25450 w 89073"/>
                      <a:gd name="connsiteY11" fmla="*/ 543818 h 610790"/>
                      <a:gd name="connsiteX12" fmla="*/ 39514 w 89073"/>
                      <a:gd name="connsiteY12" fmla="*/ 557882 h 610790"/>
                      <a:gd name="connsiteX13" fmla="*/ 48890 w 89073"/>
                      <a:gd name="connsiteY13" fmla="*/ 561901 h 610790"/>
                      <a:gd name="connsiteX14" fmla="*/ 59606 w 89073"/>
                      <a:gd name="connsiteY14" fmla="*/ 563240 h 610790"/>
                      <a:gd name="connsiteX15" fmla="*/ 70991 w 89073"/>
                      <a:gd name="connsiteY15" fmla="*/ 561901 h 610790"/>
                      <a:gd name="connsiteX16" fmla="*/ 80367 w 89073"/>
                      <a:gd name="connsiteY16" fmla="*/ 557882 h 610790"/>
                      <a:gd name="connsiteX17" fmla="*/ 89074 w 89073"/>
                      <a:gd name="connsiteY17" fmla="*/ 551185 h 610790"/>
                      <a:gd name="connsiteX18" fmla="*/ 89074 w 89073"/>
                      <a:gd name="connsiteY18" fmla="*/ 601415 h 610790"/>
                      <a:gd name="connsiteX19" fmla="*/ 0 w 89073"/>
                      <a:gd name="connsiteY19" fmla="*/ 610791 h 610790"/>
                      <a:gd name="connsiteX20" fmla="*/ 0 w 89073"/>
                      <a:gd name="connsiteY20" fmla="*/ 0 h 610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89073" h="610790">
                        <a:moveTo>
                          <a:pt x="0" y="0"/>
                        </a:moveTo>
                        <a:lnTo>
                          <a:pt x="89074" y="0"/>
                        </a:lnTo>
                        <a:lnTo>
                          <a:pt x="89074" y="75679"/>
                        </a:lnTo>
                        <a:lnTo>
                          <a:pt x="73000" y="63624"/>
                        </a:lnTo>
                        <a:lnTo>
                          <a:pt x="53578" y="60945"/>
                        </a:lnTo>
                        <a:lnTo>
                          <a:pt x="44202" y="63624"/>
                        </a:lnTo>
                        <a:lnTo>
                          <a:pt x="28798" y="75009"/>
                        </a:lnTo>
                        <a:lnTo>
                          <a:pt x="21431" y="90413"/>
                        </a:lnTo>
                        <a:lnTo>
                          <a:pt x="20092" y="99120"/>
                        </a:lnTo>
                        <a:lnTo>
                          <a:pt x="20092" y="523726"/>
                        </a:lnTo>
                        <a:lnTo>
                          <a:pt x="21431" y="534442"/>
                        </a:lnTo>
                        <a:lnTo>
                          <a:pt x="25450" y="543818"/>
                        </a:lnTo>
                        <a:lnTo>
                          <a:pt x="39514" y="557882"/>
                        </a:lnTo>
                        <a:lnTo>
                          <a:pt x="48890" y="561901"/>
                        </a:lnTo>
                        <a:lnTo>
                          <a:pt x="59606" y="563240"/>
                        </a:lnTo>
                        <a:lnTo>
                          <a:pt x="70991" y="561901"/>
                        </a:lnTo>
                        <a:lnTo>
                          <a:pt x="80367" y="557882"/>
                        </a:lnTo>
                        <a:lnTo>
                          <a:pt x="89074" y="551185"/>
                        </a:lnTo>
                        <a:lnTo>
                          <a:pt x="89074" y="601415"/>
                        </a:lnTo>
                        <a:lnTo>
                          <a:pt x="0" y="6107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BCBDBE"/>
                      </a:gs>
                      <a:gs pos="50000">
                        <a:srgbClr val="A1A2A4"/>
                      </a:gs>
                      <a:gs pos="100000">
                        <a:srgbClr val="87888A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36" name="图形 38">
                  <a:extLst>
                    <a:ext uri="{FF2B5EF4-FFF2-40B4-BE49-F238E27FC236}">
                      <a16:creationId xmlns:a16="http://schemas.microsoft.com/office/drawing/2014/main" id="{11130DBF-BEAF-7569-FE51-FC23C7D54B31}"/>
                    </a:ext>
                  </a:extLst>
                </p:cNvPr>
                <p:cNvGrpSpPr/>
                <p:nvPr/>
              </p:nvGrpSpPr>
              <p:grpSpPr>
                <a:xfrm>
                  <a:off x="3450580" y="2397621"/>
                  <a:ext cx="247798" cy="696515"/>
                  <a:chOff x="3450580" y="2397621"/>
                  <a:chExt cx="247798" cy="696515"/>
                </a:xfrm>
              </p:grpSpPr>
              <p:grpSp>
                <p:nvGrpSpPr>
                  <p:cNvPr id="3137" name="图形 38">
                    <a:extLst>
                      <a:ext uri="{FF2B5EF4-FFF2-40B4-BE49-F238E27FC236}">
                        <a16:creationId xmlns:a16="http://schemas.microsoft.com/office/drawing/2014/main" id="{3525DBD1-B9A3-D111-6E2E-4F05D3FEA26F}"/>
                      </a:ext>
                    </a:extLst>
                  </p:cNvPr>
                  <p:cNvGrpSpPr/>
                  <p:nvPr/>
                </p:nvGrpSpPr>
                <p:grpSpPr>
                  <a:xfrm>
                    <a:off x="3516213" y="2397621"/>
                    <a:ext cx="182165" cy="696515"/>
                    <a:chOff x="3516213" y="2397621"/>
                    <a:chExt cx="182165" cy="696515"/>
                  </a:xfrm>
                </p:grpSpPr>
                <p:grpSp>
                  <p:nvGrpSpPr>
                    <p:cNvPr id="3140" name="图形 38">
                      <a:extLst>
                        <a:ext uri="{FF2B5EF4-FFF2-40B4-BE49-F238E27FC236}">
                          <a16:creationId xmlns:a16="http://schemas.microsoft.com/office/drawing/2014/main" id="{9AB194EF-D291-DEB1-3C58-4FEE5A65E0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6213" y="2397621"/>
                      <a:ext cx="171449" cy="696515"/>
                      <a:chOff x="3516213" y="2397621"/>
                      <a:chExt cx="171449" cy="696515"/>
                    </a:xfrm>
                  </p:grpSpPr>
                  <p:sp>
                    <p:nvSpPr>
                      <p:cNvPr id="3148" name="任意多边形: 形状 3147">
                        <a:extLst>
                          <a:ext uri="{FF2B5EF4-FFF2-40B4-BE49-F238E27FC236}">
                            <a16:creationId xmlns:a16="http://schemas.microsoft.com/office/drawing/2014/main" id="{68A67EAC-01DA-DA19-F0BC-DA410A1F8B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6213" y="2397621"/>
                        <a:ext cx="171449" cy="696515"/>
                      </a:xfrm>
                      <a:custGeom>
                        <a:avLst/>
                        <a:gdLst>
                          <a:gd name="connsiteX0" fmla="*/ 0 w 171449"/>
                          <a:gd name="connsiteY0" fmla="*/ 8037 h 696515"/>
                          <a:gd name="connsiteX1" fmla="*/ 171450 w 171449"/>
                          <a:gd name="connsiteY1" fmla="*/ 0 h 696515"/>
                          <a:gd name="connsiteX2" fmla="*/ 171450 w 171449"/>
                          <a:gd name="connsiteY2" fmla="*/ 696516 h 696515"/>
                          <a:gd name="connsiteX3" fmla="*/ 0 w 171449"/>
                          <a:gd name="connsiteY3" fmla="*/ 696516 h 6965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71449" h="696515">
                            <a:moveTo>
                              <a:pt x="0" y="8037"/>
                            </a:moveTo>
                            <a:lnTo>
                              <a:pt x="171450" y="0"/>
                            </a:lnTo>
                            <a:lnTo>
                              <a:pt x="171450" y="696516"/>
                            </a:lnTo>
                            <a:lnTo>
                              <a:pt x="0" y="696516"/>
                            </a:lnTo>
                            <a:close/>
                          </a:path>
                        </a:pathLst>
                      </a:custGeom>
                      <a:solidFill>
                        <a:srgbClr val="AEAFB1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49" name="任意多边形: 形状 3148">
                        <a:extLst>
                          <a:ext uri="{FF2B5EF4-FFF2-40B4-BE49-F238E27FC236}">
                            <a16:creationId xmlns:a16="http://schemas.microsoft.com/office/drawing/2014/main" id="{7CF9DB1C-B31B-9CE8-BE89-6FD4E099C0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6213" y="2397621"/>
                        <a:ext cx="171449" cy="696515"/>
                      </a:xfrm>
                      <a:custGeom>
                        <a:avLst/>
                        <a:gdLst>
                          <a:gd name="connsiteX0" fmla="*/ 0 w 171449"/>
                          <a:gd name="connsiteY0" fmla="*/ 8037 h 696515"/>
                          <a:gd name="connsiteX1" fmla="*/ 171450 w 171449"/>
                          <a:gd name="connsiteY1" fmla="*/ 0 h 696515"/>
                          <a:gd name="connsiteX2" fmla="*/ 171450 w 171449"/>
                          <a:gd name="connsiteY2" fmla="*/ 696516 h 696515"/>
                          <a:gd name="connsiteX3" fmla="*/ 0 w 171449"/>
                          <a:gd name="connsiteY3" fmla="*/ 696516 h 6965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71449" h="696515">
                            <a:moveTo>
                              <a:pt x="0" y="8037"/>
                            </a:moveTo>
                            <a:lnTo>
                              <a:pt x="171450" y="0"/>
                            </a:lnTo>
                            <a:lnTo>
                              <a:pt x="171450" y="696516"/>
                            </a:lnTo>
                            <a:lnTo>
                              <a:pt x="0" y="696516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141" name="任意多边形: 形状 3140">
                      <a:extLst>
                        <a:ext uri="{FF2B5EF4-FFF2-40B4-BE49-F238E27FC236}">
                          <a16:creationId xmlns:a16="http://schemas.microsoft.com/office/drawing/2014/main" id="{DA53DBD8-4F30-A8AF-3B81-7428BE74AD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84984" y="2397621"/>
                      <a:ext cx="13394" cy="696515"/>
                    </a:xfrm>
                    <a:custGeom>
                      <a:avLst/>
                      <a:gdLst>
                        <a:gd name="connsiteX0" fmla="*/ 0 w 13394"/>
                        <a:gd name="connsiteY0" fmla="*/ 0 h 696515"/>
                        <a:gd name="connsiteX1" fmla="*/ 13395 w 13394"/>
                        <a:gd name="connsiteY1" fmla="*/ 2679 h 696515"/>
                        <a:gd name="connsiteX2" fmla="*/ 13395 w 13394"/>
                        <a:gd name="connsiteY2" fmla="*/ 696516 h 696515"/>
                        <a:gd name="connsiteX3" fmla="*/ 0 w 13394"/>
                        <a:gd name="connsiteY3" fmla="*/ 696516 h 696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394" h="696515">
                          <a:moveTo>
                            <a:pt x="0" y="0"/>
                          </a:moveTo>
                          <a:lnTo>
                            <a:pt x="13395" y="2679"/>
                          </a:lnTo>
                          <a:lnTo>
                            <a:pt x="13395" y="696516"/>
                          </a:lnTo>
                          <a:lnTo>
                            <a:pt x="0" y="696516"/>
                          </a:lnTo>
                          <a:close/>
                        </a:path>
                      </a:pathLst>
                    </a:custGeom>
                    <a:solidFill>
                      <a:srgbClr val="8D8E90"/>
                    </a:solidFill>
                    <a:ln w="669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142" name="图形 38">
                      <a:extLst>
                        <a:ext uri="{FF2B5EF4-FFF2-40B4-BE49-F238E27FC236}">
                          <a16:creationId xmlns:a16="http://schemas.microsoft.com/office/drawing/2014/main" id="{C8F310D6-CD3E-7A0B-8D87-D59D6ABD88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13993" y="2447180"/>
                      <a:ext cx="43532" cy="43532"/>
                      <a:chOff x="3613993" y="2447180"/>
                      <a:chExt cx="43532" cy="43532"/>
                    </a:xfrm>
                  </p:grpSpPr>
                  <p:sp>
                    <p:nvSpPr>
                      <p:cNvPr id="3146" name="任意多边形: 形状 3145">
                        <a:extLst>
                          <a:ext uri="{FF2B5EF4-FFF2-40B4-BE49-F238E27FC236}">
                            <a16:creationId xmlns:a16="http://schemas.microsoft.com/office/drawing/2014/main" id="{487FAFBD-B1D2-E39C-035A-978E7E024A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2447180"/>
                        <a:ext cx="43532" cy="43532"/>
                      </a:xfrm>
                      <a:custGeom>
                        <a:avLst/>
                        <a:gdLst>
                          <a:gd name="connsiteX0" fmla="*/ 43532 w 43532"/>
                          <a:gd name="connsiteY0" fmla="*/ 21431 h 43532"/>
                          <a:gd name="connsiteX1" fmla="*/ 41523 w 43532"/>
                          <a:gd name="connsiteY1" fmla="*/ 30138 h 43532"/>
                          <a:gd name="connsiteX2" fmla="*/ 36835 w 43532"/>
                          <a:gd name="connsiteY2" fmla="*/ 37505 h 43532"/>
                          <a:gd name="connsiteX3" fmla="*/ 30138 w 43532"/>
                          <a:gd name="connsiteY3" fmla="*/ 42193 h 43532"/>
                          <a:gd name="connsiteX4" fmla="*/ 21431 w 43532"/>
                          <a:gd name="connsiteY4" fmla="*/ 43532 h 43532"/>
                          <a:gd name="connsiteX5" fmla="*/ 13395 w 43532"/>
                          <a:gd name="connsiteY5" fmla="*/ 42193 h 43532"/>
                          <a:gd name="connsiteX6" fmla="*/ 6028 w 43532"/>
                          <a:gd name="connsiteY6" fmla="*/ 37505 h 43532"/>
                          <a:gd name="connsiteX7" fmla="*/ 2009 w 43532"/>
                          <a:gd name="connsiteY7" fmla="*/ 30138 h 43532"/>
                          <a:gd name="connsiteX8" fmla="*/ 0 w 43532"/>
                          <a:gd name="connsiteY8" fmla="*/ 21431 h 43532"/>
                          <a:gd name="connsiteX9" fmla="*/ 2009 w 43532"/>
                          <a:gd name="connsiteY9" fmla="*/ 13395 h 43532"/>
                          <a:gd name="connsiteX10" fmla="*/ 6028 w 43532"/>
                          <a:gd name="connsiteY10" fmla="*/ 6027 h 43532"/>
                          <a:gd name="connsiteX11" fmla="*/ 13395 w 43532"/>
                          <a:gd name="connsiteY11" fmla="*/ 1340 h 43532"/>
                          <a:gd name="connsiteX12" fmla="*/ 21431 w 43532"/>
                          <a:gd name="connsiteY12" fmla="*/ 0 h 43532"/>
                          <a:gd name="connsiteX13" fmla="*/ 30138 w 43532"/>
                          <a:gd name="connsiteY13" fmla="*/ 1340 h 43532"/>
                          <a:gd name="connsiteX14" fmla="*/ 36835 w 43532"/>
                          <a:gd name="connsiteY14" fmla="*/ 6027 h 43532"/>
                          <a:gd name="connsiteX15" fmla="*/ 41523 w 43532"/>
                          <a:gd name="connsiteY15" fmla="*/ 13395 h 43532"/>
                          <a:gd name="connsiteX16" fmla="*/ 43532 w 43532"/>
                          <a:gd name="connsiteY16" fmla="*/ 21431 h 435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3532">
                            <a:moveTo>
                              <a:pt x="43532" y="21431"/>
                            </a:moveTo>
                            <a:lnTo>
                              <a:pt x="41523" y="30138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353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138"/>
                            </a:lnTo>
                            <a:lnTo>
                              <a:pt x="0" y="21431"/>
                            </a:lnTo>
                            <a:lnTo>
                              <a:pt x="2009" y="13395"/>
                            </a:lnTo>
                            <a:lnTo>
                              <a:pt x="6028" y="6027"/>
                            </a:lnTo>
                            <a:lnTo>
                              <a:pt x="13395" y="1340"/>
                            </a:lnTo>
                            <a:lnTo>
                              <a:pt x="21431" y="0"/>
                            </a:lnTo>
                            <a:lnTo>
                              <a:pt x="30138" y="1340"/>
                            </a:lnTo>
                            <a:lnTo>
                              <a:pt x="36835" y="6027"/>
                            </a:lnTo>
                            <a:lnTo>
                              <a:pt x="41523" y="13395"/>
                            </a:lnTo>
                            <a:lnTo>
                              <a:pt x="43532" y="21431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47" name="任意多边形: 形状 3146">
                        <a:extLst>
                          <a:ext uri="{FF2B5EF4-FFF2-40B4-BE49-F238E27FC236}">
                            <a16:creationId xmlns:a16="http://schemas.microsoft.com/office/drawing/2014/main" id="{709AC749-F882-E21C-683E-A8C73A89C1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2447180"/>
                        <a:ext cx="43532" cy="43532"/>
                      </a:xfrm>
                      <a:custGeom>
                        <a:avLst/>
                        <a:gdLst>
                          <a:gd name="connsiteX0" fmla="*/ 43532 w 43532"/>
                          <a:gd name="connsiteY0" fmla="*/ 21431 h 43532"/>
                          <a:gd name="connsiteX1" fmla="*/ 41523 w 43532"/>
                          <a:gd name="connsiteY1" fmla="*/ 30138 h 43532"/>
                          <a:gd name="connsiteX2" fmla="*/ 36835 w 43532"/>
                          <a:gd name="connsiteY2" fmla="*/ 37505 h 43532"/>
                          <a:gd name="connsiteX3" fmla="*/ 30138 w 43532"/>
                          <a:gd name="connsiteY3" fmla="*/ 42193 h 43532"/>
                          <a:gd name="connsiteX4" fmla="*/ 21431 w 43532"/>
                          <a:gd name="connsiteY4" fmla="*/ 43532 h 43532"/>
                          <a:gd name="connsiteX5" fmla="*/ 13395 w 43532"/>
                          <a:gd name="connsiteY5" fmla="*/ 42193 h 43532"/>
                          <a:gd name="connsiteX6" fmla="*/ 6028 w 43532"/>
                          <a:gd name="connsiteY6" fmla="*/ 37505 h 43532"/>
                          <a:gd name="connsiteX7" fmla="*/ 2009 w 43532"/>
                          <a:gd name="connsiteY7" fmla="*/ 30138 h 43532"/>
                          <a:gd name="connsiteX8" fmla="*/ 0 w 43532"/>
                          <a:gd name="connsiteY8" fmla="*/ 21431 h 43532"/>
                          <a:gd name="connsiteX9" fmla="*/ 2009 w 43532"/>
                          <a:gd name="connsiteY9" fmla="*/ 13395 h 43532"/>
                          <a:gd name="connsiteX10" fmla="*/ 6028 w 43532"/>
                          <a:gd name="connsiteY10" fmla="*/ 6027 h 43532"/>
                          <a:gd name="connsiteX11" fmla="*/ 13395 w 43532"/>
                          <a:gd name="connsiteY11" fmla="*/ 1340 h 43532"/>
                          <a:gd name="connsiteX12" fmla="*/ 21431 w 43532"/>
                          <a:gd name="connsiteY12" fmla="*/ 0 h 43532"/>
                          <a:gd name="connsiteX13" fmla="*/ 30138 w 43532"/>
                          <a:gd name="connsiteY13" fmla="*/ 1340 h 43532"/>
                          <a:gd name="connsiteX14" fmla="*/ 36835 w 43532"/>
                          <a:gd name="connsiteY14" fmla="*/ 6027 h 43532"/>
                          <a:gd name="connsiteX15" fmla="*/ 41523 w 43532"/>
                          <a:gd name="connsiteY15" fmla="*/ 13395 h 43532"/>
                          <a:gd name="connsiteX16" fmla="*/ 43532 w 43532"/>
                          <a:gd name="connsiteY16" fmla="*/ 21431 h 435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3532">
                            <a:moveTo>
                              <a:pt x="43532" y="21431"/>
                            </a:moveTo>
                            <a:lnTo>
                              <a:pt x="41523" y="30138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353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138"/>
                            </a:lnTo>
                            <a:lnTo>
                              <a:pt x="0" y="21431"/>
                            </a:lnTo>
                            <a:lnTo>
                              <a:pt x="2009" y="13395"/>
                            </a:lnTo>
                            <a:lnTo>
                              <a:pt x="6028" y="6027"/>
                            </a:lnTo>
                            <a:lnTo>
                              <a:pt x="13395" y="1340"/>
                            </a:lnTo>
                            <a:lnTo>
                              <a:pt x="21431" y="0"/>
                            </a:lnTo>
                            <a:lnTo>
                              <a:pt x="30138" y="1340"/>
                            </a:lnTo>
                            <a:lnTo>
                              <a:pt x="36835" y="6027"/>
                            </a:lnTo>
                            <a:lnTo>
                              <a:pt x="41523" y="13395"/>
                            </a:lnTo>
                            <a:lnTo>
                              <a:pt x="43532" y="2143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143" name="图形 38">
                      <a:extLst>
                        <a:ext uri="{FF2B5EF4-FFF2-40B4-BE49-F238E27FC236}">
                          <a16:creationId xmlns:a16="http://schemas.microsoft.com/office/drawing/2014/main" id="{A98A8B09-810E-FB46-BE14-F37412722E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13993" y="3017118"/>
                      <a:ext cx="43532" cy="44201"/>
                      <a:chOff x="3613993" y="3017118"/>
                      <a:chExt cx="43532" cy="44201"/>
                    </a:xfrm>
                  </p:grpSpPr>
                  <p:sp>
                    <p:nvSpPr>
                      <p:cNvPr id="3144" name="任意多边形: 形状 3143">
                        <a:extLst>
                          <a:ext uri="{FF2B5EF4-FFF2-40B4-BE49-F238E27FC236}">
                            <a16:creationId xmlns:a16="http://schemas.microsoft.com/office/drawing/2014/main" id="{6177AB4A-DCB2-6FFA-2244-47F4ABED0B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3017118"/>
                        <a:ext cx="43532" cy="44201"/>
                      </a:xfrm>
                      <a:custGeom>
                        <a:avLst/>
                        <a:gdLst>
                          <a:gd name="connsiteX0" fmla="*/ 43532 w 43532"/>
                          <a:gd name="connsiteY0" fmla="*/ 22101 h 44201"/>
                          <a:gd name="connsiteX1" fmla="*/ 41523 w 43532"/>
                          <a:gd name="connsiteY1" fmla="*/ 30807 h 44201"/>
                          <a:gd name="connsiteX2" fmla="*/ 36835 w 43532"/>
                          <a:gd name="connsiteY2" fmla="*/ 37505 h 44201"/>
                          <a:gd name="connsiteX3" fmla="*/ 30138 w 43532"/>
                          <a:gd name="connsiteY3" fmla="*/ 42193 h 44201"/>
                          <a:gd name="connsiteX4" fmla="*/ 21431 w 43532"/>
                          <a:gd name="connsiteY4" fmla="*/ 44202 h 44201"/>
                          <a:gd name="connsiteX5" fmla="*/ 13395 w 43532"/>
                          <a:gd name="connsiteY5" fmla="*/ 42193 h 44201"/>
                          <a:gd name="connsiteX6" fmla="*/ 6028 w 43532"/>
                          <a:gd name="connsiteY6" fmla="*/ 37505 h 44201"/>
                          <a:gd name="connsiteX7" fmla="*/ 2009 w 43532"/>
                          <a:gd name="connsiteY7" fmla="*/ 30807 h 44201"/>
                          <a:gd name="connsiteX8" fmla="*/ 0 w 43532"/>
                          <a:gd name="connsiteY8" fmla="*/ 22101 h 44201"/>
                          <a:gd name="connsiteX9" fmla="*/ 2009 w 43532"/>
                          <a:gd name="connsiteY9" fmla="*/ 13395 h 44201"/>
                          <a:gd name="connsiteX10" fmla="*/ 6028 w 43532"/>
                          <a:gd name="connsiteY10" fmla="*/ 6697 h 44201"/>
                          <a:gd name="connsiteX11" fmla="*/ 13395 w 43532"/>
                          <a:gd name="connsiteY11" fmla="*/ 2009 h 44201"/>
                          <a:gd name="connsiteX12" fmla="*/ 21431 w 43532"/>
                          <a:gd name="connsiteY12" fmla="*/ 0 h 44201"/>
                          <a:gd name="connsiteX13" fmla="*/ 30138 w 43532"/>
                          <a:gd name="connsiteY13" fmla="*/ 2009 h 44201"/>
                          <a:gd name="connsiteX14" fmla="*/ 36835 w 43532"/>
                          <a:gd name="connsiteY14" fmla="*/ 6697 h 44201"/>
                          <a:gd name="connsiteX15" fmla="*/ 41523 w 43532"/>
                          <a:gd name="connsiteY15" fmla="*/ 13395 h 44201"/>
                          <a:gd name="connsiteX16" fmla="*/ 43532 w 43532"/>
                          <a:gd name="connsiteY16" fmla="*/ 22101 h 442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4201">
                            <a:moveTo>
                              <a:pt x="43532" y="22101"/>
                            </a:moveTo>
                            <a:lnTo>
                              <a:pt x="41523" y="30807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420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807"/>
                            </a:lnTo>
                            <a:lnTo>
                              <a:pt x="0" y="22101"/>
                            </a:lnTo>
                            <a:lnTo>
                              <a:pt x="2009" y="13395"/>
                            </a:lnTo>
                            <a:lnTo>
                              <a:pt x="6028" y="6697"/>
                            </a:lnTo>
                            <a:lnTo>
                              <a:pt x="13395" y="2009"/>
                            </a:lnTo>
                            <a:lnTo>
                              <a:pt x="21431" y="0"/>
                            </a:lnTo>
                            <a:lnTo>
                              <a:pt x="30138" y="2009"/>
                            </a:lnTo>
                            <a:lnTo>
                              <a:pt x="36835" y="6697"/>
                            </a:lnTo>
                            <a:lnTo>
                              <a:pt x="41523" y="13395"/>
                            </a:lnTo>
                            <a:lnTo>
                              <a:pt x="43532" y="22101"/>
                            </a:lnTo>
                            <a:close/>
                          </a:path>
                        </a:pathLst>
                      </a:custGeom>
                      <a:solidFill>
                        <a:srgbClr val="D8D8D8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45" name="任意多边形: 形状 3144">
                        <a:extLst>
                          <a:ext uri="{FF2B5EF4-FFF2-40B4-BE49-F238E27FC236}">
                            <a16:creationId xmlns:a16="http://schemas.microsoft.com/office/drawing/2014/main" id="{6BAD6272-F749-D887-DC5D-8626D1833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13993" y="3017118"/>
                        <a:ext cx="43532" cy="44201"/>
                      </a:xfrm>
                      <a:custGeom>
                        <a:avLst/>
                        <a:gdLst>
                          <a:gd name="connsiteX0" fmla="*/ 43532 w 43532"/>
                          <a:gd name="connsiteY0" fmla="*/ 22101 h 44201"/>
                          <a:gd name="connsiteX1" fmla="*/ 41523 w 43532"/>
                          <a:gd name="connsiteY1" fmla="*/ 30807 h 44201"/>
                          <a:gd name="connsiteX2" fmla="*/ 36835 w 43532"/>
                          <a:gd name="connsiteY2" fmla="*/ 37505 h 44201"/>
                          <a:gd name="connsiteX3" fmla="*/ 30138 w 43532"/>
                          <a:gd name="connsiteY3" fmla="*/ 42193 h 44201"/>
                          <a:gd name="connsiteX4" fmla="*/ 21431 w 43532"/>
                          <a:gd name="connsiteY4" fmla="*/ 44202 h 44201"/>
                          <a:gd name="connsiteX5" fmla="*/ 13395 w 43532"/>
                          <a:gd name="connsiteY5" fmla="*/ 42193 h 44201"/>
                          <a:gd name="connsiteX6" fmla="*/ 6028 w 43532"/>
                          <a:gd name="connsiteY6" fmla="*/ 37505 h 44201"/>
                          <a:gd name="connsiteX7" fmla="*/ 2009 w 43532"/>
                          <a:gd name="connsiteY7" fmla="*/ 30807 h 44201"/>
                          <a:gd name="connsiteX8" fmla="*/ 0 w 43532"/>
                          <a:gd name="connsiteY8" fmla="*/ 22101 h 44201"/>
                          <a:gd name="connsiteX9" fmla="*/ 2009 w 43532"/>
                          <a:gd name="connsiteY9" fmla="*/ 13395 h 44201"/>
                          <a:gd name="connsiteX10" fmla="*/ 6028 w 43532"/>
                          <a:gd name="connsiteY10" fmla="*/ 6697 h 44201"/>
                          <a:gd name="connsiteX11" fmla="*/ 13395 w 43532"/>
                          <a:gd name="connsiteY11" fmla="*/ 2009 h 44201"/>
                          <a:gd name="connsiteX12" fmla="*/ 21431 w 43532"/>
                          <a:gd name="connsiteY12" fmla="*/ 0 h 44201"/>
                          <a:gd name="connsiteX13" fmla="*/ 30138 w 43532"/>
                          <a:gd name="connsiteY13" fmla="*/ 2009 h 44201"/>
                          <a:gd name="connsiteX14" fmla="*/ 36835 w 43532"/>
                          <a:gd name="connsiteY14" fmla="*/ 6697 h 44201"/>
                          <a:gd name="connsiteX15" fmla="*/ 41523 w 43532"/>
                          <a:gd name="connsiteY15" fmla="*/ 13395 h 44201"/>
                          <a:gd name="connsiteX16" fmla="*/ 43532 w 43532"/>
                          <a:gd name="connsiteY16" fmla="*/ 22101 h 442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43532" h="44201">
                            <a:moveTo>
                              <a:pt x="43532" y="22101"/>
                            </a:moveTo>
                            <a:lnTo>
                              <a:pt x="41523" y="30807"/>
                            </a:lnTo>
                            <a:lnTo>
                              <a:pt x="36835" y="37505"/>
                            </a:lnTo>
                            <a:lnTo>
                              <a:pt x="30138" y="42193"/>
                            </a:lnTo>
                            <a:lnTo>
                              <a:pt x="21431" y="44202"/>
                            </a:lnTo>
                            <a:lnTo>
                              <a:pt x="13395" y="42193"/>
                            </a:lnTo>
                            <a:lnTo>
                              <a:pt x="6028" y="37505"/>
                            </a:lnTo>
                            <a:lnTo>
                              <a:pt x="2009" y="30807"/>
                            </a:lnTo>
                            <a:lnTo>
                              <a:pt x="0" y="22101"/>
                            </a:lnTo>
                            <a:lnTo>
                              <a:pt x="2009" y="13395"/>
                            </a:lnTo>
                            <a:lnTo>
                              <a:pt x="6028" y="6697"/>
                            </a:lnTo>
                            <a:lnTo>
                              <a:pt x="13395" y="2009"/>
                            </a:lnTo>
                            <a:lnTo>
                              <a:pt x="21431" y="0"/>
                            </a:lnTo>
                            <a:lnTo>
                              <a:pt x="30138" y="2009"/>
                            </a:lnTo>
                            <a:lnTo>
                              <a:pt x="36835" y="6697"/>
                            </a:lnTo>
                            <a:lnTo>
                              <a:pt x="41523" y="13395"/>
                            </a:lnTo>
                            <a:lnTo>
                              <a:pt x="43532" y="2210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669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3138" name="任意多边形: 形状 3137">
                    <a:extLst>
                      <a:ext uri="{FF2B5EF4-FFF2-40B4-BE49-F238E27FC236}">
                        <a16:creationId xmlns:a16="http://schemas.microsoft.com/office/drawing/2014/main" id="{FB94CBC1-F546-F17D-42DE-466A318CAB29}"/>
                      </a:ext>
                    </a:extLst>
                  </p:cNvPr>
                  <p:cNvSpPr/>
                  <p:nvPr/>
                </p:nvSpPr>
                <p:spPr>
                  <a:xfrm>
                    <a:off x="3450580" y="2478658"/>
                    <a:ext cx="81706" cy="529753"/>
                  </a:xfrm>
                  <a:custGeom>
                    <a:avLst/>
                    <a:gdLst>
                      <a:gd name="connsiteX0" fmla="*/ 0 w 81706"/>
                      <a:gd name="connsiteY0" fmla="*/ 0 h 529753"/>
                      <a:gd name="connsiteX1" fmla="*/ 81707 w 81706"/>
                      <a:gd name="connsiteY1" fmla="*/ 2679 h 529753"/>
                      <a:gd name="connsiteX2" fmla="*/ 81707 w 81706"/>
                      <a:gd name="connsiteY2" fmla="*/ 529754 h 529753"/>
                      <a:gd name="connsiteX3" fmla="*/ 0 w 81706"/>
                      <a:gd name="connsiteY3" fmla="*/ 521717 h 5297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1706" h="529753">
                        <a:moveTo>
                          <a:pt x="0" y="0"/>
                        </a:moveTo>
                        <a:lnTo>
                          <a:pt x="81707" y="2679"/>
                        </a:lnTo>
                        <a:lnTo>
                          <a:pt x="81707" y="529754"/>
                        </a:lnTo>
                        <a:lnTo>
                          <a:pt x="0" y="5217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696969"/>
                      </a:gs>
                      <a:gs pos="36117">
                        <a:srgbClr val="D1D1D2"/>
                      </a:gs>
                      <a:gs pos="98424">
                        <a:srgbClr val="656668"/>
                      </a:gs>
                      <a:gs pos="100000">
                        <a:srgbClr val="7B7C7E"/>
                      </a:gs>
                    </a:gsLst>
                    <a:lin ang="54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39" name="任意多边形: 形状 3138">
                    <a:extLst>
                      <a:ext uri="{FF2B5EF4-FFF2-40B4-BE49-F238E27FC236}">
                        <a16:creationId xmlns:a16="http://schemas.microsoft.com/office/drawing/2014/main" id="{7BC8C044-AF70-D4B0-3209-1B075F71C4AA}"/>
                      </a:ext>
                    </a:extLst>
                  </p:cNvPr>
                  <p:cNvSpPr/>
                  <p:nvPr/>
                </p:nvSpPr>
                <p:spPr>
                  <a:xfrm>
                    <a:off x="3532286" y="2481336"/>
                    <a:ext cx="72330" cy="527074"/>
                  </a:xfrm>
                  <a:custGeom>
                    <a:avLst/>
                    <a:gdLst>
                      <a:gd name="connsiteX0" fmla="*/ 0 w 72330"/>
                      <a:gd name="connsiteY0" fmla="*/ 0 h 527074"/>
                      <a:gd name="connsiteX1" fmla="*/ 72330 w 72330"/>
                      <a:gd name="connsiteY1" fmla="*/ 0 h 527074"/>
                      <a:gd name="connsiteX2" fmla="*/ 72330 w 72330"/>
                      <a:gd name="connsiteY2" fmla="*/ 64964 h 527074"/>
                      <a:gd name="connsiteX3" fmla="*/ 59606 w 72330"/>
                      <a:gd name="connsiteY3" fmla="*/ 54918 h 527074"/>
                      <a:gd name="connsiteX4" fmla="*/ 44202 w 72330"/>
                      <a:gd name="connsiteY4" fmla="*/ 52239 h 527074"/>
                      <a:gd name="connsiteX5" fmla="*/ 36165 w 72330"/>
                      <a:gd name="connsiteY5" fmla="*/ 54248 h 527074"/>
                      <a:gd name="connsiteX6" fmla="*/ 23440 w 72330"/>
                      <a:gd name="connsiteY6" fmla="*/ 62954 h 527074"/>
                      <a:gd name="connsiteX7" fmla="*/ 17413 w 72330"/>
                      <a:gd name="connsiteY7" fmla="*/ 75679 h 527074"/>
                      <a:gd name="connsiteX8" fmla="*/ 16073 w 72330"/>
                      <a:gd name="connsiteY8" fmla="*/ 83046 h 527074"/>
                      <a:gd name="connsiteX9" fmla="*/ 16073 w 72330"/>
                      <a:gd name="connsiteY9" fmla="*/ 454075 h 527074"/>
                      <a:gd name="connsiteX10" fmla="*/ 20762 w 72330"/>
                      <a:gd name="connsiteY10" fmla="*/ 470148 h 527074"/>
                      <a:gd name="connsiteX11" fmla="*/ 32147 w 72330"/>
                      <a:gd name="connsiteY11" fmla="*/ 481533 h 527074"/>
                      <a:gd name="connsiteX12" fmla="*/ 39514 w 72330"/>
                      <a:gd name="connsiteY12" fmla="*/ 484882 h 527074"/>
                      <a:gd name="connsiteX13" fmla="*/ 57597 w 72330"/>
                      <a:gd name="connsiteY13" fmla="*/ 484882 h 527074"/>
                      <a:gd name="connsiteX14" fmla="*/ 72330 w 72330"/>
                      <a:gd name="connsiteY14" fmla="*/ 475506 h 527074"/>
                      <a:gd name="connsiteX15" fmla="*/ 72330 w 72330"/>
                      <a:gd name="connsiteY15" fmla="*/ 519038 h 527074"/>
                      <a:gd name="connsiteX16" fmla="*/ 0 w 72330"/>
                      <a:gd name="connsiteY16" fmla="*/ 527075 h 527074"/>
                      <a:gd name="connsiteX17" fmla="*/ 0 w 72330"/>
                      <a:gd name="connsiteY17" fmla="*/ 0 h 527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2330" h="527074">
                        <a:moveTo>
                          <a:pt x="0" y="0"/>
                        </a:moveTo>
                        <a:lnTo>
                          <a:pt x="72330" y="0"/>
                        </a:lnTo>
                        <a:lnTo>
                          <a:pt x="72330" y="64964"/>
                        </a:lnTo>
                        <a:lnTo>
                          <a:pt x="59606" y="54918"/>
                        </a:lnTo>
                        <a:lnTo>
                          <a:pt x="44202" y="52239"/>
                        </a:lnTo>
                        <a:lnTo>
                          <a:pt x="36165" y="54248"/>
                        </a:lnTo>
                        <a:lnTo>
                          <a:pt x="23440" y="62954"/>
                        </a:lnTo>
                        <a:lnTo>
                          <a:pt x="17413" y="75679"/>
                        </a:lnTo>
                        <a:lnTo>
                          <a:pt x="16073" y="83046"/>
                        </a:lnTo>
                        <a:lnTo>
                          <a:pt x="16073" y="454075"/>
                        </a:lnTo>
                        <a:lnTo>
                          <a:pt x="20762" y="470148"/>
                        </a:lnTo>
                        <a:lnTo>
                          <a:pt x="32147" y="481533"/>
                        </a:lnTo>
                        <a:lnTo>
                          <a:pt x="39514" y="484882"/>
                        </a:lnTo>
                        <a:lnTo>
                          <a:pt x="57597" y="484882"/>
                        </a:lnTo>
                        <a:lnTo>
                          <a:pt x="72330" y="475506"/>
                        </a:lnTo>
                        <a:lnTo>
                          <a:pt x="72330" y="519038"/>
                        </a:lnTo>
                        <a:lnTo>
                          <a:pt x="0" y="5270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BCBDBE"/>
                      </a:gs>
                      <a:gs pos="50000">
                        <a:srgbClr val="A1A2A4"/>
                      </a:gs>
                      <a:gs pos="100000">
                        <a:srgbClr val="87888A"/>
                      </a:gs>
                    </a:gsLst>
                    <a:lin ang="10800000" scaled="1"/>
                  </a:gradFill>
                  <a:ln w="669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2920" name="组合 2919">
              <a:extLst>
                <a:ext uri="{FF2B5EF4-FFF2-40B4-BE49-F238E27FC236}">
                  <a16:creationId xmlns:a16="http://schemas.microsoft.com/office/drawing/2014/main" id="{896CB256-9AC3-77E1-9E8E-5339F52752B3}"/>
                </a:ext>
              </a:extLst>
            </p:cNvPr>
            <p:cNvGrpSpPr/>
            <p:nvPr/>
          </p:nvGrpSpPr>
          <p:grpSpPr>
            <a:xfrm>
              <a:off x="2111404" y="578367"/>
              <a:ext cx="3354599" cy="717296"/>
              <a:chOff x="3256730" y="1911816"/>
              <a:chExt cx="3354599" cy="717296"/>
            </a:xfrm>
          </p:grpSpPr>
          <p:grpSp>
            <p:nvGrpSpPr>
              <p:cNvPr id="2921" name="组合 2920">
                <a:extLst>
                  <a:ext uri="{FF2B5EF4-FFF2-40B4-BE49-F238E27FC236}">
                    <a16:creationId xmlns:a16="http://schemas.microsoft.com/office/drawing/2014/main" id="{02940233-75C6-A232-900D-BD8ECA167712}"/>
                  </a:ext>
                </a:extLst>
              </p:cNvPr>
              <p:cNvGrpSpPr/>
              <p:nvPr/>
            </p:nvGrpSpPr>
            <p:grpSpPr>
              <a:xfrm>
                <a:off x="4407070" y="1938477"/>
                <a:ext cx="1069598" cy="690635"/>
                <a:chOff x="4313206" y="2101558"/>
                <a:chExt cx="1069598" cy="690635"/>
              </a:xfrm>
            </p:grpSpPr>
            <p:sp>
              <p:nvSpPr>
                <p:cNvPr id="3114" name="Rectangle: Rounded Corners 14">
                  <a:extLst>
                    <a:ext uri="{FF2B5EF4-FFF2-40B4-BE49-F238E27FC236}">
                      <a16:creationId xmlns:a16="http://schemas.microsoft.com/office/drawing/2014/main" id="{65B7656F-FF3E-0D70-19EE-4FE009CB2EFB}"/>
                    </a:ext>
                  </a:extLst>
                </p:cNvPr>
                <p:cNvSpPr/>
                <p:nvPr/>
              </p:nvSpPr>
              <p:spPr>
                <a:xfrm>
                  <a:off x="4340591" y="2101558"/>
                  <a:ext cx="1042213" cy="690635"/>
                </a:xfrm>
                <a:prstGeom prst="roundRect">
                  <a:avLst>
                    <a:gd name="adj" fmla="val 6350"/>
                  </a:avLst>
                </a:prstGeom>
                <a:gradFill flip="none" rotWithShape="1">
                  <a:gsLst>
                    <a:gs pos="0">
                      <a:srgbClr val="0070C0"/>
                    </a:gs>
                    <a:gs pos="48000">
                      <a:srgbClr val="0070C0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3115" name="图片 14" descr="win10">
                  <a:extLst>
                    <a:ext uri="{FF2B5EF4-FFF2-40B4-BE49-F238E27FC236}">
                      <a16:creationId xmlns:a16="http://schemas.microsoft.com/office/drawing/2014/main" id="{053E6E0C-B94C-0867-FF75-82A570E767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46411" y="2156503"/>
                  <a:ext cx="176650" cy="164437"/>
                </a:xfrm>
                <a:prstGeom prst="rect">
                  <a:avLst/>
                </a:prstGeom>
              </p:spPr>
            </p:pic>
            <p:sp>
              <p:nvSpPr>
                <p:cNvPr id="3116" name="文本框 3115">
                  <a:extLst>
                    <a:ext uri="{FF2B5EF4-FFF2-40B4-BE49-F238E27FC236}">
                      <a16:creationId xmlns:a16="http://schemas.microsoft.com/office/drawing/2014/main" id="{64B21FA1-0E41-2112-8BED-D19798C24179}"/>
                    </a:ext>
                  </a:extLst>
                </p:cNvPr>
                <p:cNvSpPr txBox="1"/>
                <p:nvPr/>
              </p:nvSpPr>
              <p:spPr>
                <a:xfrm>
                  <a:off x="4313206" y="2112440"/>
                  <a:ext cx="570286" cy="2000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1">
                      <a:solidFill>
                        <a:srgbClr val="FE6608"/>
                      </a:solidFill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/>
                      <a:ea typeface="微软雅黑"/>
                      <a:cs typeface="+mn-cs"/>
                    </a:rPr>
                    <a:t>虚拟桌面</a:t>
                  </a:r>
                </a:p>
              </p:txBody>
            </p:sp>
          </p:grpSp>
          <p:grpSp>
            <p:nvGrpSpPr>
              <p:cNvPr id="2922" name="组合 2921">
                <a:extLst>
                  <a:ext uri="{FF2B5EF4-FFF2-40B4-BE49-F238E27FC236}">
                    <a16:creationId xmlns:a16="http://schemas.microsoft.com/office/drawing/2014/main" id="{6B45CAA9-AC77-0B1D-642C-0025931BDDFF}"/>
                  </a:ext>
                </a:extLst>
              </p:cNvPr>
              <p:cNvGrpSpPr/>
              <p:nvPr/>
            </p:nvGrpSpPr>
            <p:grpSpPr>
              <a:xfrm>
                <a:off x="5541731" y="1938477"/>
                <a:ext cx="1069598" cy="690635"/>
                <a:chOff x="4313206" y="2101558"/>
                <a:chExt cx="1069598" cy="690635"/>
              </a:xfrm>
            </p:grpSpPr>
            <p:sp>
              <p:nvSpPr>
                <p:cNvPr id="3111" name="Rectangle: Rounded Corners 14">
                  <a:extLst>
                    <a:ext uri="{FF2B5EF4-FFF2-40B4-BE49-F238E27FC236}">
                      <a16:creationId xmlns:a16="http://schemas.microsoft.com/office/drawing/2014/main" id="{FC751CA8-B54A-846F-851C-61F318321F01}"/>
                    </a:ext>
                  </a:extLst>
                </p:cNvPr>
                <p:cNvSpPr/>
                <p:nvPr/>
              </p:nvSpPr>
              <p:spPr>
                <a:xfrm>
                  <a:off x="4340591" y="2101558"/>
                  <a:ext cx="1042213" cy="690635"/>
                </a:xfrm>
                <a:prstGeom prst="roundRect">
                  <a:avLst>
                    <a:gd name="adj" fmla="val 6350"/>
                  </a:avLst>
                </a:prstGeom>
                <a:gradFill flip="none" rotWithShape="1">
                  <a:gsLst>
                    <a:gs pos="0">
                      <a:srgbClr val="0070C0"/>
                    </a:gs>
                    <a:gs pos="48000">
                      <a:srgbClr val="0070C0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3112" name="图片 14" descr="win10">
                  <a:extLst>
                    <a:ext uri="{FF2B5EF4-FFF2-40B4-BE49-F238E27FC236}">
                      <a16:creationId xmlns:a16="http://schemas.microsoft.com/office/drawing/2014/main" id="{D57352CD-D27F-3D73-B52B-8CEE8E2590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46411" y="2156503"/>
                  <a:ext cx="176650" cy="164437"/>
                </a:xfrm>
                <a:prstGeom prst="rect">
                  <a:avLst/>
                </a:prstGeom>
              </p:spPr>
            </p:pic>
            <p:sp>
              <p:nvSpPr>
                <p:cNvPr id="3113" name="文本框 3112">
                  <a:extLst>
                    <a:ext uri="{FF2B5EF4-FFF2-40B4-BE49-F238E27FC236}">
                      <a16:creationId xmlns:a16="http://schemas.microsoft.com/office/drawing/2014/main" id="{91F97E9A-7C9B-B272-1E89-B39D7D4770A6}"/>
                    </a:ext>
                  </a:extLst>
                </p:cNvPr>
                <p:cNvSpPr txBox="1"/>
                <p:nvPr/>
              </p:nvSpPr>
              <p:spPr>
                <a:xfrm>
                  <a:off x="4313206" y="2112440"/>
                  <a:ext cx="570286" cy="2000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1">
                      <a:solidFill>
                        <a:srgbClr val="FE6608"/>
                      </a:solidFill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/>
                      <a:ea typeface="微软雅黑"/>
                      <a:cs typeface="+mn-cs"/>
                    </a:rPr>
                    <a:t>虚拟桌面</a:t>
                  </a:r>
                </a:p>
              </p:txBody>
            </p:sp>
          </p:grpSp>
          <p:sp>
            <p:nvSpPr>
              <p:cNvPr id="2923" name="Rectangle: Rounded Corners 14">
                <a:extLst>
                  <a:ext uri="{FF2B5EF4-FFF2-40B4-BE49-F238E27FC236}">
                    <a16:creationId xmlns:a16="http://schemas.microsoft.com/office/drawing/2014/main" id="{103F8018-E651-DB3A-BF46-FAA59B7D4D1E}"/>
                  </a:ext>
                </a:extLst>
              </p:cNvPr>
              <p:cNvSpPr/>
              <p:nvPr/>
            </p:nvSpPr>
            <p:spPr>
              <a:xfrm>
                <a:off x="3299793" y="1935736"/>
                <a:ext cx="1042213" cy="690635"/>
              </a:xfrm>
              <a:prstGeom prst="roundRect">
                <a:avLst>
                  <a:gd name="adj" fmla="val 6350"/>
                </a:avLst>
              </a:prstGeom>
              <a:gradFill rotWithShape="0">
                <a:gsLst>
                  <a:gs pos="0">
                    <a:srgbClr val="FE6608">
                      <a:alpha val="0"/>
                      <a:lumMod val="99000"/>
                      <a:lumOff val="1000"/>
                    </a:srgbClr>
                  </a:gs>
                  <a:gs pos="34000">
                    <a:srgbClr val="FE6B00"/>
                  </a:gs>
                </a:gsLst>
                <a:lin ang="1344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924" name="图形 2923">
                <a:extLst>
                  <a:ext uri="{FF2B5EF4-FFF2-40B4-BE49-F238E27FC236}">
                    <a16:creationId xmlns:a16="http://schemas.microsoft.com/office/drawing/2014/main" id="{4A02CCFA-A6E1-2980-2137-C89F04A23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45759" y="1911816"/>
                <a:ext cx="414086" cy="414086"/>
              </a:xfrm>
              <a:prstGeom prst="rect">
                <a:avLst/>
              </a:prstGeom>
            </p:spPr>
          </p:pic>
          <p:grpSp>
            <p:nvGrpSpPr>
              <p:cNvPr id="2925" name="组合 2924">
                <a:extLst>
                  <a:ext uri="{FF2B5EF4-FFF2-40B4-BE49-F238E27FC236}">
                    <a16:creationId xmlns:a16="http://schemas.microsoft.com/office/drawing/2014/main" id="{51C30F9A-E741-D9E4-0110-10CDD64CB663}"/>
                  </a:ext>
                </a:extLst>
              </p:cNvPr>
              <p:cNvGrpSpPr/>
              <p:nvPr/>
            </p:nvGrpSpPr>
            <p:grpSpPr>
              <a:xfrm>
                <a:off x="3350988" y="2201835"/>
                <a:ext cx="1041646" cy="261610"/>
                <a:chOff x="434956" y="5188568"/>
                <a:chExt cx="1229358" cy="308754"/>
              </a:xfrm>
            </p:grpSpPr>
            <p:pic>
              <p:nvPicPr>
                <p:cNvPr id="3109" name="图片 3108">
                  <a:extLst>
                    <a:ext uri="{FF2B5EF4-FFF2-40B4-BE49-F238E27FC236}">
                      <a16:creationId xmlns:a16="http://schemas.microsoft.com/office/drawing/2014/main" id="{E8084DD0-E181-DDB2-8F10-6E322E52ED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4956" y="5230491"/>
                  <a:ext cx="212792" cy="221936"/>
                </a:xfrm>
                <a:prstGeom prst="rect">
                  <a:avLst/>
                </a:prstGeom>
              </p:spPr>
            </p:pic>
            <p:sp>
              <p:nvSpPr>
                <p:cNvPr id="3110" name="文本框 3109">
                  <a:extLst>
                    <a:ext uri="{FF2B5EF4-FFF2-40B4-BE49-F238E27FC236}">
                      <a16:creationId xmlns:a16="http://schemas.microsoft.com/office/drawing/2014/main" id="{1E017CFE-50A5-F1A6-6E1D-78B810B6A3A3}"/>
                    </a:ext>
                  </a:extLst>
                </p:cNvPr>
                <p:cNvSpPr txBox="1"/>
                <p:nvPr/>
              </p:nvSpPr>
              <p:spPr>
                <a:xfrm>
                  <a:off x="587459" y="5188568"/>
                  <a:ext cx="1076855" cy="3087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100" b="1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/>
                      <a:ea typeface="微软雅黑"/>
                      <a:cs typeface="+mn-cs"/>
                    </a:rPr>
                    <a:t>EasySpace</a:t>
                  </a:r>
                  <a:endPara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endParaRPr>
                </a:p>
              </p:txBody>
            </p:sp>
          </p:grpSp>
          <p:sp>
            <p:nvSpPr>
              <p:cNvPr id="2926" name="文本框 2925">
                <a:extLst>
                  <a:ext uri="{FF2B5EF4-FFF2-40B4-BE49-F238E27FC236}">
                    <a16:creationId xmlns:a16="http://schemas.microsoft.com/office/drawing/2014/main" id="{B8E50FC3-1E5A-4921-A168-7445CDB66D03}"/>
                  </a:ext>
                </a:extLst>
              </p:cNvPr>
              <p:cNvSpPr txBox="1"/>
              <p:nvPr/>
            </p:nvSpPr>
            <p:spPr>
              <a:xfrm>
                <a:off x="3256730" y="1946329"/>
                <a:ext cx="671190" cy="200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1">
                    <a:solidFill>
                      <a:srgbClr val="FE6608"/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管理虚拟机</a:t>
                </a:r>
              </a:p>
            </p:txBody>
          </p:sp>
          <p:grpSp>
            <p:nvGrpSpPr>
              <p:cNvPr id="2927" name="组合 2926">
                <a:extLst>
                  <a:ext uri="{FF2B5EF4-FFF2-40B4-BE49-F238E27FC236}">
                    <a16:creationId xmlns:a16="http://schemas.microsoft.com/office/drawing/2014/main" id="{FEE15359-76BC-7C5C-1C33-43D9B8A62A6B}"/>
                  </a:ext>
                </a:extLst>
              </p:cNvPr>
              <p:cNvGrpSpPr/>
              <p:nvPr/>
            </p:nvGrpSpPr>
            <p:grpSpPr>
              <a:xfrm>
                <a:off x="4674036" y="2255876"/>
                <a:ext cx="581991" cy="169277"/>
                <a:chOff x="8802558" y="2427840"/>
                <a:chExt cx="581991" cy="169277"/>
              </a:xfrm>
            </p:grpSpPr>
            <p:sp>
              <p:nvSpPr>
                <p:cNvPr id="3000" name="Rectangle: Rounded Corners 14">
                  <a:extLst>
                    <a:ext uri="{FF2B5EF4-FFF2-40B4-BE49-F238E27FC236}">
                      <a16:creationId xmlns:a16="http://schemas.microsoft.com/office/drawing/2014/main" id="{596514A2-F748-0778-5288-CE22D4D9590E}"/>
                    </a:ext>
                  </a:extLst>
                </p:cNvPr>
                <p:cNvSpPr/>
                <p:nvPr/>
              </p:nvSpPr>
              <p:spPr>
                <a:xfrm>
                  <a:off x="8802558" y="2432969"/>
                  <a:ext cx="569227" cy="157873"/>
                </a:xfrm>
                <a:prstGeom prst="roundRect">
                  <a:avLst>
                    <a:gd name="adj" fmla="val 6350"/>
                  </a:avLst>
                </a:prstGeom>
                <a:gradFill>
                  <a:gsLst>
                    <a:gs pos="11000">
                      <a:srgbClr val="EB5E01"/>
                    </a:gs>
                    <a:gs pos="100000">
                      <a:srgbClr val="F0873B"/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zh-CN" sz="800" kern="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3038" name="组合 3037">
                  <a:extLst>
                    <a:ext uri="{FF2B5EF4-FFF2-40B4-BE49-F238E27FC236}">
                      <a16:creationId xmlns:a16="http://schemas.microsoft.com/office/drawing/2014/main" id="{EA5B9704-E28A-4EBA-69A6-80B7037D1BA8}"/>
                    </a:ext>
                  </a:extLst>
                </p:cNvPr>
                <p:cNvGrpSpPr/>
                <p:nvPr/>
              </p:nvGrpSpPr>
              <p:grpSpPr>
                <a:xfrm>
                  <a:off x="8871349" y="2427840"/>
                  <a:ext cx="513200" cy="169277"/>
                  <a:chOff x="2175145" y="5190888"/>
                  <a:chExt cx="513200" cy="169276"/>
                </a:xfrm>
              </p:grpSpPr>
              <p:pic>
                <p:nvPicPr>
                  <p:cNvPr id="3107" name="图片 3106">
                    <a:extLst>
                      <a:ext uri="{FF2B5EF4-FFF2-40B4-BE49-F238E27FC236}">
                        <a16:creationId xmlns:a16="http://schemas.microsoft.com/office/drawing/2014/main" id="{3AB5C828-5981-CBE7-10B0-BD9B3B8177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75145" y="5222315"/>
                    <a:ext cx="92842" cy="968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FE6608">
                          <a:alpha val="0"/>
                          <a:lumMod val="99000"/>
                          <a:lumOff val="1000"/>
                        </a:srgbClr>
                      </a:gs>
                      <a:gs pos="34000">
                        <a:srgbClr val="FE6B00"/>
                      </a:gs>
                    </a:gsLst>
                    <a:lin ang="13440000" scaled="0"/>
                  </a:gradFill>
                  <a:ln>
                    <a:noFill/>
                  </a:ln>
                </p:spPr>
              </p:pic>
              <p:sp>
                <p:nvSpPr>
                  <p:cNvPr id="3108" name="文本框 3107">
                    <a:extLst>
                      <a:ext uri="{FF2B5EF4-FFF2-40B4-BE49-F238E27FC236}">
                        <a16:creationId xmlns:a16="http://schemas.microsoft.com/office/drawing/2014/main" id="{FDD73DAD-DA43-8E73-EBE6-61E1F6343A78}"/>
                      </a:ext>
                    </a:extLst>
                  </p:cNvPr>
                  <p:cNvSpPr txBox="1"/>
                  <p:nvPr/>
                </p:nvSpPr>
                <p:spPr>
                  <a:xfrm>
                    <a:off x="2189491" y="5190888"/>
                    <a:ext cx="498854" cy="1692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500" b="1" dirty="0">
                        <a:solidFill>
                          <a:schemeClr val="bg1"/>
                        </a:solidFill>
                        <a:latin typeface="+mn-ea"/>
                      </a:rPr>
                      <a:t>OE-Agent</a:t>
                    </a:r>
                    <a:endParaRPr lang="zh-CN" altLang="en-US" sz="500" b="1" dirty="0">
                      <a:solidFill>
                        <a:schemeClr val="bg1"/>
                      </a:solidFill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2928" name="组合 2927">
                <a:extLst>
                  <a:ext uri="{FF2B5EF4-FFF2-40B4-BE49-F238E27FC236}">
                    <a16:creationId xmlns:a16="http://schemas.microsoft.com/office/drawing/2014/main" id="{EC65AD40-B7B6-8A38-2BC1-C300F87C78E6}"/>
                  </a:ext>
                </a:extLst>
              </p:cNvPr>
              <p:cNvGrpSpPr/>
              <p:nvPr/>
            </p:nvGrpSpPr>
            <p:grpSpPr>
              <a:xfrm>
                <a:off x="5816623" y="2255906"/>
                <a:ext cx="581991" cy="169277"/>
                <a:chOff x="8802558" y="2427870"/>
                <a:chExt cx="581991" cy="169277"/>
              </a:xfrm>
            </p:grpSpPr>
            <p:sp>
              <p:nvSpPr>
                <p:cNvPr id="2929" name="Rectangle: Rounded Corners 14">
                  <a:extLst>
                    <a:ext uri="{FF2B5EF4-FFF2-40B4-BE49-F238E27FC236}">
                      <a16:creationId xmlns:a16="http://schemas.microsoft.com/office/drawing/2014/main" id="{E996A755-CDD2-F0B5-F25E-F328550F7EDF}"/>
                    </a:ext>
                  </a:extLst>
                </p:cNvPr>
                <p:cNvSpPr/>
                <p:nvPr/>
              </p:nvSpPr>
              <p:spPr>
                <a:xfrm>
                  <a:off x="8802558" y="2432969"/>
                  <a:ext cx="569227" cy="157873"/>
                </a:xfrm>
                <a:prstGeom prst="roundRect">
                  <a:avLst>
                    <a:gd name="adj" fmla="val 6350"/>
                  </a:avLst>
                </a:prstGeom>
                <a:gradFill>
                  <a:gsLst>
                    <a:gs pos="11000">
                      <a:srgbClr val="EB5E01"/>
                    </a:gs>
                    <a:gs pos="100000">
                      <a:srgbClr val="F0873B"/>
                    </a:gs>
                  </a:gsLst>
                  <a:lin ang="0" scaled="1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zh-CN" sz="800" kern="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2930" name="组合 2929">
                  <a:extLst>
                    <a:ext uri="{FF2B5EF4-FFF2-40B4-BE49-F238E27FC236}">
                      <a16:creationId xmlns:a16="http://schemas.microsoft.com/office/drawing/2014/main" id="{70B8823B-EFAC-6906-F9BB-D98EC8A34701}"/>
                    </a:ext>
                  </a:extLst>
                </p:cNvPr>
                <p:cNvGrpSpPr/>
                <p:nvPr/>
              </p:nvGrpSpPr>
              <p:grpSpPr>
                <a:xfrm>
                  <a:off x="8871349" y="2427870"/>
                  <a:ext cx="513200" cy="169277"/>
                  <a:chOff x="2175145" y="5190888"/>
                  <a:chExt cx="513200" cy="169275"/>
                </a:xfrm>
              </p:grpSpPr>
              <p:pic>
                <p:nvPicPr>
                  <p:cNvPr id="2931" name="图片 2930">
                    <a:extLst>
                      <a:ext uri="{FF2B5EF4-FFF2-40B4-BE49-F238E27FC236}">
                        <a16:creationId xmlns:a16="http://schemas.microsoft.com/office/drawing/2014/main" id="{2E47B508-016C-965D-1790-E2C986B3AC7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75145" y="5222315"/>
                    <a:ext cx="92842" cy="968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FE6608">
                          <a:alpha val="0"/>
                          <a:lumMod val="99000"/>
                          <a:lumOff val="1000"/>
                        </a:srgbClr>
                      </a:gs>
                      <a:gs pos="34000">
                        <a:srgbClr val="FE6B00"/>
                      </a:gs>
                    </a:gsLst>
                    <a:lin ang="13440000" scaled="0"/>
                  </a:gradFill>
                  <a:ln>
                    <a:noFill/>
                  </a:ln>
                </p:spPr>
              </p:pic>
              <p:sp>
                <p:nvSpPr>
                  <p:cNvPr id="2943" name="文本框 2942">
                    <a:extLst>
                      <a:ext uri="{FF2B5EF4-FFF2-40B4-BE49-F238E27FC236}">
                        <a16:creationId xmlns:a16="http://schemas.microsoft.com/office/drawing/2014/main" id="{66F3D660-415F-7442-5721-32B57F564DE9}"/>
                      </a:ext>
                    </a:extLst>
                  </p:cNvPr>
                  <p:cNvSpPr txBox="1"/>
                  <p:nvPr/>
                </p:nvSpPr>
                <p:spPr>
                  <a:xfrm>
                    <a:off x="2189491" y="5190888"/>
                    <a:ext cx="498854" cy="1692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500" b="1" dirty="0">
                        <a:solidFill>
                          <a:schemeClr val="bg1"/>
                        </a:solidFill>
                        <a:latin typeface="+mn-ea"/>
                      </a:rPr>
                      <a:t>OE-Agent</a:t>
                    </a:r>
                    <a:endParaRPr lang="zh-CN" altLang="en-US" sz="500" b="1" dirty="0">
                      <a:solidFill>
                        <a:schemeClr val="bg1"/>
                      </a:solidFill>
                      <a:latin typeface="+mn-ea"/>
                    </a:endParaRPr>
                  </a:p>
                </p:txBody>
              </p:sp>
            </p:grpSp>
          </p:grpSp>
        </p:grpSp>
      </p:grpSp>
      <p:cxnSp>
        <p:nvCxnSpPr>
          <p:cNvPr id="3789" name="连接符: 曲线 3788">
            <a:extLst>
              <a:ext uri="{FF2B5EF4-FFF2-40B4-BE49-F238E27FC236}">
                <a16:creationId xmlns:a16="http://schemas.microsoft.com/office/drawing/2014/main" id="{136CEA1C-D446-D72F-4AD6-FAF1B2C8FD21}"/>
              </a:ext>
            </a:extLst>
          </p:cNvPr>
          <p:cNvCxnSpPr>
            <a:cxnSpLocks/>
            <a:stCxn id="2923" idx="0"/>
            <a:endCxn id="3114" idx="0"/>
          </p:cNvCxnSpPr>
          <p:nvPr/>
        </p:nvCxnSpPr>
        <p:spPr>
          <a:xfrm rot="16200000" flipH="1">
            <a:off x="6881807" y="772101"/>
            <a:ext cx="2741" cy="1134662"/>
          </a:xfrm>
          <a:prstGeom prst="curvedConnector3">
            <a:avLst>
              <a:gd name="adj1" fmla="val -8340022"/>
            </a:avLst>
          </a:prstGeom>
          <a:noFill/>
          <a:ln w="9525">
            <a:solidFill>
              <a:srgbClr val="FF0000"/>
            </a:solidFill>
            <a:prstDash val="dash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90" name="连接符: 曲线 3789">
            <a:extLst>
              <a:ext uri="{FF2B5EF4-FFF2-40B4-BE49-F238E27FC236}">
                <a16:creationId xmlns:a16="http://schemas.microsoft.com/office/drawing/2014/main" id="{4FA4BBCD-D7D8-7A80-78C0-A3CE23D2C3E2}"/>
              </a:ext>
            </a:extLst>
          </p:cNvPr>
          <p:cNvCxnSpPr>
            <a:cxnSpLocks/>
            <a:stCxn id="2923" idx="0"/>
            <a:endCxn id="3111" idx="0"/>
          </p:cNvCxnSpPr>
          <p:nvPr/>
        </p:nvCxnSpPr>
        <p:spPr>
          <a:xfrm rot="16200000" flipH="1">
            <a:off x="7449137" y="204771"/>
            <a:ext cx="2741" cy="2269323"/>
          </a:xfrm>
          <a:prstGeom prst="curvedConnector3">
            <a:avLst>
              <a:gd name="adj1" fmla="val -8340022"/>
            </a:avLst>
          </a:prstGeom>
          <a:noFill/>
          <a:ln w="9525">
            <a:solidFill>
              <a:srgbClr val="FF0000"/>
            </a:solidFill>
            <a:prstDash val="dash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91" name="组合 3790">
            <a:extLst>
              <a:ext uri="{FF2B5EF4-FFF2-40B4-BE49-F238E27FC236}">
                <a16:creationId xmlns:a16="http://schemas.microsoft.com/office/drawing/2014/main" id="{0764CB24-5CBA-CA03-1171-7C4A10D4839A}"/>
              </a:ext>
            </a:extLst>
          </p:cNvPr>
          <p:cNvGrpSpPr/>
          <p:nvPr/>
        </p:nvGrpSpPr>
        <p:grpSpPr>
          <a:xfrm>
            <a:off x="929741" y="5970396"/>
            <a:ext cx="3638121" cy="637071"/>
            <a:chOff x="929741" y="5970396"/>
            <a:chExt cx="3638121" cy="637071"/>
          </a:xfrm>
        </p:grpSpPr>
        <p:grpSp>
          <p:nvGrpSpPr>
            <p:cNvPr id="3792" name="组合 3791">
              <a:extLst>
                <a:ext uri="{FF2B5EF4-FFF2-40B4-BE49-F238E27FC236}">
                  <a16:creationId xmlns:a16="http://schemas.microsoft.com/office/drawing/2014/main" id="{E00D5375-FD94-E5A1-CA6C-D37396D8A5AB}"/>
                </a:ext>
              </a:extLst>
            </p:cNvPr>
            <p:cNvGrpSpPr/>
            <p:nvPr/>
          </p:nvGrpSpPr>
          <p:grpSpPr>
            <a:xfrm>
              <a:off x="2345735" y="5970396"/>
              <a:ext cx="1514130" cy="637071"/>
              <a:chOff x="714745" y="5441797"/>
              <a:chExt cx="1514130" cy="637071"/>
            </a:xfrm>
          </p:grpSpPr>
          <p:sp>
            <p:nvSpPr>
              <p:cNvPr id="3979" name="矩形 3978">
                <a:extLst>
                  <a:ext uri="{FF2B5EF4-FFF2-40B4-BE49-F238E27FC236}">
                    <a16:creationId xmlns:a16="http://schemas.microsoft.com/office/drawing/2014/main" id="{1800E6FB-8618-93C2-2710-0FDC4C150A33}"/>
                  </a:ext>
                </a:extLst>
              </p:cNvPr>
              <p:cNvSpPr/>
              <p:nvPr/>
            </p:nvSpPr>
            <p:spPr>
              <a:xfrm>
                <a:off x="714745" y="5817258"/>
                <a:ext cx="1514130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050" dirty="0">
                    <a:latin typeface="微软雅黑" pitchFamily="34" charset="-122"/>
                    <a:ea typeface="微软雅黑" pitchFamily="34" charset="-122"/>
                    <a:cs typeface="微软雅黑 Light" charset="-122"/>
                  </a:rPr>
                  <a:t>内网电脑</a:t>
                </a:r>
              </a:p>
            </p:txBody>
          </p:sp>
          <p:sp>
            <p:nvSpPr>
              <p:cNvPr id="3980" name="任意多边形: 形状 3979">
                <a:extLst>
                  <a:ext uri="{FF2B5EF4-FFF2-40B4-BE49-F238E27FC236}">
                    <a16:creationId xmlns:a16="http://schemas.microsoft.com/office/drawing/2014/main" id="{D975D0F2-BAE5-44CA-84F1-8A85A6DB690C}"/>
                  </a:ext>
                </a:extLst>
              </p:cNvPr>
              <p:cNvSpPr/>
              <p:nvPr/>
            </p:nvSpPr>
            <p:spPr>
              <a:xfrm>
                <a:off x="1359392" y="5651083"/>
                <a:ext cx="61141" cy="24763"/>
              </a:xfrm>
              <a:custGeom>
                <a:avLst/>
                <a:gdLst>
                  <a:gd name="connsiteX0" fmla="*/ 61142 w 61141"/>
                  <a:gd name="connsiteY0" fmla="*/ 0 h 24763"/>
                  <a:gd name="connsiteX1" fmla="*/ 0 w 61141"/>
                  <a:gd name="connsiteY1" fmla="*/ 0 h 24763"/>
                  <a:gd name="connsiteX2" fmla="*/ 0 w 61141"/>
                  <a:gd name="connsiteY2" fmla="*/ 24764 h 24763"/>
                  <a:gd name="connsiteX3" fmla="*/ 61142 w 61141"/>
                  <a:gd name="connsiteY3" fmla="*/ 24764 h 24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141" h="24763">
                    <a:moveTo>
                      <a:pt x="61142" y="0"/>
                    </a:moveTo>
                    <a:lnTo>
                      <a:pt x="0" y="0"/>
                    </a:lnTo>
                    <a:lnTo>
                      <a:pt x="0" y="24764"/>
                    </a:lnTo>
                    <a:lnTo>
                      <a:pt x="61142" y="24764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81" name="任意多边形: 形状 3980">
                <a:extLst>
                  <a:ext uri="{FF2B5EF4-FFF2-40B4-BE49-F238E27FC236}">
                    <a16:creationId xmlns:a16="http://schemas.microsoft.com/office/drawing/2014/main" id="{A8F6D0AF-2B9E-FE6C-1B71-7A78A6482CFF}"/>
                  </a:ext>
                </a:extLst>
              </p:cNvPr>
              <p:cNvSpPr/>
              <p:nvPr/>
            </p:nvSpPr>
            <p:spPr>
              <a:xfrm>
                <a:off x="1325004" y="5707237"/>
                <a:ext cx="129851" cy="6023"/>
              </a:xfrm>
              <a:custGeom>
                <a:avLst/>
                <a:gdLst>
                  <a:gd name="connsiteX0" fmla="*/ 129852 w 129851"/>
                  <a:gd name="connsiteY0" fmla="*/ 3012 h 6023"/>
                  <a:gd name="connsiteX1" fmla="*/ 126864 w 129851"/>
                  <a:gd name="connsiteY1" fmla="*/ 0 h 6023"/>
                  <a:gd name="connsiteX2" fmla="*/ 2987 w 129851"/>
                  <a:gd name="connsiteY2" fmla="*/ 0 h 6023"/>
                  <a:gd name="connsiteX3" fmla="*/ 0 w 129851"/>
                  <a:gd name="connsiteY3" fmla="*/ 3012 h 6023"/>
                  <a:gd name="connsiteX4" fmla="*/ 2987 w 129851"/>
                  <a:gd name="connsiteY4" fmla="*/ 6024 h 6023"/>
                  <a:gd name="connsiteX5" fmla="*/ 126864 w 129851"/>
                  <a:gd name="connsiteY5" fmla="*/ 6024 h 6023"/>
                  <a:gd name="connsiteX6" fmla="*/ 129852 w 129851"/>
                  <a:gd name="connsiteY6" fmla="*/ 3012 h 6023"/>
                  <a:gd name="connsiteX7" fmla="*/ 129852 w 129851"/>
                  <a:gd name="connsiteY7" fmla="*/ 3012 h 6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851" h="6023">
                    <a:moveTo>
                      <a:pt x="129852" y="3012"/>
                    </a:moveTo>
                    <a:cubicBezTo>
                      <a:pt x="129852" y="1406"/>
                      <a:pt x="128458" y="0"/>
                      <a:pt x="126864" y="0"/>
                    </a:cubicBezTo>
                    <a:lnTo>
                      <a:pt x="2987" y="0"/>
                    </a:lnTo>
                    <a:cubicBezTo>
                      <a:pt x="1394" y="0"/>
                      <a:pt x="0" y="1406"/>
                      <a:pt x="0" y="3012"/>
                    </a:cubicBezTo>
                    <a:cubicBezTo>
                      <a:pt x="0" y="4618"/>
                      <a:pt x="1394" y="6024"/>
                      <a:pt x="2987" y="6024"/>
                    </a:cubicBezTo>
                    <a:lnTo>
                      <a:pt x="126864" y="6024"/>
                    </a:lnTo>
                    <a:cubicBezTo>
                      <a:pt x="128458" y="6024"/>
                      <a:pt x="129852" y="4618"/>
                      <a:pt x="129852" y="3012"/>
                    </a:cubicBezTo>
                    <a:lnTo>
                      <a:pt x="129852" y="3012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82" name="任意多边形: 形状 3981">
                <a:extLst>
                  <a:ext uri="{FF2B5EF4-FFF2-40B4-BE49-F238E27FC236}">
                    <a16:creationId xmlns:a16="http://schemas.microsoft.com/office/drawing/2014/main" id="{A2662D37-2818-080B-2B21-F1B381FDF2B1}"/>
                  </a:ext>
                </a:extLst>
              </p:cNvPr>
              <p:cNvSpPr/>
              <p:nvPr/>
            </p:nvSpPr>
            <p:spPr>
              <a:xfrm>
                <a:off x="1325469" y="5675178"/>
                <a:ext cx="128988" cy="33330"/>
              </a:xfrm>
              <a:custGeom>
                <a:avLst/>
                <a:gdLst>
                  <a:gd name="connsiteX0" fmla="*/ 128989 w 128988"/>
                  <a:gd name="connsiteY0" fmla="*/ 33331 h 33330"/>
                  <a:gd name="connsiteX1" fmla="*/ 0 w 128988"/>
                  <a:gd name="connsiteY1" fmla="*/ 33331 h 33330"/>
                  <a:gd name="connsiteX2" fmla="*/ 33127 w 128988"/>
                  <a:gd name="connsiteY2" fmla="*/ 0 h 33330"/>
                  <a:gd name="connsiteX3" fmla="*/ 95796 w 128988"/>
                  <a:gd name="connsiteY3" fmla="*/ 0 h 33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988" h="33330">
                    <a:moveTo>
                      <a:pt x="128989" y="33331"/>
                    </a:moveTo>
                    <a:lnTo>
                      <a:pt x="0" y="33331"/>
                    </a:lnTo>
                    <a:lnTo>
                      <a:pt x="33127" y="0"/>
                    </a:lnTo>
                    <a:lnTo>
                      <a:pt x="95796" y="0"/>
                    </a:lnTo>
                    <a:close/>
                  </a:path>
                </a:pathLst>
              </a:custGeom>
              <a:solidFill>
                <a:srgbClr val="2B354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83" name="任意多边形: 形状 3982">
                <a:extLst>
                  <a:ext uri="{FF2B5EF4-FFF2-40B4-BE49-F238E27FC236}">
                    <a16:creationId xmlns:a16="http://schemas.microsoft.com/office/drawing/2014/main" id="{6879F461-5B27-B971-EB9C-1AF6FEF4B265}"/>
                  </a:ext>
                </a:extLst>
              </p:cNvPr>
              <p:cNvSpPr/>
              <p:nvPr/>
            </p:nvSpPr>
            <p:spPr>
              <a:xfrm>
                <a:off x="1235847" y="5458997"/>
                <a:ext cx="308231" cy="192688"/>
              </a:xfrm>
              <a:custGeom>
                <a:avLst/>
                <a:gdLst>
                  <a:gd name="connsiteX0" fmla="*/ 308099 w 308231"/>
                  <a:gd name="connsiteY0" fmla="*/ 3882 h 192688"/>
                  <a:gd name="connsiteX1" fmla="*/ 304249 w 308231"/>
                  <a:gd name="connsiteY1" fmla="*/ 0 h 192688"/>
                  <a:gd name="connsiteX2" fmla="*/ 3850 w 308231"/>
                  <a:gd name="connsiteY2" fmla="*/ 0 h 192688"/>
                  <a:gd name="connsiteX3" fmla="*/ 0 w 308231"/>
                  <a:gd name="connsiteY3" fmla="*/ 3882 h 192688"/>
                  <a:gd name="connsiteX4" fmla="*/ 0 w 308231"/>
                  <a:gd name="connsiteY4" fmla="*/ 188807 h 192688"/>
                  <a:gd name="connsiteX5" fmla="*/ 3850 w 308231"/>
                  <a:gd name="connsiteY5" fmla="*/ 192689 h 192688"/>
                  <a:gd name="connsiteX6" fmla="*/ 304381 w 308231"/>
                  <a:gd name="connsiteY6" fmla="*/ 192689 h 192688"/>
                  <a:gd name="connsiteX7" fmla="*/ 308232 w 308231"/>
                  <a:gd name="connsiteY7" fmla="*/ 188807 h 192688"/>
                  <a:gd name="connsiteX8" fmla="*/ 308232 w 308231"/>
                  <a:gd name="connsiteY8" fmla="*/ 3882 h 192688"/>
                  <a:gd name="connsiteX9" fmla="*/ 308099 w 308231"/>
                  <a:gd name="connsiteY9" fmla="*/ 3882 h 19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8231" h="192688">
                    <a:moveTo>
                      <a:pt x="308099" y="3882"/>
                    </a:moveTo>
                    <a:cubicBezTo>
                      <a:pt x="308099" y="1740"/>
                      <a:pt x="306373" y="0"/>
                      <a:pt x="304249" y="0"/>
                    </a:cubicBezTo>
                    <a:lnTo>
                      <a:pt x="3850" y="0"/>
                    </a:lnTo>
                    <a:cubicBezTo>
                      <a:pt x="1726" y="0"/>
                      <a:pt x="0" y="1740"/>
                      <a:pt x="0" y="3882"/>
                    </a:cubicBezTo>
                    <a:lnTo>
                      <a:pt x="0" y="188807"/>
                    </a:lnTo>
                    <a:cubicBezTo>
                      <a:pt x="0" y="190948"/>
                      <a:pt x="1726" y="192689"/>
                      <a:pt x="3850" y="192689"/>
                    </a:cubicBezTo>
                    <a:lnTo>
                      <a:pt x="304381" y="192689"/>
                    </a:lnTo>
                    <a:cubicBezTo>
                      <a:pt x="306506" y="192689"/>
                      <a:pt x="308232" y="190948"/>
                      <a:pt x="308232" y="188807"/>
                    </a:cubicBezTo>
                    <a:lnTo>
                      <a:pt x="308232" y="3882"/>
                    </a:lnTo>
                    <a:lnTo>
                      <a:pt x="308099" y="3882"/>
                    </a:lnTo>
                    <a:close/>
                  </a:path>
                </a:pathLst>
              </a:custGeom>
              <a:solidFill>
                <a:srgbClr val="B1B2F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84" name="任意多边形: 形状 3983">
                <a:extLst>
                  <a:ext uri="{FF2B5EF4-FFF2-40B4-BE49-F238E27FC236}">
                    <a16:creationId xmlns:a16="http://schemas.microsoft.com/office/drawing/2014/main" id="{F94BD3EC-706B-C11C-907A-57F0F90D9211}"/>
                  </a:ext>
                </a:extLst>
              </p:cNvPr>
              <p:cNvSpPr/>
              <p:nvPr/>
            </p:nvSpPr>
            <p:spPr>
              <a:xfrm>
                <a:off x="1217193" y="5441797"/>
                <a:ext cx="345607" cy="209889"/>
              </a:xfrm>
              <a:custGeom>
                <a:avLst/>
                <a:gdLst>
                  <a:gd name="connsiteX0" fmla="*/ 345475 w 345607"/>
                  <a:gd name="connsiteY0" fmla="*/ 4217 h 209889"/>
                  <a:gd name="connsiteX1" fmla="*/ 341624 w 345607"/>
                  <a:gd name="connsiteY1" fmla="*/ 0 h 209889"/>
                  <a:gd name="connsiteX2" fmla="*/ 3850 w 345607"/>
                  <a:gd name="connsiteY2" fmla="*/ 0 h 209889"/>
                  <a:gd name="connsiteX3" fmla="*/ 0 w 345607"/>
                  <a:gd name="connsiteY3" fmla="*/ 4217 h 209889"/>
                  <a:gd name="connsiteX4" fmla="*/ 0 w 345607"/>
                  <a:gd name="connsiteY4" fmla="*/ 205673 h 209889"/>
                  <a:gd name="connsiteX5" fmla="*/ 3850 w 345607"/>
                  <a:gd name="connsiteY5" fmla="*/ 209889 h 209889"/>
                  <a:gd name="connsiteX6" fmla="*/ 341757 w 345607"/>
                  <a:gd name="connsiteY6" fmla="*/ 209889 h 209889"/>
                  <a:gd name="connsiteX7" fmla="*/ 345607 w 345607"/>
                  <a:gd name="connsiteY7" fmla="*/ 205673 h 209889"/>
                  <a:gd name="connsiteX8" fmla="*/ 345607 w 345607"/>
                  <a:gd name="connsiteY8" fmla="*/ 4217 h 209889"/>
                  <a:gd name="connsiteX9" fmla="*/ 345475 w 345607"/>
                  <a:gd name="connsiteY9" fmla="*/ 4217 h 209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5607" h="209889">
                    <a:moveTo>
                      <a:pt x="345475" y="4217"/>
                    </a:moveTo>
                    <a:cubicBezTo>
                      <a:pt x="345475" y="1874"/>
                      <a:pt x="343749" y="0"/>
                      <a:pt x="341624" y="0"/>
                    </a:cubicBezTo>
                    <a:lnTo>
                      <a:pt x="3850" y="0"/>
                    </a:lnTo>
                    <a:cubicBezTo>
                      <a:pt x="1726" y="0"/>
                      <a:pt x="0" y="1941"/>
                      <a:pt x="0" y="4217"/>
                    </a:cubicBezTo>
                    <a:lnTo>
                      <a:pt x="0" y="205673"/>
                    </a:lnTo>
                    <a:cubicBezTo>
                      <a:pt x="0" y="208015"/>
                      <a:pt x="1726" y="209889"/>
                      <a:pt x="3850" y="209889"/>
                    </a:cubicBezTo>
                    <a:lnTo>
                      <a:pt x="341757" y="209889"/>
                    </a:lnTo>
                    <a:cubicBezTo>
                      <a:pt x="343881" y="209889"/>
                      <a:pt x="345607" y="207948"/>
                      <a:pt x="345607" y="205673"/>
                    </a:cubicBezTo>
                    <a:lnTo>
                      <a:pt x="345607" y="4217"/>
                    </a:lnTo>
                    <a:lnTo>
                      <a:pt x="345475" y="4217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85" name="任意多边形: 形状 3984">
                <a:extLst>
                  <a:ext uri="{FF2B5EF4-FFF2-40B4-BE49-F238E27FC236}">
                    <a16:creationId xmlns:a16="http://schemas.microsoft.com/office/drawing/2014/main" id="{807F7B28-2074-F2B6-DE99-EE1736DABE11}"/>
                  </a:ext>
                </a:extLst>
              </p:cNvPr>
              <p:cNvSpPr/>
              <p:nvPr/>
            </p:nvSpPr>
            <p:spPr>
              <a:xfrm>
                <a:off x="1257091" y="5488915"/>
                <a:ext cx="263553" cy="121609"/>
              </a:xfrm>
              <a:custGeom>
                <a:avLst/>
                <a:gdLst>
                  <a:gd name="connsiteX0" fmla="*/ 141469 w 263553"/>
                  <a:gd name="connsiteY0" fmla="*/ 0 h 121609"/>
                  <a:gd name="connsiteX1" fmla="*/ 263554 w 263553"/>
                  <a:gd name="connsiteY1" fmla="*/ 0 h 121609"/>
                  <a:gd name="connsiteX2" fmla="*/ 263554 w 263553"/>
                  <a:gd name="connsiteY2" fmla="*/ 121610 h 121609"/>
                  <a:gd name="connsiteX3" fmla="*/ 141469 w 263553"/>
                  <a:gd name="connsiteY3" fmla="*/ 121610 h 121609"/>
                  <a:gd name="connsiteX4" fmla="*/ 141469 w 263553"/>
                  <a:gd name="connsiteY4" fmla="*/ 0 h 121609"/>
                  <a:gd name="connsiteX5" fmla="*/ 0 w 263553"/>
                  <a:gd name="connsiteY5" fmla="*/ 0 h 121609"/>
                  <a:gd name="connsiteX6" fmla="*/ 122085 w 263553"/>
                  <a:gd name="connsiteY6" fmla="*/ 0 h 121609"/>
                  <a:gd name="connsiteX7" fmla="*/ 122085 w 263553"/>
                  <a:gd name="connsiteY7" fmla="*/ 121610 h 121609"/>
                  <a:gd name="connsiteX8" fmla="*/ 0 w 263553"/>
                  <a:gd name="connsiteY8" fmla="*/ 121610 h 121609"/>
                  <a:gd name="connsiteX9" fmla="*/ 0 w 263553"/>
                  <a:gd name="connsiteY9" fmla="*/ 0 h 121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3553" h="121609">
                    <a:moveTo>
                      <a:pt x="141469" y="0"/>
                    </a:moveTo>
                    <a:lnTo>
                      <a:pt x="263554" y="0"/>
                    </a:lnTo>
                    <a:lnTo>
                      <a:pt x="263554" y="121610"/>
                    </a:lnTo>
                    <a:lnTo>
                      <a:pt x="141469" y="121610"/>
                    </a:lnTo>
                    <a:lnTo>
                      <a:pt x="141469" y="0"/>
                    </a:lnTo>
                    <a:close/>
                    <a:moveTo>
                      <a:pt x="0" y="0"/>
                    </a:moveTo>
                    <a:lnTo>
                      <a:pt x="122085" y="0"/>
                    </a:lnTo>
                    <a:lnTo>
                      <a:pt x="122085" y="121610"/>
                    </a:lnTo>
                    <a:lnTo>
                      <a:pt x="0" y="1216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D9D9"/>
              </a:solidFill>
              <a:ln w="14358" cap="flat">
                <a:solidFill>
                  <a:srgbClr val="D9D9D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86" name="任意多边形: 形状 3985">
                <a:extLst>
                  <a:ext uri="{FF2B5EF4-FFF2-40B4-BE49-F238E27FC236}">
                    <a16:creationId xmlns:a16="http://schemas.microsoft.com/office/drawing/2014/main" id="{5FA042C7-9085-5D23-3949-4E8C8A96BDD1}"/>
                  </a:ext>
                </a:extLst>
              </p:cNvPr>
              <p:cNvSpPr/>
              <p:nvPr/>
            </p:nvSpPr>
            <p:spPr>
              <a:xfrm>
                <a:off x="1237706" y="5457391"/>
                <a:ext cx="305244" cy="180172"/>
              </a:xfrm>
              <a:custGeom>
                <a:avLst/>
                <a:gdLst>
                  <a:gd name="connsiteX0" fmla="*/ 0 w 305244"/>
                  <a:gd name="connsiteY0" fmla="*/ 0 h 180172"/>
                  <a:gd name="connsiteX1" fmla="*/ 0 w 305244"/>
                  <a:gd name="connsiteY1" fmla="*/ 180173 h 180172"/>
                  <a:gd name="connsiteX2" fmla="*/ 305245 w 305244"/>
                  <a:gd name="connsiteY2" fmla="*/ 180173 h 180172"/>
                  <a:gd name="connsiteX3" fmla="*/ 305245 w 305244"/>
                  <a:gd name="connsiteY3" fmla="*/ 0 h 180172"/>
                  <a:gd name="connsiteX4" fmla="*/ 0 w 305244"/>
                  <a:gd name="connsiteY4" fmla="*/ 0 h 180172"/>
                  <a:gd name="connsiteX5" fmla="*/ 160854 w 305244"/>
                  <a:gd name="connsiteY5" fmla="*/ 31524 h 180172"/>
                  <a:gd name="connsiteX6" fmla="*/ 282939 w 305244"/>
                  <a:gd name="connsiteY6" fmla="*/ 31524 h 180172"/>
                  <a:gd name="connsiteX7" fmla="*/ 282939 w 305244"/>
                  <a:gd name="connsiteY7" fmla="*/ 153134 h 180172"/>
                  <a:gd name="connsiteX8" fmla="*/ 160854 w 305244"/>
                  <a:gd name="connsiteY8" fmla="*/ 153134 h 180172"/>
                  <a:gd name="connsiteX9" fmla="*/ 160854 w 305244"/>
                  <a:gd name="connsiteY9" fmla="*/ 31524 h 180172"/>
                  <a:gd name="connsiteX10" fmla="*/ 19385 w 305244"/>
                  <a:gd name="connsiteY10" fmla="*/ 31524 h 180172"/>
                  <a:gd name="connsiteX11" fmla="*/ 141469 w 305244"/>
                  <a:gd name="connsiteY11" fmla="*/ 31524 h 180172"/>
                  <a:gd name="connsiteX12" fmla="*/ 141469 w 305244"/>
                  <a:gd name="connsiteY12" fmla="*/ 153134 h 180172"/>
                  <a:gd name="connsiteX13" fmla="*/ 19385 w 305244"/>
                  <a:gd name="connsiteY13" fmla="*/ 153134 h 180172"/>
                  <a:gd name="connsiteX14" fmla="*/ 19385 w 305244"/>
                  <a:gd name="connsiteY14" fmla="*/ 31524 h 180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5244" h="180172">
                    <a:moveTo>
                      <a:pt x="0" y="0"/>
                    </a:moveTo>
                    <a:lnTo>
                      <a:pt x="0" y="180173"/>
                    </a:lnTo>
                    <a:lnTo>
                      <a:pt x="305245" y="180173"/>
                    </a:lnTo>
                    <a:lnTo>
                      <a:pt x="305245" y="0"/>
                    </a:lnTo>
                    <a:lnTo>
                      <a:pt x="0" y="0"/>
                    </a:lnTo>
                    <a:close/>
                    <a:moveTo>
                      <a:pt x="160854" y="31524"/>
                    </a:moveTo>
                    <a:lnTo>
                      <a:pt x="282939" y="31524"/>
                    </a:lnTo>
                    <a:lnTo>
                      <a:pt x="282939" y="153134"/>
                    </a:lnTo>
                    <a:lnTo>
                      <a:pt x="160854" y="153134"/>
                    </a:lnTo>
                    <a:lnTo>
                      <a:pt x="160854" y="31524"/>
                    </a:lnTo>
                    <a:close/>
                    <a:moveTo>
                      <a:pt x="19385" y="31524"/>
                    </a:moveTo>
                    <a:lnTo>
                      <a:pt x="141469" y="31524"/>
                    </a:lnTo>
                    <a:lnTo>
                      <a:pt x="141469" y="153134"/>
                    </a:lnTo>
                    <a:lnTo>
                      <a:pt x="19385" y="153134"/>
                    </a:lnTo>
                    <a:lnTo>
                      <a:pt x="19385" y="31524"/>
                    </a:lnTo>
                    <a:close/>
                  </a:path>
                </a:pathLst>
              </a:custGeom>
              <a:solidFill>
                <a:srgbClr val="F2F2F2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87" name="任意多边形: 形状 3986">
                <a:extLst>
                  <a:ext uri="{FF2B5EF4-FFF2-40B4-BE49-F238E27FC236}">
                    <a16:creationId xmlns:a16="http://schemas.microsoft.com/office/drawing/2014/main" id="{CF797FE1-F19A-61C8-F0C5-A6CECAF5731E}"/>
                  </a:ext>
                </a:extLst>
              </p:cNvPr>
              <p:cNvSpPr/>
              <p:nvPr/>
            </p:nvSpPr>
            <p:spPr>
              <a:xfrm>
                <a:off x="1412037" y="5512942"/>
                <a:ext cx="89356" cy="70743"/>
              </a:xfrm>
              <a:custGeom>
                <a:avLst/>
                <a:gdLst>
                  <a:gd name="connsiteX0" fmla="*/ 20779 w 89356"/>
                  <a:gd name="connsiteY0" fmla="*/ 0 h 70743"/>
                  <a:gd name="connsiteX1" fmla="*/ 23766 w 89356"/>
                  <a:gd name="connsiteY1" fmla="*/ 0 h 70743"/>
                  <a:gd name="connsiteX2" fmla="*/ 28214 w 89356"/>
                  <a:gd name="connsiteY2" fmla="*/ 1472 h 70743"/>
                  <a:gd name="connsiteX3" fmla="*/ 31202 w 89356"/>
                  <a:gd name="connsiteY3" fmla="*/ 2945 h 70743"/>
                  <a:gd name="connsiteX4" fmla="*/ 34189 w 89356"/>
                  <a:gd name="connsiteY4" fmla="*/ 5957 h 70743"/>
                  <a:gd name="connsiteX5" fmla="*/ 37176 w 89356"/>
                  <a:gd name="connsiteY5" fmla="*/ 8968 h 70743"/>
                  <a:gd name="connsiteX6" fmla="*/ 38637 w 89356"/>
                  <a:gd name="connsiteY6" fmla="*/ 11980 h 70743"/>
                  <a:gd name="connsiteX7" fmla="*/ 40097 w 89356"/>
                  <a:gd name="connsiteY7" fmla="*/ 16465 h 70743"/>
                  <a:gd name="connsiteX8" fmla="*/ 40097 w 89356"/>
                  <a:gd name="connsiteY8" fmla="*/ 20949 h 70743"/>
                  <a:gd name="connsiteX9" fmla="*/ 40097 w 89356"/>
                  <a:gd name="connsiteY9" fmla="*/ 25433 h 70743"/>
                  <a:gd name="connsiteX10" fmla="*/ 38637 w 89356"/>
                  <a:gd name="connsiteY10" fmla="*/ 28445 h 70743"/>
                  <a:gd name="connsiteX11" fmla="*/ 37176 w 89356"/>
                  <a:gd name="connsiteY11" fmla="*/ 32929 h 70743"/>
                  <a:gd name="connsiteX12" fmla="*/ 34189 w 89356"/>
                  <a:gd name="connsiteY12" fmla="*/ 35941 h 70743"/>
                  <a:gd name="connsiteX13" fmla="*/ 31202 w 89356"/>
                  <a:gd name="connsiteY13" fmla="*/ 37413 h 70743"/>
                  <a:gd name="connsiteX14" fmla="*/ 28214 w 89356"/>
                  <a:gd name="connsiteY14" fmla="*/ 40425 h 70743"/>
                  <a:gd name="connsiteX15" fmla="*/ 23766 w 89356"/>
                  <a:gd name="connsiteY15" fmla="*/ 41898 h 70743"/>
                  <a:gd name="connsiteX16" fmla="*/ 20779 w 89356"/>
                  <a:gd name="connsiteY16" fmla="*/ 41898 h 70743"/>
                  <a:gd name="connsiteX17" fmla="*/ 16331 w 89356"/>
                  <a:gd name="connsiteY17" fmla="*/ 41898 h 70743"/>
                  <a:gd name="connsiteX18" fmla="*/ 11883 w 89356"/>
                  <a:gd name="connsiteY18" fmla="*/ 40425 h 70743"/>
                  <a:gd name="connsiteX19" fmla="*/ 8896 w 89356"/>
                  <a:gd name="connsiteY19" fmla="*/ 37413 h 70743"/>
                  <a:gd name="connsiteX20" fmla="*/ 5908 w 89356"/>
                  <a:gd name="connsiteY20" fmla="*/ 35941 h 70743"/>
                  <a:gd name="connsiteX21" fmla="*/ 2921 w 89356"/>
                  <a:gd name="connsiteY21" fmla="*/ 32929 h 70743"/>
                  <a:gd name="connsiteX22" fmla="*/ 1460 w 89356"/>
                  <a:gd name="connsiteY22" fmla="*/ 28445 h 70743"/>
                  <a:gd name="connsiteX23" fmla="*/ 0 w 89356"/>
                  <a:gd name="connsiteY23" fmla="*/ 25433 h 70743"/>
                  <a:gd name="connsiteX24" fmla="*/ 0 w 89356"/>
                  <a:gd name="connsiteY24" fmla="*/ 20949 h 70743"/>
                  <a:gd name="connsiteX25" fmla="*/ 0 w 89356"/>
                  <a:gd name="connsiteY25" fmla="*/ 16465 h 70743"/>
                  <a:gd name="connsiteX26" fmla="*/ 1460 w 89356"/>
                  <a:gd name="connsiteY26" fmla="*/ 11980 h 70743"/>
                  <a:gd name="connsiteX27" fmla="*/ 2921 w 89356"/>
                  <a:gd name="connsiteY27" fmla="*/ 8968 h 70743"/>
                  <a:gd name="connsiteX28" fmla="*/ 5908 w 89356"/>
                  <a:gd name="connsiteY28" fmla="*/ 5957 h 70743"/>
                  <a:gd name="connsiteX29" fmla="*/ 8896 w 89356"/>
                  <a:gd name="connsiteY29" fmla="*/ 2945 h 70743"/>
                  <a:gd name="connsiteX30" fmla="*/ 11883 w 89356"/>
                  <a:gd name="connsiteY30" fmla="*/ 1472 h 70743"/>
                  <a:gd name="connsiteX31" fmla="*/ 16331 w 89356"/>
                  <a:gd name="connsiteY31" fmla="*/ 0 h 70743"/>
                  <a:gd name="connsiteX32" fmla="*/ 20779 w 89356"/>
                  <a:gd name="connsiteY32" fmla="*/ 0 h 70743"/>
                  <a:gd name="connsiteX33" fmla="*/ 20779 w 89356"/>
                  <a:gd name="connsiteY33" fmla="*/ 0 h 70743"/>
                  <a:gd name="connsiteX34" fmla="*/ 89290 w 89356"/>
                  <a:gd name="connsiteY34" fmla="*/ 6024 h 70743"/>
                  <a:gd name="connsiteX35" fmla="*/ 89290 w 89356"/>
                  <a:gd name="connsiteY35" fmla="*/ 57090 h 70743"/>
                  <a:gd name="connsiteX36" fmla="*/ 13344 w 89356"/>
                  <a:gd name="connsiteY36" fmla="*/ 57090 h 70743"/>
                  <a:gd name="connsiteX37" fmla="*/ 13344 w 89356"/>
                  <a:gd name="connsiteY37" fmla="*/ 43571 h 70743"/>
                  <a:gd name="connsiteX38" fmla="*/ 16331 w 89356"/>
                  <a:gd name="connsiteY38" fmla="*/ 45043 h 70743"/>
                  <a:gd name="connsiteX39" fmla="*/ 19318 w 89356"/>
                  <a:gd name="connsiteY39" fmla="*/ 45043 h 70743"/>
                  <a:gd name="connsiteX40" fmla="*/ 19318 w 89356"/>
                  <a:gd name="connsiteY40" fmla="*/ 51067 h 70743"/>
                  <a:gd name="connsiteX41" fmla="*/ 81854 w 89356"/>
                  <a:gd name="connsiteY41" fmla="*/ 51067 h 70743"/>
                  <a:gd name="connsiteX42" fmla="*/ 81854 w 89356"/>
                  <a:gd name="connsiteY42" fmla="*/ 12047 h 70743"/>
                  <a:gd name="connsiteX43" fmla="*/ 43151 w 89356"/>
                  <a:gd name="connsiteY43" fmla="*/ 12047 h 70743"/>
                  <a:gd name="connsiteX44" fmla="*/ 41691 w 89356"/>
                  <a:gd name="connsiteY44" fmla="*/ 9035 h 70743"/>
                  <a:gd name="connsiteX45" fmla="*/ 38703 w 89356"/>
                  <a:gd name="connsiteY45" fmla="*/ 6024 h 70743"/>
                  <a:gd name="connsiteX46" fmla="*/ 89356 w 89356"/>
                  <a:gd name="connsiteY46" fmla="*/ 6024 h 70743"/>
                  <a:gd name="connsiteX47" fmla="*/ 89356 w 89356"/>
                  <a:gd name="connsiteY47" fmla="*/ 6024 h 70743"/>
                  <a:gd name="connsiteX48" fmla="*/ 89356 w 89356"/>
                  <a:gd name="connsiteY48" fmla="*/ 6024 h 70743"/>
                  <a:gd name="connsiteX49" fmla="*/ 28214 w 89356"/>
                  <a:gd name="connsiteY49" fmla="*/ 19543 h 70743"/>
                  <a:gd name="connsiteX50" fmla="*/ 37176 w 89356"/>
                  <a:gd name="connsiteY50" fmla="*/ 19543 h 70743"/>
                  <a:gd name="connsiteX51" fmla="*/ 37176 w 89356"/>
                  <a:gd name="connsiteY51" fmla="*/ 16531 h 70743"/>
                  <a:gd name="connsiteX52" fmla="*/ 35716 w 89356"/>
                  <a:gd name="connsiteY52" fmla="*/ 13520 h 70743"/>
                  <a:gd name="connsiteX53" fmla="*/ 28281 w 89356"/>
                  <a:gd name="connsiteY53" fmla="*/ 13520 h 70743"/>
                  <a:gd name="connsiteX54" fmla="*/ 28281 w 89356"/>
                  <a:gd name="connsiteY54" fmla="*/ 19543 h 70743"/>
                  <a:gd name="connsiteX55" fmla="*/ 28281 w 89356"/>
                  <a:gd name="connsiteY55" fmla="*/ 19543 h 70743"/>
                  <a:gd name="connsiteX56" fmla="*/ 2921 w 89356"/>
                  <a:gd name="connsiteY56" fmla="*/ 19543 h 70743"/>
                  <a:gd name="connsiteX57" fmla="*/ 11883 w 89356"/>
                  <a:gd name="connsiteY57" fmla="*/ 19543 h 70743"/>
                  <a:gd name="connsiteX58" fmla="*/ 11883 w 89356"/>
                  <a:gd name="connsiteY58" fmla="*/ 13520 h 70743"/>
                  <a:gd name="connsiteX59" fmla="*/ 4448 w 89356"/>
                  <a:gd name="connsiteY59" fmla="*/ 13520 h 70743"/>
                  <a:gd name="connsiteX60" fmla="*/ 2921 w 89356"/>
                  <a:gd name="connsiteY60" fmla="*/ 16531 h 70743"/>
                  <a:gd name="connsiteX61" fmla="*/ 2921 w 89356"/>
                  <a:gd name="connsiteY61" fmla="*/ 19543 h 70743"/>
                  <a:gd name="connsiteX62" fmla="*/ 2921 w 89356"/>
                  <a:gd name="connsiteY62" fmla="*/ 19543 h 70743"/>
                  <a:gd name="connsiteX63" fmla="*/ 14804 w 89356"/>
                  <a:gd name="connsiteY63" fmla="*/ 13520 h 70743"/>
                  <a:gd name="connsiteX64" fmla="*/ 14804 w 89356"/>
                  <a:gd name="connsiteY64" fmla="*/ 16531 h 70743"/>
                  <a:gd name="connsiteX65" fmla="*/ 14804 w 89356"/>
                  <a:gd name="connsiteY65" fmla="*/ 19543 h 70743"/>
                  <a:gd name="connsiteX66" fmla="*/ 26687 w 89356"/>
                  <a:gd name="connsiteY66" fmla="*/ 19543 h 70743"/>
                  <a:gd name="connsiteX67" fmla="*/ 25227 w 89356"/>
                  <a:gd name="connsiteY67" fmla="*/ 16531 h 70743"/>
                  <a:gd name="connsiteX68" fmla="*/ 25227 w 89356"/>
                  <a:gd name="connsiteY68" fmla="*/ 13520 h 70743"/>
                  <a:gd name="connsiteX69" fmla="*/ 14804 w 89356"/>
                  <a:gd name="connsiteY69" fmla="*/ 13520 h 70743"/>
                  <a:gd name="connsiteX70" fmla="*/ 14804 w 89356"/>
                  <a:gd name="connsiteY70" fmla="*/ 13520 h 70743"/>
                  <a:gd name="connsiteX71" fmla="*/ 2921 w 89356"/>
                  <a:gd name="connsiteY71" fmla="*/ 22555 h 70743"/>
                  <a:gd name="connsiteX72" fmla="*/ 2921 w 89356"/>
                  <a:gd name="connsiteY72" fmla="*/ 25567 h 70743"/>
                  <a:gd name="connsiteX73" fmla="*/ 4448 w 89356"/>
                  <a:gd name="connsiteY73" fmla="*/ 28579 h 70743"/>
                  <a:gd name="connsiteX74" fmla="*/ 11883 w 89356"/>
                  <a:gd name="connsiteY74" fmla="*/ 28579 h 70743"/>
                  <a:gd name="connsiteX75" fmla="*/ 11883 w 89356"/>
                  <a:gd name="connsiteY75" fmla="*/ 25567 h 70743"/>
                  <a:gd name="connsiteX76" fmla="*/ 11883 w 89356"/>
                  <a:gd name="connsiteY76" fmla="*/ 22555 h 70743"/>
                  <a:gd name="connsiteX77" fmla="*/ 2921 w 89356"/>
                  <a:gd name="connsiteY77" fmla="*/ 22555 h 70743"/>
                  <a:gd name="connsiteX78" fmla="*/ 2921 w 89356"/>
                  <a:gd name="connsiteY78" fmla="*/ 22555 h 70743"/>
                  <a:gd name="connsiteX79" fmla="*/ 14804 w 89356"/>
                  <a:gd name="connsiteY79" fmla="*/ 22555 h 70743"/>
                  <a:gd name="connsiteX80" fmla="*/ 14804 w 89356"/>
                  <a:gd name="connsiteY80" fmla="*/ 25567 h 70743"/>
                  <a:gd name="connsiteX81" fmla="*/ 14804 w 89356"/>
                  <a:gd name="connsiteY81" fmla="*/ 28579 h 70743"/>
                  <a:gd name="connsiteX82" fmla="*/ 25227 w 89356"/>
                  <a:gd name="connsiteY82" fmla="*/ 28579 h 70743"/>
                  <a:gd name="connsiteX83" fmla="*/ 25227 w 89356"/>
                  <a:gd name="connsiteY83" fmla="*/ 25567 h 70743"/>
                  <a:gd name="connsiteX84" fmla="*/ 26687 w 89356"/>
                  <a:gd name="connsiteY84" fmla="*/ 22555 h 70743"/>
                  <a:gd name="connsiteX85" fmla="*/ 14804 w 89356"/>
                  <a:gd name="connsiteY85" fmla="*/ 22555 h 70743"/>
                  <a:gd name="connsiteX86" fmla="*/ 14804 w 89356"/>
                  <a:gd name="connsiteY86" fmla="*/ 22555 h 70743"/>
                  <a:gd name="connsiteX87" fmla="*/ 28214 w 89356"/>
                  <a:gd name="connsiteY87" fmla="*/ 22555 h 70743"/>
                  <a:gd name="connsiteX88" fmla="*/ 28214 w 89356"/>
                  <a:gd name="connsiteY88" fmla="*/ 28579 h 70743"/>
                  <a:gd name="connsiteX89" fmla="*/ 35649 w 89356"/>
                  <a:gd name="connsiteY89" fmla="*/ 28579 h 70743"/>
                  <a:gd name="connsiteX90" fmla="*/ 37110 w 89356"/>
                  <a:gd name="connsiteY90" fmla="*/ 25567 h 70743"/>
                  <a:gd name="connsiteX91" fmla="*/ 37110 w 89356"/>
                  <a:gd name="connsiteY91" fmla="*/ 22555 h 70743"/>
                  <a:gd name="connsiteX92" fmla="*/ 28148 w 89356"/>
                  <a:gd name="connsiteY92" fmla="*/ 22555 h 70743"/>
                  <a:gd name="connsiteX93" fmla="*/ 28148 w 89356"/>
                  <a:gd name="connsiteY93" fmla="*/ 22555 h 70743"/>
                  <a:gd name="connsiteX94" fmla="*/ 34189 w 89356"/>
                  <a:gd name="connsiteY94" fmla="*/ 10575 h 70743"/>
                  <a:gd name="connsiteX95" fmla="*/ 31202 w 89356"/>
                  <a:gd name="connsiteY95" fmla="*/ 6091 h 70743"/>
                  <a:gd name="connsiteX96" fmla="*/ 28214 w 89356"/>
                  <a:gd name="connsiteY96" fmla="*/ 4618 h 70743"/>
                  <a:gd name="connsiteX97" fmla="*/ 25227 w 89356"/>
                  <a:gd name="connsiteY97" fmla="*/ 4618 h 70743"/>
                  <a:gd name="connsiteX98" fmla="*/ 26687 w 89356"/>
                  <a:gd name="connsiteY98" fmla="*/ 7630 h 70743"/>
                  <a:gd name="connsiteX99" fmla="*/ 28148 w 89356"/>
                  <a:gd name="connsiteY99" fmla="*/ 10642 h 70743"/>
                  <a:gd name="connsiteX100" fmla="*/ 34123 w 89356"/>
                  <a:gd name="connsiteY100" fmla="*/ 10642 h 70743"/>
                  <a:gd name="connsiteX101" fmla="*/ 34123 w 89356"/>
                  <a:gd name="connsiteY101" fmla="*/ 10642 h 70743"/>
                  <a:gd name="connsiteX102" fmla="*/ 22306 w 89356"/>
                  <a:gd name="connsiteY102" fmla="*/ 3079 h 70743"/>
                  <a:gd name="connsiteX103" fmla="*/ 20845 w 89356"/>
                  <a:gd name="connsiteY103" fmla="*/ 3079 h 70743"/>
                  <a:gd name="connsiteX104" fmla="*/ 17858 w 89356"/>
                  <a:gd name="connsiteY104" fmla="*/ 3079 h 70743"/>
                  <a:gd name="connsiteX105" fmla="*/ 16331 w 89356"/>
                  <a:gd name="connsiteY105" fmla="*/ 6091 h 70743"/>
                  <a:gd name="connsiteX106" fmla="*/ 14871 w 89356"/>
                  <a:gd name="connsiteY106" fmla="*/ 10575 h 70743"/>
                  <a:gd name="connsiteX107" fmla="*/ 25293 w 89356"/>
                  <a:gd name="connsiteY107" fmla="*/ 10575 h 70743"/>
                  <a:gd name="connsiteX108" fmla="*/ 23833 w 89356"/>
                  <a:gd name="connsiteY108" fmla="*/ 6091 h 70743"/>
                  <a:gd name="connsiteX109" fmla="*/ 22306 w 89356"/>
                  <a:gd name="connsiteY109" fmla="*/ 3079 h 70743"/>
                  <a:gd name="connsiteX110" fmla="*/ 22306 w 89356"/>
                  <a:gd name="connsiteY110" fmla="*/ 3079 h 70743"/>
                  <a:gd name="connsiteX111" fmla="*/ 22306 w 89356"/>
                  <a:gd name="connsiteY111" fmla="*/ 3079 h 70743"/>
                  <a:gd name="connsiteX112" fmla="*/ 14871 w 89356"/>
                  <a:gd name="connsiteY112" fmla="*/ 4618 h 70743"/>
                  <a:gd name="connsiteX113" fmla="*/ 11883 w 89356"/>
                  <a:gd name="connsiteY113" fmla="*/ 4618 h 70743"/>
                  <a:gd name="connsiteX114" fmla="*/ 8896 w 89356"/>
                  <a:gd name="connsiteY114" fmla="*/ 6091 h 70743"/>
                  <a:gd name="connsiteX115" fmla="*/ 5908 w 89356"/>
                  <a:gd name="connsiteY115" fmla="*/ 10575 h 70743"/>
                  <a:gd name="connsiteX116" fmla="*/ 11883 w 89356"/>
                  <a:gd name="connsiteY116" fmla="*/ 10575 h 70743"/>
                  <a:gd name="connsiteX117" fmla="*/ 13344 w 89356"/>
                  <a:gd name="connsiteY117" fmla="*/ 7563 h 70743"/>
                  <a:gd name="connsiteX118" fmla="*/ 14804 w 89356"/>
                  <a:gd name="connsiteY118" fmla="*/ 4551 h 70743"/>
                  <a:gd name="connsiteX119" fmla="*/ 14804 w 89356"/>
                  <a:gd name="connsiteY119" fmla="*/ 4551 h 70743"/>
                  <a:gd name="connsiteX120" fmla="*/ 5908 w 89356"/>
                  <a:gd name="connsiteY120" fmla="*/ 31657 h 70743"/>
                  <a:gd name="connsiteX121" fmla="*/ 8896 w 89356"/>
                  <a:gd name="connsiteY121" fmla="*/ 34669 h 70743"/>
                  <a:gd name="connsiteX122" fmla="*/ 11883 w 89356"/>
                  <a:gd name="connsiteY122" fmla="*/ 36142 h 70743"/>
                  <a:gd name="connsiteX123" fmla="*/ 14871 w 89356"/>
                  <a:gd name="connsiteY123" fmla="*/ 37614 h 70743"/>
                  <a:gd name="connsiteX124" fmla="*/ 13410 w 89356"/>
                  <a:gd name="connsiteY124" fmla="*/ 34602 h 70743"/>
                  <a:gd name="connsiteX125" fmla="*/ 11950 w 89356"/>
                  <a:gd name="connsiteY125" fmla="*/ 31590 h 70743"/>
                  <a:gd name="connsiteX126" fmla="*/ 5975 w 89356"/>
                  <a:gd name="connsiteY126" fmla="*/ 31590 h 70743"/>
                  <a:gd name="connsiteX127" fmla="*/ 5975 w 89356"/>
                  <a:gd name="connsiteY127" fmla="*/ 31590 h 70743"/>
                  <a:gd name="connsiteX128" fmla="*/ 17792 w 89356"/>
                  <a:gd name="connsiteY128" fmla="*/ 39153 h 70743"/>
                  <a:gd name="connsiteX129" fmla="*/ 20779 w 89356"/>
                  <a:gd name="connsiteY129" fmla="*/ 39153 h 70743"/>
                  <a:gd name="connsiteX130" fmla="*/ 22239 w 89356"/>
                  <a:gd name="connsiteY130" fmla="*/ 39153 h 70743"/>
                  <a:gd name="connsiteX131" fmla="*/ 23766 w 89356"/>
                  <a:gd name="connsiteY131" fmla="*/ 34669 h 70743"/>
                  <a:gd name="connsiteX132" fmla="*/ 25227 w 89356"/>
                  <a:gd name="connsiteY132" fmla="*/ 31657 h 70743"/>
                  <a:gd name="connsiteX133" fmla="*/ 14804 w 89356"/>
                  <a:gd name="connsiteY133" fmla="*/ 31657 h 70743"/>
                  <a:gd name="connsiteX134" fmla="*/ 16265 w 89356"/>
                  <a:gd name="connsiteY134" fmla="*/ 34669 h 70743"/>
                  <a:gd name="connsiteX135" fmla="*/ 17792 w 89356"/>
                  <a:gd name="connsiteY135" fmla="*/ 39153 h 70743"/>
                  <a:gd name="connsiteX136" fmla="*/ 17792 w 89356"/>
                  <a:gd name="connsiteY136" fmla="*/ 39153 h 70743"/>
                  <a:gd name="connsiteX137" fmla="*/ 17792 w 89356"/>
                  <a:gd name="connsiteY137" fmla="*/ 39153 h 70743"/>
                  <a:gd name="connsiteX138" fmla="*/ 25227 w 89356"/>
                  <a:gd name="connsiteY138" fmla="*/ 37681 h 70743"/>
                  <a:gd name="connsiteX139" fmla="*/ 31202 w 89356"/>
                  <a:gd name="connsiteY139" fmla="*/ 34669 h 70743"/>
                  <a:gd name="connsiteX140" fmla="*/ 32662 w 89356"/>
                  <a:gd name="connsiteY140" fmla="*/ 33130 h 70743"/>
                  <a:gd name="connsiteX141" fmla="*/ 34123 w 89356"/>
                  <a:gd name="connsiteY141" fmla="*/ 31657 h 70743"/>
                  <a:gd name="connsiteX142" fmla="*/ 28148 w 89356"/>
                  <a:gd name="connsiteY142" fmla="*/ 31657 h 70743"/>
                  <a:gd name="connsiteX143" fmla="*/ 26687 w 89356"/>
                  <a:gd name="connsiteY143" fmla="*/ 34669 h 70743"/>
                  <a:gd name="connsiteX144" fmla="*/ 25227 w 89356"/>
                  <a:gd name="connsiteY144" fmla="*/ 37681 h 70743"/>
                  <a:gd name="connsiteX145" fmla="*/ 25227 w 89356"/>
                  <a:gd name="connsiteY145" fmla="*/ 37681 h 70743"/>
                  <a:gd name="connsiteX146" fmla="*/ 32662 w 89356"/>
                  <a:gd name="connsiteY146" fmla="*/ 61709 h 70743"/>
                  <a:gd name="connsiteX147" fmla="*/ 26687 w 89356"/>
                  <a:gd name="connsiteY147" fmla="*/ 70744 h 70743"/>
                  <a:gd name="connsiteX148" fmla="*/ 74353 w 89356"/>
                  <a:gd name="connsiteY148" fmla="*/ 70744 h 70743"/>
                  <a:gd name="connsiteX149" fmla="*/ 68378 w 89356"/>
                  <a:gd name="connsiteY149" fmla="*/ 61709 h 70743"/>
                  <a:gd name="connsiteX150" fmla="*/ 32662 w 89356"/>
                  <a:gd name="connsiteY150" fmla="*/ 61709 h 70743"/>
                  <a:gd name="connsiteX151" fmla="*/ 32662 w 89356"/>
                  <a:gd name="connsiteY151" fmla="*/ 61709 h 7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89356" h="70743">
                    <a:moveTo>
                      <a:pt x="20779" y="0"/>
                    </a:moveTo>
                    <a:lnTo>
                      <a:pt x="23766" y="0"/>
                    </a:lnTo>
                    <a:lnTo>
                      <a:pt x="28214" y="1472"/>
                    </a:lnTo>
                    <a:lnTo>
                      <a:pt x="31202" y="2945"/>
                    </a:lnTo>
                    <a:lnTo>
                      <a:pt x="34189" y="5957"/>
                    </a:lnTo>
                    <a:lnTo>
                      <a:pt x="37176" y="8968"/>
                    </a:lnTo>
                    <a:lnTo>
                      <a:pt x="38637" y="11980"/>
                    </a:lnTo>
                    <a:lnTo>
                      <a:pt x="40097" y="16465"/>
                    </a:lnTo>
                    <a:lnTo>
                      <a:pt x="40097" y="20949"/>
                    </a:lnTo>
                    <a:lnTo>
                      <a:pt x="40097" y="25433"/>
                    </a:lnTo>
                    <a:lnTo>
                      <a:pt x="38637" y="28445"/>
                    </a:lnTo>
                    <a:lnTo>
                      <a:pt x="37176" y="32929"/>
                    </a:lnTo>
                    <a:lnTo>
                      <a:pt x="34189" y="35941"/>
                    </a:lnTo>
                    <a:lnTo>
                      <a:pt x="31202" y="37413"/>
                    </a:lnTo>
                    <a:lnTo>
                      <a:pt x="28214" y="40425"/>
                    </a:lnTo>
                    <a:lnTo>
                      <a:pt x="23766" y="41898"/>
                    </a:lnTo>
                    <a:lnTo>
                      <a:pt x="20779" y="41898"/>
                    </a:lnTo>
                    <a:lnTo>
                      <a:pt x="16331" y="41898"/>
                    </a:lnTo>
                    <a:lnTo>
                      <a:pt x="11883" y="40425"/>
                    </a:lnTo>
                    <a:lnTo>
                      <a:pt x="8896" y="37413"/>
                    </a:lnTo>
                    <a:lnTo>
                      <a:pt x="5908" y="35941"/>
                    </a:lnTo>
                    <a:lnTo>
                      <a:pt x="2921" y="32929"/>
                    </a:lnTo>
                    <a:lnTo>
                      <a:pt x="1460" y="28445"/>
                    </a:lnTo>
                    <a:lnTo>
                      <a:pt x="0" y="25433"/>
                    </a:lnTo>
                    <a:lnTo>
                      <a:pt x="0" y="20949"/>
                    </a:lnTo>
                    <a:lnTo>
                      <a:pt x="0" y="16465"/>
                    </a:lnTo>
                    <a:lnTo>
                      <a:pt x="1460" y="11980"/>
                    </a:lnTo>
                    <a:lnTo>
                      <a:pt x="2921" y="8968"/>
                    </a:lnTo>
                    <a:lnTo>
                      <a:pt x="5908" y="5957"/>
                    </a:lnTo>
                    <a:lnTo>
                      <a:pt x="8896" y="2945"/>
                    </a:lnTo>
                    <a:lnTo>
                      <a:pt x="11883" y="1472"/>
                    </a:lnTo>
                    <a:lnTo>
                      <a:pt x="16331" y="0"/>
                    </a:lnTo>
                    <a:lnTo>
                      <a:pt x="20779" y="0"/>
                    </a:lnTo>
                    <a:lnTo>
                      <a:pt x="20779" y="0"/>
                    </a:lnTo>
                    <a:close/>
                    <a:moveTo>
                      <a:pt x="89290" y="6024"/>
                    </a:moveTo>
                    <a:lnTo>
                      <a:pt x="89290" y="57090"/>
                    </a:lnTo>
                    <a:lnTo>
                      <a:pt x="13344" y="57090"/>
                    </a:lnTo>
                    <a:lnTo>
                      <a:pt x="13344" y="43571"/>
                    </a:lnTo>
                    <a:lnTo>
                      <a:pt x="16331" y="45043"/>
                    </a:lnTo>
                    <a:lnTo>
                      <a:pt x="19318" y="45043"/>
                    </a:lnTo>
                    <a:lnTo>
                      <a:pt x="19318" y="51067"/>
                    </a:lnTo>
                    <a:lnTo>
                      <a:pt x="81854" y="51067"/>
                    </a:lnTo>
                    <a:lnTo>
                      <a:pt x="81854" y="12047"/>
                    </a:lnTo>
                    <a:lnTo>
                      <a:pt x="43151" y="12047"/>
                    </a:lnTo>
                    <a:lnTo>
                      <a:pt x="41691" y="9035"/>
                    </a:lnTo>
                    <a:lnTo>
                      <a:pt x="38703" y="6024"/>
                    </a:lnTo>
                    <a:lnTo>
                      <a:pt x="89356" y="6024"/>
                    </a:lnTo>
                    <a:lnTo>
                      <a:pt x="89356" y="6024"/>
                    </a:lnTo>
                    <a:lnTo>
                      <a:pt x="89356" y="6024"/>
                    </a:lnTo>
                    <a:close/>
                    <a:moveTo>
                      <a:pt x="28214" y="19543"/>
                    </a:moveTo>
                    <a:lnTo>
                      <a:pt x="37176" y="19543"/>
                    </a:lnTo>
                    <a:lnTo>
                      <a:pt x="37176" y="16531"/>
                    </a:lnTo>
                    <a:lnTo>
                      <a:pt x="35716" y="13520"/>
                    </a:lnTo>
                    <a:lnTo>
                      <a:pt x="28281" y="13520"/>
                    </a:lnTo>
                    <a:lnTo>
                      <a:pt x="28281" y="19543"/>
                    </a:lnTo>
                    <a:lnTo>
                      <a:pt x="28281" y="19543"/>
                    </a:lnTo>
                    <a:close/>
                    <a:moveTo>
                      <a:pt x="2921" y="19543"/>
                    </a:moveTo>
                    <a:lnTo>
                      <a:pt x="11883" y="19543"/>
                    </a:lnTo>
                    <a:lnTo>
                      <a:pt x="11883" y="13520"/>
                    </a:lnTo>
                    <a:lnTo>
                      <a:pt x="4448" y="13520"/>
                    </a:lnTo>
                    <a:lnTo>
                      <a:pt x="2921" y="16531"/>
                    </a:lnTo>
                    <a:lnTo>
                      <a:pt x="2921" y="19543"/>
                    </a:lnTo>
                    <a:lnTo>
                      <a:pt x="2921" y="19543"/>
                    </a:lnTo>
                    <a:close/>
                    <a:moveTo>
                      <a:pt x="14804" y="13520"/>
                    </a:moveTo>
                    <a:lnTo>
                      <a:pt x="14804" y="16531"/>
                    </a:lnTo>
                    <a:lnTo>
                      <a:pt x="14804" y="19543"/>
                    </a:lnTo>
                    <a:lnTo>
                      <a:pt x="26687" y="19543"/>
                    </a:lnTo>
                    <a:lnTo>
                      <a:pt x="25227" y="16531"/>
                    </a:lnTo>
                    <a:lnTo>
                      <a:pt x="25227" y="13520"/>
                    </a:lnTo>
                    <a:lnTo>
                      <a:pt x="14804" y="13520"/>
                    </a:lnTo>
                    <a:lnTo>
                      <a:pt x="14804" y="13520"/>
                    </a:lnTo>
                    <a:close/>
                    <a:moveTo>
                      <a:pt x="2921" y="22555"/>
                    </a:moveTo>
                    <a:lnTo>
                      <a:pt x="2921" y="25567"/>
                    </a:lnTo>
                    <a:lnTo>
                      <a:pt x="4448" y="28579"/>
                    </a:lnTo>
                    <a:lnTo>
                      <a:pt x="11883" y="28579"/>
                    </a:lnTo>
                    <a:lnTo>
                      <a:pt x="11883" y="25567"/>
                    </a:lnTo>
                    <a:lnTo>
                      <a:pt x="11883" y="22555"/>
                    </a:lnTo>
                    <a:lnTo>
                      <a:pt x="2921" y="22555"/>
                    </a:lnTo>
                    <a:lnTo>
                      <a:pt x="2921" y="22555"/>
                    </a:lnTo>
                    <a:close/>
                    <a:moveTo>
                      <a:pt x="14804" y="22555"/>
                    </a:moveTo>
                    <a:lnTo>
                      <a:pt x="14804" y="25567"/>
                    </a:lnTo>
                    <a:lnTo>
                      <a:pt x="14804" y="28579"/>
                    </a:lnTo>
                    <a:lnTo>
                      <a:pt x="25227" y="28579"/>
                    </a:lnTo>
                    <a:lnTo>
                      <a:pt x="25227" y="25567"/>
                    </a:lnTo>
                    <a:lnTo>
                      <a:pt x="26687" y="22555"/>
                    </a:lnTo>
                    <a:lnTo>
                      <a:pt x="14804" y="22555"/>
                    </a:lnTo>
                    <a:lnTo>
                      <a:pt x="14804" y="22555"/>
                    </a:lnTo>
                    <a:close/>
                    <a:moveTo>
                      <a:pt x="28214" y="22555"/>
                    </a:moveTo>
                    <a:lnTo>
                      <a:pt x="28214" y="28579"/>
                    </a:lnTo>
                    <a:lnTo>
                      <a:pt x="35649" y="28579"/>
                    </a:lnTo>
                    <a:lnTo>
                      <a:pt x="37110" y="25567"/>
                    </a:lnTo>
                    <a:lnTo>
                      <a:pt x="37110" y="22555"/>
                    </a:lnTo>
                    <a:lnTo>
                      <a:pt x="28148" y="22555"/>
                    </a:lnTo>
                    <a:lnTo>
                      <a:pt x="28148" y="22555"/>
                    </a:lnTo>
                    <a:close/>
                    <a:moveTo>
                      <a:pt x="34189" y="10575"/>
                    </a:moveTo>
                    <a:lnTo>
                      <a:pt x="31202" y="6091"/>
                    </a:lnTo>
                    <a:lnTo>
                      <a:pt x="28214" y="4618"/>
                    </a:lnTo>
                    <a:lnTo>
                      <a:pt x="25227" y="4618"/>
                    </a:lnTo>
                    <a:lnTo>
                      <a:pt x="26687" y="7630"/>
                    </a:lnTo>
                    <a:lnTo>
                      <a:pt x="28148" y="10642"/>
                    </a:lnTo>
                    <a:lnTo>
                      <a:pt x="34123" y="10642"/>
                    </a:lnTo>
                    <a:lnTo>
                      <a:pt x="34123" y="10642"/>
                    </a:lnTo>
                    <a:close/>
                    <a:moveTo>
                      <a:pt x="22306" y="3079"/>
                    </a:moveTo>
                    <a:lnTo>
                      <a:pt x="20845" y="3079"/>
                    </a:lnTo>
                    <a:lnTo>
                      <a:pt x="17858" y="3079"/>
                    </a:lnTo>
                    <a:lnTo>
                      <a:pt x="16331" y="6091"/>
                    </a:lnTo>
                    <a:lnTo>
                      <a:pt x="14871" y="10575"/>
                    </a:lnTo>
                    <a:lnTo>
                      <a:pt x="25293" y="10575"/>
                    </a:lnTo>
                    <a:lnTo>
                      <a:pt x="23833" y="6091"/>
                    </a:lnTo>
                    <a:lnTo>
                      <a:pt x="22306" y="3079"/>
                    </a:lnTo>
                    <a:lnTo>
                      <a:pt x="22306" y="3079"/>
                    </a:lnTo>
                    <a:lnTo>
                      <a:pt x="22306" y="3079"/>
                    </a:lnTo>
                    <a:close/>
                    <a:moveTo>
                      <a:pt x="14871" y="4618"/>
                    </a:moveTo>
                    <a:lnTo>
                      <a:pt x="11883" y="4618"/>
                    </a:lnTo>
                    <a:lnTo>
                      <a:pt x="8896" y="6091"/>
                    </a:lnTo>
                    <a:lnTo>
                      <a:pt x="5908" y="10575"/>
                    </a:lnTo>
                    <a:lnTo>
                      <a:pt x="11883" y="10575"/>
                    </a:lnTo>
                    <a:lnTo>
                      <a:pt x="13344" y="7563"/>
                    </a:lnTo>
                    <a:lnTo>
                      <a:pt x="14804" y="4551"/>
                    </a:lnTo>
                    <a:lnTo>
                      <a:pt x="14804" y="4551"/>
                    </a:lnTo>
                    <a:close/>
                    <a:moveTo>
                      <a:pt x="5908" y="31657"/>
                    </a:moveTo>
                    <a:lnTo>
                      <a:pt x="8896" y="34669"/>
                    </a:lnTo>
                    <a:lnTo>
                      <a:pt x="11883" y="36142"/>
                    </a:lnTo>
                    <a:lnTo>
                      <a:pt x="14871" y="37614"/>
                    </a:lnTo>
                    <a:lnTo>
                      <a:pt x="13410" y="34602"/>
                    </a:lnTo>
                    <a:lnTo>
                      <a:pt x="11950" y="31590"/>
                    </a:lnTo>
                    <a:lnTo>
                      <a:pt x="5975" y="31590"/>
                    </a:lnTo>
                    <a:lnTo>
                      <a:pt x="5975" y="31590"/>
                    </a:lnTo>
                    <a:close/>
                    <a:moveTo>
                      <a:pt x="17792" y="39153"/>
                    </a:moveTo>
                    <a:lnTo>
                      <a:pt x="20779" y="39153"/>
                    </a:lnTo>
                    <a:lnTo>
                      <a:pt x="22239" y="39153"/>
                    </a:lnTo>
                    <a:lnTo>
                      <a:pt x="23766" y="34669"/>
                    </a:lnTo>
                    <a:lnTo>
                      <a:pt x="25227" y="31657"/>
                    </a:lnTo>
                    <a:lnTo>
                      <a:pt x="14804" y="31657"/>
                    </a:lnTo>
                    <a:lnTo>
                      <a:pt x="16265" y="34669"/>
                    </a:lnTo>
                    <a:lnTo>
                      <a:pt x="17792" y="39153"/>
                    </a:lnTo>
                    <a:lnTo>
                      <a:pt x="17792" y="39153"/>
                    </a:lnTo>
                    <a:lnTo>
                      <a:pt x="17792" y="39153"/>
                    </a:lnTo>
                    <a:close/>
                    <a:moveTo>
                      <a:pt x="25227" y="37681"/>
                    </a:moveTo>
                    <a:lnTo>
                      <a:pt x="31202" y="34669"/>
                    </a:lnTo>
                    <a:lnTo>
                      <a:pt x="32662" y="33130"/>
                    </a:lnTo>
                    <a:lnTo>
                      <a:pt x="34123" y="31657"/>
                    </a:lnTo>
                    <a:lnTo>
                      <a:pt x="28148" y="31657"/>
                    </a:lnTo>
                    <a:lnTo>
                      <a:pt x="26687" y="34669"/>
                    </a:lnTo>
                    <a:lnTo>
                      <a:pt x="25227" y="37681"/>
                    </a:lnTo>
                    <a:lnTo>
                      <a:pt x="25227" y="37681"/>
                    </a:lnTo>
                    <a:close/>
                    <a:moveTo>
                      <a:pt x="32662" y="61709"/>
                    </a:moveTo>
                    <a:lnTo>
                      <a:pt x="26687" y="70744"/>
                    </a:lnTo>
                    <a:lnTo>
                      <a:pt x="74353" y="70744"/>
                    </a:lnTo>
                    <a:lnTo>
                      <a:pt x="68378" y="61709"/>
                    </a:lnTo>
                    <a:lnTo>
                      <a:pt x="32662" y="61709"/>
                    </a:lnTo>
                    <a:lnTo>
                      <a:pt x="32662" y="61709"/>
                    </a:lnTo>
                    <a:close/>
                  </a:path>
                </a:pathLst>
              </a:custGeom>
              <a:solidFill>
                <a:srgbClr val="F6641B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88" name="任意多边形: 形状 3987">
                <a:extLst>
                  <a:ext uri="{FF2B5EF4-FFF2-40B4-BE49-F238E27FC236}">
                    <a16:creationId xmlns:a16="http://schemas.microsoft.com/office/drawing/2014/main" id="{07DF4D0E-8676-0E81-9E0C-771AC1DB08A9}"/>
                  </a:ext>
                </a:extLst>
              </p:cNvPr>
              <p:cNvSpPr/>
              <p:nvPr/>
            </p:nvSpPr>
            <p:spPr>
              <a:xfrm>
                <a:off x="1273489" y="5511470"/>
                <a:ext cx="83381" cy="70543"/>
              </a:xfrm>
              <a:custGeom>
                <a:avLst/>
                <a:gdLst>
                  <a:gd name="connsiteX0" fmla="*/ 43151 w 83381"/>
                  <a:gd name="connsiteY0" fmla="*/ 19476 h 70543"/>
                  <a:gd name="connsiteX1" fmla="*/ 38703 w 83381"/>
                  <a:gd name="connsiteY1" fmla="*/ 19476 h 70543"/>
                  <a:gd name="connsiteX2" fmla="*/ 38703 w 83381"/>
                  <a:gd name="connsiteY2" fmla="*/ 16465 h 70543"/>
                  <a:gd name="connsiteX3" fmla="*/ 40230 w 83381"/>
                  <a:gd name="connsiteY3" fmla="*/ 14992 h 70543"/>
                  <a:gd name="connsiteX4" fmla="*/ 40230 w 83381"/>
                  <a:gd name="connsiteY4" fmla="*/ 14992 h 70543"/>
                  <a:gd name="connsiteX5" fmla="*/ 43218 w 83381"/>
                  <a:gd name="connsiteY5" fmla="*/ 14992 h 70543"/>
                  <a:gd name="connsiteX6" fmla="*/ 43218 w 83381"/>
                  <a:gd name="connsiteY6" fmla="*/ 14992 h 70543"/>
                  <a:gd name="connsiteX7" fmla="*/ 43218 w 83381"/>
                  <a:gd name="connsiteY7" fmla="*/ 16465 h 70543"/>
                  <a:gd name="connsiteX8" fmla="*/ 43218 w 83381"/>
                  <a:gd name="connsiteY8" fmla="*/ 19476 h 70543"/>
                  <a:gd name="connsiteX9" fmla="*/ 43218 w 83381"/>
                  <a:gd name="connsiteY9" fmla="*/ 19476 h 70543"/>
                  <a:gd name="connsiteX10" fmla="*/ 43218 w 83381"/>
                  <a:gd name="connsiteY10" fmla="*/ 19476 h 70543"/>
                  <a:gd name="connsiteX11" fmla="*/ 83381 w 83381"/>
                  <a:gd name="connsiteY11" fmla="*/ 70543 h 70543"/>
                  <a:gd name="connsiteX12" fmla="*/ 0 w 83381"/>
                  <a:gd name="connsiteY12" fmla="*/ 70543 h 70543"/>
                  <a:gd name="connsiteX13" fmla="*/ 4448 w 83381"/>
                  <a:gd name="connsiteY13" fmla="*/ 45043 h 70543"/>
                  <a:gd name="connsiteX14" fmla="*/ 77407 w 83381"/>
                  <a:gd name="connsiteY14" fmla="*/ 45043 h 70543"/>
                  <a:gd name="connsiteX15" fmla="*/ 83381 w 83381"/>
                  <a:gd name="connsiteY15" fmla="*/ 70543 h 70543"/>
                  <a:gd name="connsiteX16" fmla="*/ 83381 w 83381"/>
                  <a:gd name="connsiteY16" fmla="*/ 70543 h 70543"/>
                  <a:gd name="connsiteX17" fmla="*/ 83381 w 83381"/>
                  <a:gd name="connsiteY17" fmla="*/ 70543 h 70543"/>
                  <a:gd name="connsiteX18" fmla="*/ 43151 w 83381"/>
                  <a:gd name="connsiteY18" fmla="*/ 27039 h 70543"/>
                  <a:gd name="connsiteX19" fmla="*/ 40164 w 83381"/>
                  <a:gd name="connsiteY19" fmla="*/ 27039 h 70543"/>
                  <a:gd name="connsiteX20" fmla="*/ 40164 w 83381"/>
                  <a:gd name="connsiteY20" fmla="*/ 25567 h 70543"/>
                  <a:gd name="connsiteX21" fmla="*/ 40164 w 83381"/>
                  <a:gd name="connsiteY21" fmla="*/ 24094 h 70543"/>
                  <a:gd name="connsiteX22" fmla="*/ 40164 w 83381"/>
                  <a:gd name="connsiteY22" fmla="*/ 24094 h 70543"/>
                  <a:gd name="connsiteX23" fmla="*/ 41624 w 83381"/>
                  <a:gd name="connsiteY23" fmla="*/ 22555 h 70543"/>
                  <a:gd name="connsiteX24" fmla="*/ 41624 w 83381"/>
                  <a:gd name="connsiteY24" fmla="*/ 24094 h 70543"/>
                  <a:gd name="connsiteX25" fmla="*/ 43085 w 83381"/>
                  <a:gd name="connsiteY25" fmla="*/ 24094 h 70543"/>
                  <a:gd name="connsiteX26" fmla="*/ 41624 w 83381"/>
                  <a:gd name="connsiteY26" fmla="*/ 25567 h 70543"/>
                  <a:gd name="connsiteX27" fmla="*/ 43085 w 83381"/>
                  <a:gd name="connsiteY27" fmla="*/ 27039 h 70543"/>
                  <a:gd name="connsiteX28" fmla="*/ 43085 w 83381"/>
                  <a:gd name="connsiteY28" fmla="*/ 27039 h 70543"/>
                  <a:gd name="connsiteX29" fmla="*/ 43085 w 83381"/>
                  <a:gd name="connsiteY29" fmla="*/ 27039 h 70543"/>
                  <a:gd name="connsiteX30" fmla="*/ 46139 w 83381"/>
                  <a:gd name="connsiteY30" fmla="*/ 19543 h 70543"/>
                  <a:gd name="connsiteX31" fmla="*/ 46139 w 83381"/>
                  <a:gd name="connsiteY31" fmla="*/ 19543 h 70543"/>
                  <a:gd name="connsiteX32" fmla="*/ 46139 w 83381"/>
                  <a:gd name="connsiteY32" fmla="*/ 16531 h 70543"/>
                  <a:gd name="connsiteX33" fmla="*/ 46139 w 83381"/>
                  <a:gd name="connsiteY33" fmla="*/ 15059 h 70543"/>
                  <a:gd name="connsiteX34" fmla="*/ 44612 w 83381"/>
                  <a:gd name="connsiteY34" fmla="*/ 13587 h 70543"/>
                  <a:gd name="connsiteX35" fmla="*/ 44612 w 83381"/>
                  <a:gd name="connsiteY35" fmla="*/ 13587 h 70543"/>
                  <a:gd name="connsiteX36" fmla="*/ 43151 w 83381"/>
                  <a:gd name="connsiteY36" fmla="*/ 12114 h 70543"/>
                  <a:gd name="connsiteX37" fmla="*/ 40164 w 83381"/>
                  <a:gd name="connsiteY37" fmla="*/ 12114 h 70543"/>
                  <a:gd name="connsiteX38" fmla="*/ 38637 w 83381"/>
                  <a:gd name="connsiteY38" fmla="*/ 13587 h 70543"/>
                  <a:gd name="connsiteX39" fmla="*/ 38637 w 83381"/>
                  <a:gd name="connsiteY39" fmla="*/ 13587 h 70543"/>
                  <a:gd name="connsiteX40" fmla="*/ 37176 w 83381"/>
                  <a:gd name="connsiteY40" fmla="*/ 15059 h 70543"/>
                  <a:gd name="connsiteX41" fmla="*/ 37176 w 83381"/>
                  <a:gd name="connsiteY41" fmla="*/ 16531 h 70543"/>
                  <a:gd name="connsiteX42" fmla="*/ 37176 w 83381"/>
                  <a:gd name="connsiteY42" fmla="*/ 19543 h 70543"/>
                  <a:gd name="connsiteX43" fmla="*/ 37176 w 83381"/>
                  <a:gd name="connsiteY43" fmla="*/ 19543 h 70543"/>
                  <a:gd name="connsiteX44" fmla="*/ 35716 w 83381"/>
                  <a:gd name="connsiteY44" fmla="*/ 19543 h 70543"/>
                  <a:gd name="connsiteX45" fmla="*/ 35716 w 83381"/>
                  <a:gd name="connsiteY45" fmla="*/ 21016 h 70543"/>
                  <a:gd name="connsiteX46" fmla="*/ 35716 w 83381"/>
                  <a:gd name="connsiteY46" fmla="*/ 28512 h 70543"/>
                  <a:gd name="connsiteX47" fmla="*/ 35716 w 83381"/>
                  <a:gd name="connsiteY47" fmla="*/ 30051 h 70543"/>
                  <a:gd name="connsiteX48" fmla="*/ 37176 w 83381"/>
                  <a:gd name="connsiteY48" fmla="*/ 30051 h 70543"/>
                  <a:gd name="connsiteX49" fmla="*/ 46139 w 83381"/>
                  <a:gd name="connsiteY49" fmla="*/ 30051 h 70543"/>
                  <a:gd name="connsiteX50" fmla="*/ 47599 w 83381"/>
                  <a:gd name="connsiteY50" fmla="*/ 30051 h 70543"/>
                  <a:gd name="connsiteX51" fmla="*/ 47599 w 83381"/>
                  <a:gd name="connsiteY51" fmla="*/ 28512 h 70543"/>
                  <a:gd name="connsiteX52" fmla="*/ 47599 w 83381"/>
                  <a:gd name="connsiteY52" fmla="*/ 21016 h 70543"/>
                  <a:gd name="connsiteX53" fmla="*/ 47599 w 83381"/>
                  <a:gd name="connsiteY53" fmla="*/ 19543 h 70543"/>
                  <a:gd name="connsiteX54" fmla="*/ 46139 w 83381"/>
                  <a:gd name="connsiteY54" fmla="*/ 19543 h 70543"/>
                  <a:gd name="connsiteX55" fmla="*/ 46139 w 83381"/>
                  <a:gd name="connsiteY55" fmla="*/ 19543 h 70543"/>
                  <a:gd name="connsiteX56" fmla="*/ 8896 w 83381"/>
                  <a:gd name="connsiteY56" fmla="*/ 48055 h 70543"/>
                  <a:gd name="connsiteX57" fmla="*/ 7369 w 83381"/>
                  <a:gd name="connsiteY57" fmla="*/ 60035 h 70543"/>
                  <a:gd name="connsiteX58" fmla="*/ 75880 w 83381"/>
                  <a:gd name="connsiteY58" fmla="*/ 60035 h 70543"/>
                  <a:gd name="connsiteX59" fmla="*/ 72892 w 83381"/>
                  <a:gd name="connsiteY59" fmla="*/ 48055 h 70543"/>
                  <a:gd name="connsiteX60" fmla="*/ 8896 w 83381"/>
                  <a:gd name="connsiteY60" fmla="*/ 48055 h 70543"/>
                  <a:gd name="connsiteX61" fmla="*/ 8896 w 83381"/>
                  <a:gd name="connsiteY61" fmla="*/ 48055 h 70543"/>
                  <a:gd name="connsiteX62" fmla="*/ 8896 w 83381"/>
                  <a:gd name="connsiteY62" fmla="*/ 48055 h 70543"/>
                  <a:gd name="connsiteX63" fmla="*/ 34189 w 83381"/>
                  <a:gd name="connsiteY63" fmla="*/ 61575 h 70543"/>
                  <a:gd name="connsiteX64" fmla="*/ 32662 w 83381"/>
                  <a:gd name="connsiteY64" fmla="*/ 67598 h 70543"/>
                  <a:gd name="connsiteX65" fmla="*/ 50520 w 83381"/>
                  <a:gd name="connsiteY65" fmla="*/ 67598 h 70543"/>
                  <a:gd name="connsiteX66" fmla="*/ 47533 w 83381"/>
                  <a:gd name="connsiteY66" fmla="*/ 61575 h 70543"/>
                  <a:gd name="connsiteX67" fmla="*/ 34123 w 83381"/>
                  <a:gd name="connsiteY67" fmla="*/ 61575 h 70543"/>
                  <a:gd name="connsiteX68" fmla="*/ 34123 w 83381"/>
                  <a:gd name="connsiteY68" fmla="*/ 61575 h 70543"/>
                  <a:gd name="connsiteX69" fmla="*/ 71432 w 83381"/>
                  <a:gd name="connsiteY69" fmla="*/ 37547 h 70543"/>
                  <a:gd name="connsiteX70" fmla="*/ 11883 w 83381"/>
                  <a:gd name="connsiteY70" fmla="*/ 37547 h 70543"/>
                  <a:gd name="connsiteX71" fmla="*/ 11883 w 83381"/>
                  <a:gd name="connsiteY71" fmla="*/ 33063 h 70543"/>
                  <a:gd name="connsiteX72" fmla="*/ 11883 w 83381"/>
                  <a:gd name="connsiteY72" fmla="*/ 6024 h 70543"/>
                  <a:gd name="connsiteX73" fmla="*/ 71432 w 83381"/>
                  <a:gd name="connsiteY73" fmla="*/ 6024 h 70543"/>
                  <a:gd name="connsiteX74" fmla="*/ 71432 w 83381"/>
                  <a:gd name="connsiteY74" fmla="*/ 33063 h 70543"/>
                  <a:gd name="connsiteX75" fmla="*/ 71432 w 83381"/>
                  <a:gd name="connsiteY75" fmla="*/ 37547 h 70543"/>
                  <a:gd name="connsiteX76" fmla="*/ 71432 w 83381"/>
                  <a:gd name="connsiteY76" fmla="*/ 37547 h 70543"/>
                  <a:gd name="connsiteX77" fmla="*/ 71432 w 83381"/>
                  <a:gd name="connsiteY77" fmla="*/ 37547 h 70543"/>
                  <a:gd name="connsiteX78" fmla="*/ 4448 w 83381"/>
                  <a:gd name="connsiteY78" fmla="*/ 31524 h 70543"/>
                  <a:gd name="connsiteX79" fmla="*/ 4448 w 83381"/>
                  <a:gd name="connsiteY79" fmla="*/ 42031 h 70543"/>
                  <a:gd name="connsiteX80" fmla="*/ 77407 w 83381"/>
                  <a:gd name="connsiteY80" fmla="*/ 42031 h 70543"/>
                  <a:gd name="connsiteX81" fmla="*/ 77407 w 83381"/>
                  <a:gd name="connsiteY81" fmla="*/ 0 h 70543"/>
                  <a:gd name="connsiteX82" fmla="*/ 4448 w 83381"/>
                  <a:gd name="connsiteY82" fmla="*/ 0 h 70543"/>
                  <a:gd name="connsiteX83" fmla="*/ 4448 w 83381"/>
                  <a:gd name="connsiteY83" fmla="*/ 31524 h 70543"/>
                  <a:gd name="connsiteX84" fmla="*/ 4448 w 83381"/>
                  <a:gd name="connsiteY84" fmla="*/ 31524 h 70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83381" h="70543">
                    <a:moveTo>
                      <a:pt x="43151" y="19476"/>
                    </a:moveTo>
                    <a:lnTo>
                      <a:pt x="38703" y="19476"/>
                    </a:lnTo>
                    <a:lnTo>
                      <a:pt x="38703" y="16465"/>
                    </a:lnTo>
                    <a:lnTo>
                      <a:pt x="40230" y="14992"/>
                    </a:lnTo>
                    <a:lnTo>
                      <a:pt x="40230" y="14992"/>
                    </a:lnTo>
                    <a:lnTo>
                      <a:pt x="43218" y="14992"/>
                    </a:lnTo>
                    <a:lnTo>
                      <a:pt x="43218" y="14992"/>
                    </a:lnTo>
                    <a:lnTo>
                      <a:pt x="43218" y="16465"/>
                    </a:lnTo>
                    <a:lnTo>
                      <a:pt x="43218" y="19476"/>
                    </a:lnTo>
                    <a:lnTo>
                      <a:pt x="43218" y="19476"/>
                    </a:lnTo>
                    <a:lnTo>
                      <a:pt x="43218" y="19476"/>
                    </a:lnTo>
                    <a:close/>
                    <a:moveTo>
                      <a:pt x="83381" y="70543"/>
                    </a:moveTo>
                    <a:lnTo>
                      <a:pt x="0" y="70543"/>
                    </a:lnTo>
                    <a:lnTo>
                      <a:pt x="4448" y="45043"/>
                    </a:lnTo>
                    <a:lnTo>
                      <a:pt x="77407" y="45043"/>
                    </a:lnTo>
                    <a:lnTo>
                      <a:pt x="83381" y="70543"/>
                    </a:lnTo>
                    <a:lnTo>
                      <a:pt x="83381" y="70543"/>
                    </a:lnTo>
                    <a:lnTo>
                      <a:pt x="83381" y="70543"/>
                    </a:lnTo>
                    <a:close/>
                    <a:moveTo>
                      <a:pt x="43151" y="27039"/>
                    </a:moveTo>
                    <a:lnTo>
                      <a:pt x="40164" y="27039"/>
                    </a:lnTo>
                    <a:lnTo>
                      <a:pt x="40164" y="25567"/>
                    </a:lnTo>
                    <a:lnTo>
                      <a:pt x="40164" y="24094"/>
                    </a:lnTo>
                    <a:lnTo>
                      <a:pt x="40164" y="24094"/>
                    </a:lnTo>
                    <a:lnTo>
                      <a:pt x="41624" y="22555"/>
                    </a:lnTo>
                    <a:lnTo>
                      <a:pt x="41624" y="24094"/>
                    </a:lnTo>
                    <a:lnTo>
                      <a:pt x="43085" y="24094"/>
                    </a:lnTo>
                    <a:lnTo>
                      <a:pt x="41624" y="25567"/>
                    </a:lnTo>
                    <a:lnTo>
                      <a:pt x="43085" y="27039"/>
                    </a:lnTo>
                    <a:lnTo>
                      <a:pt x="43085" y="27039"/>
                    </a:lnTo>
                    <a:lnTo>
                      <a:pt x="43085" y="27039"/>
                    </a:lnTo>
                    <a:close/>
                    <a:moveTo>
                      <a:pt x="46139" y="19543"/>
                    </a:moveTo>
                    <a:lnTo>
                      <a:pt x="46139" y="19543"/>
                    </a:lnTo>
                    <a:lnTo>
                      <a:pt x="46139" y="16531"/>
                    </a:lnTo>
                    <a:lnTo>
                      <a:pt x="46139" y="15059"/>
                    </a:lnTo>
                    <a:lnTo>
                      <a:pt x="44612" y="13587"/>
                    </a:lnTo>
                    <a:lnTo>
                      <a:pt x="44612" y="13587"/>
                    </a:lnTo>
                    <a:lnTo>
                      <a:pt x="43151" y="12114"/>
                    </a:lnTo>
                    <a:lnTo>
                      <a:pt x="40164" y="12114"/>
                    </a:lnTo>
                    <a:lnTo>
                      <a:pt x="38637" y="13587"/>
                    </a:lnTo>
                    <a:lnTo>
                      <a:pt x="38637" y="13587"/>
                    </a:lnTo>
                    <a:lnTo>
                      <a:pt x="37176" y="15059"/>
                    </a:lnTo>
                    <a:lnTo>
                      <a:pt x="37176" y="16531"/>
                    </a:lnTo>
                    <a:lnTo>
                      <a:pt x="37176" y="19543"/>
                    </a:lnTo>
                    <a:lnTo>
                      <a:pt x="37176" y="19543"/>
                    </a:lnTo>
                    <a:lnTo>
                      <a:pt x="35716" y="19543"/>
                    </a:lnTo>
                    <a:lnTo>
                      <a:pt x="35716" y="21016"/>
                    </a:lnTo>
                    <a:lnTo>
                      <a:pt x="35716" y="28512"/>
                    </a:lnTo>
                    <a:lnTo>
                      <a:pt x="35716" y="30051"/>
                    </a:lnTo>
                    <a:lnTo>
                      <a:pt x="37176" y="30051"/>
                    </a:lnTo>
                    <a:lnTo>
                      <a:pt x="46139" y="30051"/>
                    </a:lnTo>
                    <a:lnTo>
                      <a:pt x="47599" y="30051"/>
                    </a:lnTo>
                    <a:lnTo>
                      <a:pt x="47599" y="28512"/>
                    </a:lnTo>
                    <a:lnTo>
                      <a:pt x="47599" y="21016"/>
                    </a:lnTo>
                    <a:lnTo>
                      <a:pt x="47599" y="19543"/>
                    </a:lnTo>
                    <a:lnTo>
                      <a:pt x="46139" y="19543"/>
                    </a:lnTo>
                    <a:lnTo>
                      <a:pt x="46139" y="19543"/>
                    </a:lnTo>
                    <a:close/>
                    <a:moveTo>
                      <a:pt x="8896" y="48055"/>
                    </a:moveTo>
                    <a:lnTo>
                      <a:pt x="7369" y="60035"/>
                    </a:lnTo>
                    <a:lnTo>
                      <a:pt x="75880" y="60035"/>
                    </a:lnTo>
                    <a:lnTo>
                      <a:pt x="72892" y="48055"/>
                    </a:lnTo>
                    <a:lnTo>
                      <a:pt x="8896" y="48055"/>
                    </a:lnTo>
                    <a:lnTo>
                      <a:pt x="8896" y="48055"/>
                    </a:lnTo>
                    <a:lnTo>
                      <a:pt x="8896" y="48055"/>
                    </a:lnTo>
                    <a:close/>
                    <a:moveTo>
                      <a:pt x="34189" y="61575"/>
                    </a:moveTo>
                    <a:lnTo>
                      <a:pt x="32662" y="67598"/>
                    </a:lnTo>
                    <a:lnTo>
                      <a:pt x="50520" y="67598"/>
                    </a:lnTo>
                    <a:lnTo>
                      <a:pt x="47533" y="61575"/>
                    </a:lnTo>
                    <a:lnTo>
                      <a:pt x="34123" y="61575"/>
                    </a:lnTo>
                    <a:lnTo>
                      <a:pt x="34123" y="61575"/>
                    </a:lnTo>
                    <a:close/>
                    <a:moveTo>
                      <a:pt x="71432" y="37547"/>
                    </a:moveTo>
                    <a:lnTo>
                      <a:pt x="11883" y="37547"/>
                    </a:lnTo>
                    <a:lnTo>
                      <a:pt x="11883" y="33063"/>
                    </a:lnTo>
                    <a:lnTo>
                      <a:pt x="11883" y="6024"/>
                    </a:lnTo>
                    <a:lnTo>
                      <a:pt x="71432" y="6024"/>
                    </a:lnTo>
                    <a:lnTo>
                      <a:pt x="71432" y="33063"/>
                    </a:lnTo>
                    <a:lnTo>
                      <a:pt x="71432" y="37547"/>
                    </a:lnTo>
                    <a:lnTo>
                      <a:pt x="71432" y="37547"/>
                    </a:lnTo>
                    <a:lnTo>
                      <a:pt x="71432" y="37547"/>
                    </a:lnTo>
                    <a:close/>
                    <a:moveTo>
                      <a:pt x="4448" y="31524"/>
                    </a:moveTo>
                    <a:lnTo>
                      <a:pt x="4448" y="42031"/>
                    </a:lnTo>
                    <a:lnTo>
                      <a:pt x="77407" y="42031"/>
                    </a:lnTo>
                    <a:lnTo>
                      <a:pt x="77407" y="0"/>
                    </a:lnTo>
                    <a:lnTo>
                      <a:pt x="4448" y="0"/>
                    </a:lnTo>
                    <a:lnTo>
                      <a:pt x="4448" y="31524"/>
                    </a:lnTo>
                    <a:lnTo>
                      <a:pt x="4448" y="31524"/>
                    </a:lnTo>
                    <a:close/>
                  </a:path>
                </a:pathLst>
              </a:custGeom>
              <a:solidFill>
                <a:srgbClr val="F6641B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89" name="任意多边形: 形状 3988">
                <a:extLst>
                  <a:ext uri="{FF2B5EF4-FFF2-40B4-BE49-F238E27FC236}">
                    <a16:creationId xmlns:a16="http://schemas.microsoft.com/office/drawing/2014/main" id="{7D456024-B8D8-04C2-B523-9CF403ACAA4D}"/>
                  </a:ext>
                </a:extLst>
              </p:cNvPr>
              <p:cNvSpPr/>
              <p:nvPr/>
            </p:nvSpPr>
            <p:spPr>
              <a:xfrm>
                <a:off x="1237706" y="5457123"/>
                <a:ext cx="65324" cy="32393"/>
              </a:xfrm>
              <a:custGeom>
                <a:avLst/>
                <a:gdLst>
                  <a:gd name="connsiteX0" fmla="*/ 0 w 65324"/>
                  <a:gd name="connsiteY0" fmla="*/ 0 h 32393"/>
                  <a:gd name="connsiteX1" fmla="*/ 65324 w 65324"/>
                  <a:gd name="connsiteY1" fmla="*/ 0 h 32393"/>
                  <a:gd name="connsiteX2" fmla="*/ 65324 w 65324"/>
                  <a:gd name="connsiteY2" fmla="*/ 32394 h 32393"/>
                  <a:gd name="connsiteX3" fmla="*/ 0 w 65324"/>
                  <a:gd name="connsiteY3" fmla="*/ 32394 h 32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324" h="32393">
                    <a:moveTo>
                      <a:pt x="0" y="0"/>
                    </a:moveTo>
                    <a:lnTo>
                      <a:pt x="65324" y="0"/>
                    </a:lnTo>
                    <a:lnTo>
                      <a:pt x="65324" y="32394"/>
                    </a:lnTo>
                    <a:lnTo>
                      <a:pt x="0" y="32394"/>
                    </a:lnTo>
                    <a:close/>
                  </a:path>
                </a:pathLst>
              </a:custGeom>
              <a:solidFill>
                <a:srgbClr val="2A3E80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3990" name="组合 3989">
                <a:extLst>
                  <a:ext uri="{FF2B5EF4-FFF2-40B4-BE49-F238E27FC236}">
                    <a16:creationId xmlns:a16="http://schemas.microsoft.com/office/drawing/2014/main" id="{EE282554-9BEC-EE63-1064-10FDF7808C14}"/>
                  </a:ext>
                </a:extLst>
              </p:cNvPr>
              <p:cNvGrpSpPr/>
              <p:nvPr/>
            </p:nvGrpSpPr>
            <p:grpSpPr>
              <a:xfrm>
                <a:off x="1580592" y="5458270"/>
                <a:ext cx="211234" cy="314825"/>
                <a:chOff x="2374168" y="5081167"/>
                <a:chExt cx="145452" cy="216783"/>
              </a:xfrm>
            </p:grpSpPr>
            <p:sp>
              <p:nvSpPr>
                <p:cNvPr id="3991" name="任意多边形: 形状 3990">
                  <a:extLst>
                    <a:ext uri="{FF2B5EF4-FFF2-40B4-BE49-F238E27FC236}">
                      <a16:creationId xmlns:a16="http://schemas.microsoft.com/office/drawing/2014/main" id="{56F4F90D-EAC7-A5B3-F428-CD7CB4B3D0A2}"/>
                    </a:ext>
                  </a:extLst>
                </p:cNvPr>
                <p:cNvSpPr/>
                <p:nvPr/>
              </p:nvSpPr>
              <p:spPr>
                <a:xfrm>
                  <a:off x="2374168" y="5081167"/>
                  <a:ext cx="63930" cy="216716"/>
                </a:xfrm>
                <a:custGeom>
                  <a:avLst/>
                  <a:gdLst>
                    <a:gd name="connsiteX0" fmla="*/ 0 w 63930"/>
                    <a:gd name="connsiteY0" fmla="*/ 5555 h 216716"/>
                    <a:gd name="connsiteX1" fmla="*/ 1195 w 63930"/>
                    <a:gd name="connsiteY1" fmla="*/ 200051 h 216716"/>
                    <a:gd name="connsiteX2" fmla="*/ 63930 w 63930"/>
                    <a:gd name="connsiteY2" fmla="*/ 216716 h 216716"/>
                    <a:gd name="connsiteX3" fmla="*/ 63930 w 63930"/>
                    <a:gd name="connsiteY3" fmla="*/ 0 h 216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930" h="216716">
                      <a:moveTo>
                        <a:pt x="0" y="5555"/>
                      </a:moveTo>
                      <a:lnTo>
                        <a:pt x="1195" y="200051"/>
                      </a:lnTo>
                      <a:lnTo>
                        <a:pt x="63930" y="216716"/>
                      </a:lnTo>
                      <a:lnTo>
                        <a:pt x="63930" y="0"/>
                      </a:lnTo>
                      <a:close/>
                    </a:path>
                  </a:pathLst>
                </a:custGeom>
                <a:solidFill>
                  <a:srgbClr val="2B354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92" name="任意多边形: 形状 3991">
                  <a:extLst>
                    <a:ext uri="{FF2B5EF4-FFF2-40B4-BE49-F238E27FC236}">
                      <a16:creationId xmlns:a16="http://schemas.microsoft.com/office/drawing/2014/main" id="{44055AA1-7FDF-F970-1036-D752C3567AFD}"/>
                    </a:ext>
                  </a:extLst>
                </p:cNvPr>
                <p:cNvSpPr/>
                <p:nvPr/>
              </p:nvSpPr>
              <p:spPr>
                <a:xfrm>
                  <a:off x="2438098" y="5081167"/>
                  <a:ext cx="81522" cy="216783"/>
                </a:xfrm>
                <a:custGeom>
                  <a:avLst/>
                  <a:gdLst>
                    <a:gd name="connsiteX0" fmla="*/ 66 w 81522"/>
                    <a:gd name="connsiteY0" fmla="*/ 0 h 216783"/>
                    <a:gd name="connsiteX1" fmla="*/ 81523 w 81522"/>
                    <a:gd name="connsiteY1" fmla="*/ 13453 h 216783"/>
                    <a:gd name="connsiteX2" fmla="*/ 81523 w 81522"/>
                    <a:gd name="connsiteY2" fmla="*/ 164712 h 216783"/>
                    <a:gd name="connsiteX3" fmla="*/ 0 w 81522"/>
                    <a:gd name="connsiteY3" fmla="*/ 216783 h 216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522" h="216783">
                      <a:moveTo>
                        <a:pt x="66" y="0"/>
                      </a:moveTo>
                      <a:lnTo>
                        <a:pt x="81523" y="13453"/>
                      </a:lnTo>
                      <a:lnTo>
                        <a:pt x="81523" y="164712"/>
                      </a:lnTo>
                      <a:lnTo>
                        <a:pt x="0" y="216783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93" name="任意多边形: 形状 3992">
                  <a:extLst>
                    <a:ext uri="{FF2B5EF4-FFF2-40B4-BE49-F238E27FC236}">
                      <a16:creationId xmlns:a16="http://schemas.microsoft.com/office/drawing/2014/main" id="{7315A2E4-D285-A31C-6FF6-9ED56E9CDBE3}"/>
                    </a:ext>
                  </a:extLst>
                </p:cNvPr>
                <p:cNvSpPr/>
                <p:nvPr/>
              </p:nvSpPr>
              <p:spPr>
                <a:xfrm>
                  <a:off x="2380475" y="5089132"/>
                  <a:ext cx="51383" cy="195968"/>
                </a:xfrm>
                <a:custGeom>
                  <a:avLst/>
                  <a:gdLst>
                    <a:gd name="connsiteX0" fmla="*/ 0 w 51383"/>
                    <a:gd name="connsiteY0" fmla="*/ 5154 h 195968"/>
                    <a:gd name="connsiteX1" fmla="*/ 929 w 51383"/>
                    <a:gd name="connsiteY1" fmla="*/ 184122 h 195968"/>
                    <a:gd name="connsiteX2" fmla="*/ 51383 w 51383"/>
                    <a:gd name="connsiteY2" fmla="*/ 195968 h 195968"/>
                    <a:gd name="connsiteX3" fmla="*/ 51383 w 51383"/>
                    <a:gd name="connsiteY3" fmla="*/ 0 h 195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383" h="195968">
                      <a:moveTo>
                        <a:pt x="0" y="5154"/>
                      </a:moveTo>
                      <a:lnTo>
                        <a:pt x="929" y="184122"/>
                      </a:lnTo>
                      <a:lnTo>
                        <a:pt x="51383" y="195968"/>
                      </a:lnTo>
                      <a:lnTo>
                        <a:pt x="51383" y="0"/>
                      </a:lnTo>
                      <a:close/>
                    </a:path>
                  </a:pathLst>
                </a:custGeom>
                <a:solidFill>
                  <a:srgbClr val="F6641B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94" name="任意多边形: 形状 3993">
                  <a:extLst>
                    <a:ext uri="{FF2B5EF4-FFF2-40B4-BE49-F238E27FC236}">
                      <a16:creationId xmlns:a16="http://schemas.microsoft.com/office/drawing/2014/main" id="{9580223D-9428-128D-C1A7-40169623DB79}"/>
                    </a:ext>
                  </a:extLst>
                </p:cNvPr>
                <p:cNvSpPr/>
                <p:nvPr/>
              </p:nvSpPr>
              <p:spPr>
                <a:xfrm rot="5118392">
                  <a:off x="2415031" y="5184979"/>
                  <a:ext cx="13084" cy="13191"/>
                </a:xfrm>
                <a:custGeom>
                  <a:avLst/>
                  <a:gdLst>
                    <a:gd name="connsiteX0" fmla="*/ 13147 w 13084"/>
                    <a:gd name="connsiteY0" fmla="*/ 6630 h 13191"/>
                    <a:gd name="connsiteX1" fmla="*/ 6604 w 13084"/>
                    <a:gd name="connsiteY1" fmla="*/ 13226 h 13191"/>
                    <a:gd name="connsiteX2" fmla="*/ 62 w 13084"/>
                    <a:gd name="connsiteY2" fmla="*/ 6630 h 13191"/>
                    <a:gd name="connsiteX3" fmla="*/ 6604 w 13084"/>
                    <a:gd name="connsiteY3" fmla="*/ 34 h 13191"/>
                    <a:gd name="connsiteX4" fmla="*/ 13147 w 13084"/>
                    <a:gd name="connsiteY4" fmla="*/ 6630 h 13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84" h="13191">
                      <a:moveTo>
                        <a:pt x="13147" y="6630"/>
                      </a:moveTo>
                      <a:cubicBezTo>
                        <a:pt x="13147" y="10272"/>
                        <a:pt x="10218" y="13226"/>
                        <a:pt x="6604" y="13226"/>
                      </a:cubicBezTo>
                      <a:cubicBezTo>
                        <a:pt x="2991" y="13226"/>
                        <a:pt x="62" y="10272"/>
                        <a:pt x="62" y="6630"/>
                      </a:cubicBezTo>
                      <a:cubicBezTo>
                        <a:pt x="62" y="2987"/>
                        <a:pt x="2991" y="34"/>
                        <a:pt x="6604" y="34"/>
                      </a:cubicBezTo>
                      <a:cubicBezTo>
                        <a:pt x="10218" y="34"/>
                        <a:pt x="13147" y="2987"/>
                        <a:pt x="13147" y="6630"/>
                      </a:cubicBezTo>
                      <a:close/>
                    </a:path>
                  </a:pathLst>
                </a:custGeom>
                <a:solidFill>
                  <a:srgbClr val="DCDDDD"/>
                </a:solidFill>
                <a:ln w="223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95" name="任意多边形: 形状 3994">
                  <a:extLst>
                    <a:ext uri="{FF2B5EF4-FFF2-40B4-BE49-F238E27FC236}">
                      <a16:creationId xmlns:a16="http://schemas.microsoft.com/office/drawing/2014/main" id="{9BA8B730-C494-B6DA-1231-9A8561A1253A}"/>
                    </a:ext>
                  </a:extLst>
                </p:cNvPr>
                <p:cNvSpPr/>
                <p:nvPr/>
              </p:nvSpPr>
              <p:spPr>
                <a:xfrm>
                  <a:off x="2418647" y="5200836"/>
                  <a:ext cx="5841" cy="5889"/>
                </a:xfrm>
                <a:custGeom>
                  <a:avLst/>
                  <a:gdLst>
                    <a:gd name="connsiteX0" fmla="*/ 5842 w 5841"/>
                    <a:gd name="connsiteY0" fmla="*/ 2945 h 5889"/>
                    <a:gd name="connsiteX1" fmla="*/ 2921 w 5841"/>
                    <a:gd name="connsiteY1" fmla="*/ 5890 h 5889"/>
                    <a:gd name="connsiteX2" fmla="*/ 0 w 5841"/>
                    <a:gd name="connsiteY2" fmla="*/ 2945 h 5889"/>
                    <a:gd name="connsiteX3" fmla="*/ 2921 w 5841"/>
                    <a:gd name="connsiteY3" fmla="*/ 0 h 5889"/>
                    <a:gd name="connsiteX4" fmla="*/ 5842 w 5841"/>
                    <a:gd name="connsiteY4" fmla="*/ 2945 h 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41" h="5889">
                      <a:moveTo>
                        <a:pt x="5842" y="2945"/>
                      </a:moveTo>
                      <a:cubicBezTo>
                        <a:pt x="5842" y="4571"/>
                        <a:pt x="4534" y="5890"/>
                        <a:pt x="2921" y="5890"/>
                      </a:cubicBezTo>
                      <a:cubicBezTo>
                        <a:pt x="1308" y="5890"/>
                        <a:pt x="0" y="4571"/>
                        <a:pt x="0" y="2945"/>
                      </a:cubicBezTo>
                      <a:cubicBezTo>
                        <a:pt x="0" y="1318"/>
                        <a:pt x="1308" y="0"/>
                        <a:pt x="2921" y="0"/>
                      </a:cubicBezTo>
                      <a:cubicBezTo>
                        <a:pt x="4534" y="0"/>
                        <a:pt x="5842" y="1318"/>
                        <a:pt x="5842" y="2945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96" name="任意多边形: 形状 3995">
                  <a:extLst>
                    <a:ext uri="{FF2B5EF4-FFF2-40B4-BE49-F238E27FC236}">
                      <a16:creationId xmlns:a16="http://schemas.microsoft.com/office/drawing/2014/main" id="{96294D2E-88D1-8169-8A8B-E26280562F4B}"/>
                    </a:ext>
                  </a:extLst>
                </p:cNvPr>
                <p:cNvSpPr/>
                <p:nvPr/>
              </p:nvSpPr>
              <p:spPr>
                <a:xfrm>
                  <a:off x="2418647" y="5210072"/>
                  <a:ext cx="5841" cy="5889"/>
                </a:xfrm>
                <a:custGeom>
                  <a:avLst/>
                  <a:gdLst>
                    <a:gd name="connsiteX0" fmla="*/ 5842 w 5841"/>
                    <a:gd name="connsiteY0" fmla="*/ 2945 h 5889"/>
                    <a:gd name="connsiteX1" fmla="*/ 2921 w 5841"/>
                    <a:gd name="connsiteY1" fmla="*/ 5890 h 5889"/>
                    <a:gd name="connsiteX2" fmla="*/ 0 w 5841"/>
                    <a:gd name="connsiteY2" fmla="*/ 2945 h 5889"/>
                    <a:gd name="connsiteX3" fmla="*/ 2921 w 5841"/>
                    <a:gd name="connsiteY3" fmla="*/ 0 h 5889"/>
                    <a:gd name="connsiteX4" fmla="*/ 5842 w 5841"/>
                    <a:gd name="connsiteY4" fmla="*/ 2945 h 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41" h="5889">
                      <a:moveTo>
                        <a:pt x="5842" y="2945"/>
                      </a:moveTo>
                      <a:cubicBezTo>
                        <a:pt x="5842" y="4571"/>
                        <a:pt x="4534" y="5890"/>
                        <a:pt x="2921" y="5890"/>
                      </a:cubicBezTo>
                      <a:cubicBezTo>
                        <a:pt x="1308" y="5890"/>
                        <a:pt x="0" y="4571"/>
                        <a:pt x="0" y="2945"/>
                      </a:cubicBezTo>
                      <a:cubicBezTo>
                        <a:pt x="0" y="1318"/>
                        <a:pt x="1308" y="0"/>
                        <a:pt x="2921" y="0"/>
                      </a:cubicBezTo>
                      <a:cubicBezTo>
                        <a:pt x="4534" y="0"/>
                        <a:pt x="5842" y="1318"/>
                        <a:pt x="5842" y="2945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97" name="任意多边形: 形状 3996">
                  <a:extLst>
                    <a:ext uri="{FF2B5EF4-FFF2-40B4-BE49-F238E27FC236}">
                      <a16:creationId xmlns:a16="http://schemas.microsoft.com/office/drawing/2014/main" id="{F28618AF-9810-ADC1-D358-1CD1C4412FDD}"/>
                    </a:ext>
                  </a:extLst>
                </p:cNvPr>
                <p:cNvSpPr/>
                <p:nvPr/>
              </p:nvSpPr>
              <p:spPr>
                <a:xfrm>
                  <a:off x="2421037" y="5188387"/>
                  <a:ext cx="1062" cy="3881"/>
                </a:xfrm>
                <a:custGeom>
                  <a:avLst/>
                  <a:gdLst>
                    <a:gd name="connsiteX0" fmla="*/ 531 w 1062"/>
                    <a:gd name="connsiteY0" fmla="*/ 3882 h 3881"/>
                    <a:gd name="connsiteX1" fmla="*/ 0 w 1062"/>
                    <a:gd name="connsiteY1" fmla="*/ 3346 h 3881"/>
                    <a:gd name="connsiteX2" fmla="*/ 0 w 1062"/>
                    <a:gd name="connsiteY2" fmla="*/ 535 h 3881"/>
                    <a:gd name="connsiteX3" fmla="*/ 531 w 1062"/>
                    <a:gd name="connsiteY3" fmla="*/ 0 h 3881"/>
                    <a:gd name="connsiteX4" fmla="*/ 1062 w 1062"/>
                    <a:gd name="connsiteY4" fmla="*/ 535 h 3881"/>
                    <a:gd name="connsiteX5" fmla="*/ 1062 w 1062"/>
                    <a:gd name="connsiteY5" fmla="*/ 3346 h 3881"/>
                    <a:gd name="connsiteX6" fmla="*/ 531 w 1062"/>
                    <a:gd name="connsiteY6" fmla="*/ 3882 h 3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62" h="3881">
                      <a:moveTo>
                        <a:pt x="531" y="3882"/>
                      </a:moveTo>
                      <a:cubicBezTo>
                        <a:pt x="266" y="3882"/>
                        <a:pt x="0" y="3681"/>
                        <a:pt x="0" y="3346"/>
                      </a:cubicBezTo>
                      <a:lnTo>
                        <a:pt x="0" y="535"/>
                      </a:lnTo>
                      <a:cubicBezTo>
                        <a:pt x="0" y="268"/>
                        <a:pt x="199" y="0"/>
                        <a:pt x="531" y="0"/>
                      </a:cubicBezTo>
                      <a:cubicBezTo>
                        <a:pt x="797" y="0"/>
                        <a:pt x="1062" y="201"/>
                        <a:pt x="1062" y="535"/>
                      </a:cubicBezTo>
                      <a:lnTo>
                        <a:pt x="1062" y="3346"/>
                      </a:lnTo>
                      <a:cubicBezTo>
                        <a:pt x="1062" y="3614"/>
                        <a:pt x="863" y="3882"/>
                        <a:pt x="531" y="3882"/>
                      </a:cubicBezTo>
                      <a:close/>
                    </a:path>
                  </a:pathLst>
                </a:custGeom>
                <a:solidFill>
                  <a:srgbClr val="2A3E7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98" name="任意多边形: 形状 3997">
                  <a:extLst>
                    <a:ext uri="{FF2B5EF4-FFF2-40B4-BE49-F238E27FC236}">
                      <a16:creationId xmlns:a16="http://schemas.microsoft.com/office/drawing/2014/main" id="{ADCDD5FE-FAB5-731A-17E6-82FE1D441657}"/>
                    </a:ext>
                  </a:extLst>
                </p:cNvPr>
                <p:cNvSpPr/>
                <p:nvPr/>
              </p:nvSpPr>
              <p:spPr>
                <a:xfrm>
                  <a:off x="2418514" y="5189136"/>
                  <a:ext cx="6107" cy="5609"/>
                </a:xfrm>
                <a:custGeom>
                  <a:avLst/>
                  <a:gdLst>
                    <a:gd name="connsiteX0" fmla="*/ 3054 w 6107"/>
                    <a:gd name="connsiteY0" fmla="*/ 5609 h 5609"/>
                    <a:gd name="connsiteX1" fmla="*/ 0 w 6107"/>
                    <a:gd name="connsiteY1" fmla="*/ 2531 h 5609"/>
                    <a:gd name="connsiteX2" fmla="*/ 1129 w 6107"/>
                    <a:gd name="connsiteY2" fmla="*/ 121 h 5609"/>
                    <a:gd name="connsiteX3" fmla="*/ 1859 w 6107"/>
                    <a:gd name="connsiteY3" fmla="*/ 188 h 5609"/>
                    <a:gd name="connsiteX4" fmla="*/ 1792 w 6107"/>
                    <a:gd name="connsiteY4" fmla="*/ 924 h 5609"/>
                    <a:gd name="connsiteX5" fmla="*/ 1062 w 6107"/>
                    <a:gd name="connsiteY5" fmla="*/ 2464 h 5609"/>
                    <a:gd name="connsiteX6" fmla="*/ 3054 w 6107"/>
                    <a:gd name="connsiteY6" fmla="*/ 4472 h 5609"/>
                    <a:gd name="connsiteX7" fmla="*/ 5045 w 6107"/>
                    <a:gd name="connsiteY7" fmla="*/ 2464 h 5609"/>
                    <a:gd name="connsiteX8" fmla="*/ 4315 w 6107"/>
                    <a:gd name="connsiteY8" fmla="*/ 924 h 5609"/>
                    <a:gd name="connsiteX9" fmla="*/ 4249 w 6107"/>
                    <a:gd name="connsiteY9" fmla="*/ 188 h 5609"/>
                    <a:gd name="connsiteX10" fmla="*/ 4979 w 6107"/>
                    <a:gd name="connsiteY10" fmla="*/ 121 h 5609"/>
                    <a:gd name="connsiteX11" fmla="*/ 6108 w 6107"/>
                    <a:gd name="connsiteY11" fmla="*/ 2531 h 5609"/>
                    <a:gd name="connsiteX12" fmla="*/ 3054 w 6107"/>
                    <a:gd name="connsiteY12" fmla="*/ 5609 h 5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07" h="5609">
                      <a:moveTo>
                        <a:pt x="3054" y="5609"/>
                      </a:moveTo>
                      <a:cubicBezTo>
                        <a:pt x="1394" y="5609"/>
                        <a:pt x="0" y="4204"/>
                        <a:pt x="0" y="2531"/>
                      </a:cubicBezTo>
                      <a:cubicBezTo>
                        <a:pt x="0" y="1594"/>
                        <a:pt x="398" y="724"/>
                        <a:pt x="1129" y="121"/>
                      </a:cubicBezTo>
                      <a:cubicBezTo>
                        <a:pt x="1328" y="-80"/>
                        <a:pt x="1660" y="-13"/>
                        <a:pt x="1859" y="188"/>
                      </a:cubicBezTo>
                      <a:cubicBezTo>
                        <a:pt x="2058" y="389"/>
                        <a:pt x="1992" y="724"/>
                        <a:pt x="1792" y="924"/>
                      </a:cubicBezTo>
                      <a:cubicBezTo>
                        <a:pt x="1328" y="1326"/>
                        <a:pt x="1062" y="1861"/>
                        <a:pt x="1062" y="2464"/>
                      </a:cubicBezTo>
                      <a:cubicBezTo>
                        <a:pt x="1062" y="3602"/>
                        <a:pt x="1925" y="4472"/>
                        <a:pt x="3054" y="4472"/>
                      </a:cubicBezTo>
                      <a:cubicBezTo>
                        <a:pt x="4182" y="4472"/>
                        <a:pt x="5045" y="3602"/>
                        <a:pt x="5045" y="2464"/>
                      </a:cubicBezTo>
                      <a:cubicBezTo>
                        <a:pt x="5045" y="1861"/>
                        <a:pt x="4780" y="1259"/>
                        <a:pt x="4315" y="924"/>
                      </a:cubicBezTo>
                      <a:cubicBezTo>
                        <a:pt x="4116" y="724"/>
                        <a:pt x="4050" y="389"/>
                        <a:pt x="4249" y="188"/>
                      </a:cubicBezTo>
                      <a:cubicBezTo>
                        <a:pt x="4448" y="-13"/>
                        <a:pt x="4780" y="-80"/>
                        <a:pt x="4979" y="121"/>
                      </a:cubicBezTo>
                      <a:cubicBezTo>
                        <a:pt x="5709" y="724"/>
                        <a:pt x="6108" y="1594"/>
                        <a:pt x="6108" y="2531"/>
                      </a:cubicBezTo>
                      <a:cubicBezTo>
                        <a:pt x="6108" y="4204"/>
                        <a:pt x="4713" y="5609"/>
                        <a:pt x="3054" y="5609"/>
                      </a:cubicBezTo>
                      <a:close/>
                    </a:path>
                  </a:pathLst>
                </a:custGeom>
                <a:solidFill>
                  <a:srgbClr val="2A3E7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99" name="任意多边形: 形状 3998">
                  <a:extLst>
                    <a:ext uri="{FF2B5EF4-FFF2-40B4-BE49-F238E27FC236}">
                      <a16:creationId xmlns:a16="http://schemas.microsoft.com/office/drawing/2014/main" id="{7D6623C8-7A9B-A9BE-2829-23F6532E3E2F}"/>
                    </a:ext>
                  </a:extLst>
                </p:cNvPr>
                <p:cNvSpPr/>
                <p:nvPr/>
              </p:nvSpPr>
              <p:spPr>
                <a:xfrm>
                  <a:off x="2386781" y="5117777"/>
                  <a:ext cx="7036" cy="3881"/>
                </a:xfrm>
                <a:custGeom>
                  <a:avLst/>
                  <a:gdLst>
                    <a:gd name="connsiteX0" fmla="*/ 0 w 7036"/>
                    <a:gd name="connsiteY0" fmla="*/ 402 h 3881"/>
                    <a:gd name="connsiteX1" fmla="*/ 7037 w 7036"/>
                    <a:gd name="connsiteY1" fmla="*/ 0 h 3881"/>
                    <a:gd name="connsiteX2" fmla="*/ 7037 w 7036"/>
                    <a:gd name="connsiteY2" fmla="*/ 3480 h 3881"/>
                    <a:gd name="connsiteX3" fmla="*/ 0 w 7036"/>
                    <a:gd name="connsiteY3" fmla="*/ 3882 h 3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36" h="3881">
                      <a:moveTo>
                        <a:pt x="0" y="402"/>
                      </a:moveTo>
                      <a:lnTo>
                        <a:pt x="7037" y="0"/>
                      </a:lnTo>
                      <a:lnTo>
                        <a:pt x="7037" y="3480"/>
                      </a:lnTo>
                      <a:lnTo>
                        <a:pt x="0" y="3882"/>
                      </a:lnTo>
                      <a:close/>
                    </a:path>
                  </a:pathLst>
                </a:custGeom>
                <a:solidFill>
                  <a:srgbClr val="FEFEF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00" name="任意多边形: 形状 3999">
                  <a:extLst>
                    <a:ext uri="{FF2B5EF4-FFF2-40B4-BE49-F238E27FC236}">
                      <a16:creationId xmlns:a16="http://schemas.microsoft.com/office/drawing/2014/main" id="{D2F6FA35-99A3-E6EE-8923-92EF6E13C2B5}"/>
                    </a:ext>
                  </a:extLst>
                </p:cNvPr>
                <p:cNvSpPr/>
                <p:nvPr/>
              </p:nvSpPr>
              <p:spPr>
                <a:xfrm>
                  <a:off x="2387445" y="5118580"/>
                  <a:ext cx="5642" cy="2275"/>
                </a:xfrm>
                <a:custGeom>
                  <a:avLst/>
                  <a:gdLst>
                    <a:gd name="connsiteX0" fmla="*/ 0 w 5642"/>
                    <a:gd name="connsiteY0" fmla="*/ 268 h 2275"/>
                    <a:gd name="connsiteX1" fmla="*/ 5643 w 5642"/>
                    <a:gd name="connsiteY1" fmla="*/ 0 h 2275"/>
                    <a:gd name="connsiteX2" fmla="*/ 5643 w 5642"/>
                    <a:gd name="connsiteY2" fmla="*/ 2008 h 2275"/>
                    <a:gd name="connsiteX3" fmla="*/ 0 w 5642"/>
                    <a:gd name="connsiteY3" fmla="*/ 2276 h 2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42" h="2275">
                      <a:moveTo>
                        <a:pt x="0" y="268"/>
                      </a:moveTo>
                      <a:lnTo>
                        <a:pt x="5643" y="0"/>
                      </a:lnTo>
                      <a:lnTo>
                        <a:pt x="5643" y="2008"/>
                      </a:lnTo>
                      <a:lnTo>
                        <a:pt x="0" y="2276"/>
                      </a:lnTo>
                      <a:close/>
                    </a:path>
                  </a:pathLst>
                </a:custGeom>
                <a:solidFill>
                  <a:srgbClr val="D8D7D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01" name="任意多边形: 形状 4000">
                  <a:extLst>
                    <a:ext uri="{FF2B5EF4-FFF2-40B4-BE49-F238E27FC236}">
                      <a16:creationId xmlns:a16="http://schemas.microsoft.com/office/drawing/2014/main" id="{A033F1DA-855F-622E-E48A-042941E2CCF0}"/>
                    </a:ext>
                  </a:extLst>
                </p:cNvPr>
                <p:cNvSpPr/>
                <p:nvPr/>
              </p:nvSpPr>
              <p:spPr>
                <a:xfrm>
                  <a:off x="2388109" y="5118580"/>
                  <a:ext cx="4978" cy="1606"/>
                </a:xfrm>
                <a:custGeom>
                  <a:avLst/>
                  <a:gdLst>
                    <a:gd name="connsiteX0" fmla="*/ 0 w 4978"/>
                    <a:gd name="connsiteY0" fmla="*/ 268 h 1606"/>
                    <a:gd name="connsiteX1" fmla="*/ 4979 w 4978"/>
                    <a:gd name="connsiteY1" fmla="*/ 0 h 1606"/>
                    <a:gd name="connsiteX2" fmla="*/ 4979 w 4978"/>
                    <a:gd name="connsiteY2" fmla="*/ 1339 h 1606"/>
                    <a:gd name="connsiteX3" fmla="*/ 0 w 4978"/>
                    <a:gd name="connsiteY3" fmla="*/ 1606 h 1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78" h="1606">
                      <a:moveTo>
                        <a:pt x="0" y="268"/>
                      </a:moveTo>
                      <a:lnTo>
                        <a:pt x="4979" y="0"/>
                      </a:lnTo>
                      <a:lnTo>
                        <a:pt x="4979" y="1339"/>
                      </a:lnTo>
                      <a:lnTo>
                        <a:pt x="0" y="1606"/>
                      </a:lnTo>
                      <a:close/>
                    </a:path>
                  </a:pathLst>
                </a:custGeom>
                <a:solidFill>
                  <a:srgbClr val="8B8B8C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02" name="任意多边形: 形状 4001">
                  <a:extLst>
                    <a:ext uri="{FF2B5EF4-FFF2-40B4-BE49-F238E27FC236}">
                      <a16:creationId xmlns:a16="http://schemas.microsoft.com/office/drawing/2014/main" id="{0AD0271C-2D35-EC23-98CC-A9800ADB3C32}"/>
                    </a:ext>
                  </a:extLst>
                </p:cNvPr>
                <p:cNvSpPr/>
                <p:nvPr/>
              </p:nvSpPr>
              <p:spPr>
                <a:xfrm>
                  <a:off x="2394681" y="5117376"/>
                  <a:ext cx="7036" cy="3814"/>
                </a:xfrm>
                <a:custGeom>
                  <a:avLst/>
                  <a:gdLst>
                    <a:gd name="connsiteX0" fmla="*/ 0 w 7036"/>
                    <a:gd name="connsiteY0" fmla="*/ 402 h 3814"/>
                    <a:gd name="connsiteX1" fmla="*/ 7037 w 7036"/>
                    <a:gd name="connsiteY1" fmla="*/ 0 h 3814"/>
                    <a:gd name="connsiteX2" fmla="*/ 7037 w 7036"/>
                    <a:gd name="connsiteY2" fmla="*/ 3480 h 3814"/>
                    <a:gd name="connsiteX3" fmla="*/ 0 w 7036"/>
                    <a:gd name="connsiteY3" fmla="*/ 3815 h 3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36" h="3814">
                      <a:moveTo>
                        <a:pt x="0" y="402"/>
                      </a:moveTo>
                      <a:lnTo>
                        <a:pt x="7037" y="0"/>
                      </a:lnTo>
                      <a:lnTo>
                        <a:pt x="7037" y="3480"/>
                      </a:lnTo>
                      <a:lnTo>
                        <a:pt x="0" y="3815"/>
                      </a:lnTo>
                      <a:close/>
                    </a:path>
                  </a:pathLst>
                </a:custGeom>
                <a:solidFill>
                  <a:srgbClr val="FEFEF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03" name="任意多边形: 形状 4002">
                  <a:extLst>
                    <a:ext uri="{FF2B5EF4-FFF2-40B4-BE49-F238E27FC236}">
                      <a16:creationId xmlns:a16="http://schemas.microsoft.com/office/drawing/2014/main" id="{C720E733-A10B-F73E-CCDC-E5334B4FF529}"/>
                    </a:ext>
                  </a:extLst>
                </p:cNvPr>
                <p:cNvSpPr/>
                <p:nvPr/>
              </p:nvSpPr>
              <p:spPr>
                <a:xfrm>
                  <a:off x="2395345" y="5118179"/>
                  <a:ext cx="5642" cy="2275"/>
                </a:xfrm>
                <a:custGeom>
                  <a:avLst/>
                  <a:gdLst>
                    <a:gd name="connsiteX0" fmla="*/ 0 w 5642"/>
                    <a:gd name="connsiteY0" fmla="*/ 268 h 2275"/>
                    <a:gd name="connsiteX1" fmla="*/ 5643 w 5642"/>
                    <a:gd name="connsiteY1" fmla="*/ 0 h 2275"/>
                    <a:gd name="connsiteX2" fmla="*/ 5643 w 5642"/>
                    <a:gd name="connsiteY2" fmla="*/ 2008 h 2275"/>
                    <a:gd name="connsiteX3" fmla="*/ 0 w 5642"/>
                    <a:gd name="connsiteY3" fmla="*/ 2276 h 2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42" h="2275">
                      <a:moveTo>
                        <a:pt x="0" y="268"/>
                      </a:moveTo>
                      <a:lnTo>
                        <a:pt x="5643" y="0"/>
                      </a:lnTo>
                      <a:lnTo>
                        <a:pt x="5643" y="2008"/>
                      </a:lnTo>
                      <a:lnTo>
                        <a:pt x="0" y="2276"/>
                      </a:lnTo>
                      <a:close/>
                    </a:path>
                  </a:pathLst>
                </a:custGeom>
                <a:solidFill>
                  <a:srgbClr val="D8D7D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04" name="任意多边形: 形状 4003">
                  <a:extLst>
                    <a:ext uri="{FF2B5EF4-FFF2-40B4-BE49-F238E27FC236}">
                      <a16:creationId xmlns:a16="http://schemas.microsoft.com/office/drawing/2014/main" id="{C9C48D14-440B-0BFF-6F65-41EE67642AE1}"/>
                    </a:ext>
                  </a:extLst>
                </p:cNvPr>
                <p:cNvSpPr/>
                <p:nvPr/>
              </p:nvSpPr>
              <p:spPr>
                <a:xfrm>
                  <a:off x="2396075" y="5118179"/>
                  <a:ext cx="4912" cy="1539"/>
                </a:xfrm>
                <a:custGeom>
                  <a:avLst/>
                  <a:gdLst>
                    <a:gd name="connsiteX0" fmla="*/ 0 w 4912"/>
                    <a:gd name="connsiteY0" fmla="*/ 201 h 1539"/>
                    <a:gd name="connsiteX1" fmla="*/ 4913 w 4912"/>
                    <a:gd name="connsiteY1" fmla="*/ 0 h 1539"/>
                    <a:gd name="connsiteX2" fmla="*/ 4913 w 4912"/>
                    <a:gd name="connsiteY2" fmla="*/ 1339 h 1539"/>
                    <a:gd name="connsiteX3" fmla="*/ 0 w 4912"/>
                    <a:gd name="connsiteY3" fmla="*/ 1539 h 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12" h="1539">
                      <a:moveTo>
                        <a:pt x="0" y="201"/>
                      </a:moveTo>
                      <a:lnTo>
                        <a:pt x="4913" y="0"/>
                      </a:lnTo>
                      <a:lnTo>
                        <a:pt x="4913" y="1339"/>
                      </a:lnTo>
                      <a:lnTo>
                        <a:pt x="0" y="1539"/>
                      </a:lnTo>
                      <a:close/>
                    </a:path>
                  </a:pathLst>
                </a:custGeom>
                <a:solidFill>
                  <a:srgbClr val="8B8B8C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05" name="任意多边形: 形状 4004">
                  <a:extLst>
                    <a:ext uri="{FF2B5EF4-FFF2-40B4-BE49-F238E27FC236}">
                      <a16:creationId xmlns:a16="http://schemas.microsoft.com/office/drawing/2014/main" id="{0016408E-1512-3438-6954-56F84B38F587}"/>
                    </a:ext>
                  </a:extLst>
                </p:cNvPr>
                <p:cNvSpPr/>
                <p:nvPr/>
              </p:nvSpPr>
              <p:spPr>
                <a:xfrm rot="21140287">
                  <a:off x="2404777" y="5118188"/>
                  <a:ext cx="1847" cy="1845"/>
                </a:xfrm>
                <a:custGeom>
                  <a:avLst/>
                  <a:gdLst>
                    <a:gd name="connsiteX0" fmla="*/ 1907 w 1847"/>
                    <a:gd name="connsiteY0" fmla="*/ 946 h 1845"/>
                    <a:gd name="connsiteX1" fmla="*/ 983 w 1847"/>
                    <a:gd name="connsiteY1" fmla="*/ 1868 h 1845"/>
                    <a:gd name="connsiteX2" fmla="*/ 59 w 1847"/>
                    <a:gd name="connsiteY2" fmla="*/ 946 h 1845"/>
                    <a:gd name="connsiteX3" fmla="*/ 983 w 1847"/>
                    <a:gd name="connsiteY3" fmla="*/ 23 h 1845"/>
                    <a:gd name="connsiteX4" fmla="*/ 1907 w 1847"/>
                    <a:gd name="connsiteY4" fmla="*/ 946 h 1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47" h="1845">
                      <a:moveTo>
                        <a:pt x="1907" y="946"/>
                      </a:moveTo>
                      <a:cubicBezTo>
                        <a:pt x="1907" y="1455"/>
                        <a:pt x="1493" y="1868"/>
                        <a:pt x="983" y="1868"/>
                      </a:cubicBezTo>
                      <a:cubicBezTo>
                        <a:pt x="473" y="1868"/>
                        <a:pt x="59" y="1455"/>
                        <a:pt x="59" y="946"/>
                      </a:cubicBezTo>
                      <a:cubicBezTo>
                        <a:pt x="59" y="436"/>
                        <a:pt x="473" y="23"/>
                        <a:pt x="983" y="23"/>
                      </a:cubicBezTo>
                      <a:cubicBezTo>
                        <a:pt x="1493" y="23"/>
                        <a:pt x="1907" y="436"/>
                        <a:pt x="1907" y="946"/>
                      </a:cubicBezTo>
                      <a:close/>
                    </a:path>
                  </a:pathLst>
                </a:custGeom>
                <a:solidFill>
                  <a:srgbClr val="A1A1A1"/>
                </a:solidFill>
                <a:ln w="2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06" name="任意多边形: 形状 4005">
                  <a:extLst>
                    <a:ext uri="{FF2B5EF4-FFF2-40B4-BE49-F238E27FC236}">
                      <a16:creationId xmlns:a16="http://schemas.microsoft.com/office/drawing/2014/main" id="{1C7129E6-DAE7-F263-EAD9-016EE301114C}"/>
                    </a:ext>
                  </a:extLst>
                </p:cNvPr>
                <p:cNvSpPr/>
                <p:nvPr/>
              </p:nvSpPr>
              <p:spPr>
                <a:xfrm rot="21140287">
                  <a:off x="2409511" y="5118080"/>
                  <a:ext cx="1847" cy="1845"/>
                </a:xfrm>
                <a:custGeom>
                  <a:avLst/>
                  <a:gdLst>
                    <a:gd name="connsiteX0" fmla="*/ 1907 w 1847"/>
                    <a:gd name="connsiteY0" fmla="*/ 946 h 1845"/>
                    <a:gd name="connsiteX1" fmla="*/ 984 w 1847"/>
                    <a:gd name="connsiteY1" fmla="*/ 1868 h 1845"/>
                    <a:gd name="connsiteX2" fmla="*/ 60 w 1847"/>
                    <a:gd name="connsiteY2" fmla="*/ 946 h 1845"/>
                    <a:gd name="connsiteX3" fmla="*/ 984 w 1847"/>
                    <a:gd name="connsiteY3" fmla="*/ 23 h 1845"/>
                    <a:gd name="connsiteX4" fmla="*/ 1907 w 1847"/>
                    <a:gd name="connsiteY4" fmla="*/ 946 h 1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47" h="1845">
                      <a:moveTo>
                        <a:pt x="1907" y="946"/>
                      </a:moveTo>
                      <a:cubicBezTo>
                        <a:pt x="1907" y="1455"/>
                        <a:pt x="1494" y="1868"/>
                        <a:pt x="984" y="1868"/>
                      </a:cubicBezTo>
                      <a:cubicBezTo>
                        <a:pt x="474" y="1868"/>
                        <a:pt x="60" y="1455"/>
                        <a:pt x="60" y="946"/>
                      </a:cubicBezTo>
                      <a:cubicBezTo>
                        <a:pt x="60" y="436"/>
                        <a:pt x="474" y="23"/>
                        <a:pt x="984" y="23"/>
                      </a:cubicBezTo>
                      <a:cubicBezTo>
                        <a:pt x="1494" y="23"/>
                        <a:pt x="1907" y="436"/>
                        <a:pt x="1907" y="946"/>
                      </a:cubicBezTo>
                      <a:close/>
                    </a:path>
                  </a:pathLst>
                </a:custGeom>
                <a:solidFill>
                  <a:srgbClr val="A1A1A1"/>
                </a:solidFill>
                <a:ln w="2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07" name="任意多边形: 形状 4006">
                  <a:extLst>
                    <a:ext uri="{FF2B5EF4-FFF2-40B4-BE49-F238E27FC236}">
                      <a16:creationId xmlns:a16="http://schemas.microsoft.com/office/drawing/2014/main" id="{6FB481A8-71D2-D6A7-5761-ADF038BF45A2}"/>
                    </a:ext>
                  </a:extLst>
                </p:cNvPr>
                <p:cNvSpPr/>
                <p:nvPr/>
              </p:nvSpPr>
              <p:spPr>
                <a:xfrm>
                  <a:off x="2418248" y="5113761"/>
                  <a:ext cx="7568" cy="7629"/>
                </a:xfrm>
                <a:custGeom>
                  <a:avLst/>
                  <a:gdLst>
                    <a:gd name="connsiteX0" fmla="*/ 7568 w 7568"/>
                    <a:gd name="connsiteY0" fmla="*/ 3815 h 7629"/>
                    <a:gd name="connsiteX1" fmla="*/ 3784 w 7568"/>
                    <a:gd name="connsiteY1" fmla="*/ 7630 h 7629"/>
                    <a:gd name="connsiteX2" fmla="*/ 0 w 7568"/>
                    <a:gd name="connsiteY2" fmla="*/ 3815 h 7629"/>
                    <a:gd name="connsiteX3" fmla="*/ 3784 w 7568"/>
                    <a:gd name="connsiteY3" fmla="*/ 0 h 7629"/>
                    <a:gd name="connsiteX4" fmla="*/ 7568 w 7568"/>
                    <a:gd name="connsiteY4" fmla="*/ 3815 h 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68" h="7629">
                      <a:moveTo>
                        <a:pt x="7568" y="3815"/>
                      </a:moveTo>
                      <a:cubicBezTo>
                        <a:pt x="7568" y="5922"/>
                        <a:pt x="5874" y="7630"/>
                        <a:pt x="3784" y="7630"/>
                      </a:cubicBezTo>
                      <a:cubicBezTo>
                        <a:pt x="1694" y="7630"/>
                        <a:pt x="0" y="5922"/>
                        <a:pt x="0" y="3815"/>
                      </a:cubicBezTo>
                      <a:cubicBezTo>
                        <a:pt x="0" y="1708"/>
                        <a:pt x="1694" y="0"/>
                        <a:pt x="3784" y="0"/>
                      </a:cubicBezTo>
                      <a:cubicBezTo>
                        <a:pt x="5874" y="0"/>
                        <a:pt x="7568" y="1708"/>
                        <a:pt x="7568" y="3815"/>
                      </a:cubicBezTo>
                      <a:close/>
                    </a:path>
                  </a:pathLst>
                </a:custGeom>
                <a:noFill/>
                <a:ln w="1246" cap="flat">
                  <a:solidFill>
                    <a:srgbClr val="332C2B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08" name="任意多边形: 形状 4007">
                  <a:extLst>
                    <a:ext uri="{FF2B5EF4-FFF2-40B4-BE49-F238E27FC236}">
                      <a16:creationId xmlns:a16="http://schemas.microsoft.com/office/drawing/2014/main" id="{D9121060-A9B8-C6E6-DC51-2CFDC9AA4AC9}"/>
                    </a:ext>
                  </a:extLst>
                </p:cNvPr>
                <p:cNvSpPr/>
                <p:nvPr/>
              </p:nvSpPr>
              <p:spPr>
                <a:xfrm>
                  <a:off x="2418448" y="5114029"/>
                  <a:ext cx="7169" cy="7094"/>
                </a:xfrm>
                <a:custGeom>
                  <a:avLst/>
                  <a:gdLst>
                    <a:gd name="connsiteX0" fmla="*/ 7170 w 7169"/>
                    <a:gd name="connsiteY0" fmla="*/ 3547 h 7094"/>
                    <a:gd name="connsiteX1" fmla="*/ 3585 w 7169"/>
                    <a:gd name="connsiteY1" fmla="*/ 7094 h 7094"/>
                    <a:gd name="connsiteX2" fmla="*/ 0 w 7169"/>
                    <a:gd name="connsiteY2" fmla="*/ 3547 h 7094"/>
                    <a:gd name="connsiteX3" fmla="*/ 3585 w 7169"/>
                    <a:gd name="connsiteY3" fmla="*/ 0 h 7094"/>
                    <a:gd name="connsiteX4" fmla="*/ 7170 w 7169"/>
                    <a:gd name="connsiteY4" fmla="*/ 3547 h 7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69" h="7094">
                      <a:moveTo>
                        <a:pt x="7170" y="3547"/>
                      </a:moveTo>
                      <a:cubicBezTo>
                        <a:pt x="7170" y="5506"/>
                        <a:pt x="5565" y="7094"/>
                        <a:pt x="3585" y="7094"/>
                      </a:cubicBezTo>
                      <a:cubicBezTo>
                        <a:pt x="1605" y="7094"/>
                        <a:pt x="0" y="5506"/>
                        <a:pt x="0" y="3547"/>
                      </a:cubicBezTo>
                      <a:cubicBezTo>
                        <a:pt x="0" y="1588"/>
                        <a:pt x="1605" y="0"/>
                        <a:pt x="3585" y="0"/>
                      </a:cubicBezTo>
                      <a:cubicBezTo>
                        <a:pt x="5565" y="0"/>
                        <a:pt x="7170" y="1588"/>
                        <a:pt x="7170" y="3547"/>
                      </a:cubicBezTo>
                      <a:close/>
                    </a:path>
                  </a:pathLst>
                </a:custGeom>
                <a:solidFill>
                  <a:srgbClr val="111D38"/>
                </a:solidFill>
                <a:ln w="1246" cap="flat">
                  <a:solidFill>
                    <a:srgbClr val="B6B6B7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09" name="任意多边形: 形状 4008">
                  <a:extLst>
                    <a:ext uri="{FF2B5EF4-FFF2-40B4-BE49-F238E27FC236}">
                      <a16:creationId xmlns:a16="http://schemas.microsoft.com/office/drawing/2014/main" id="{B754FCAF-1615-35B0-DA1C-DFD55E617CE5}"/>
                    </a:ext>
                  </a:extLst>
                </p:cNvPr>
                <p:cNvSpPr/>
                <p:nvPr/>
              </p:nvSpPr>
              <p:spPr>
                <a:xfrm>
                  <a:off x="2414199" y="5117643"/>
                  <a:ext cx="1858" cy="1874"/>
                </a:xfrm>
                <a:custGeom>
                  <a:avLst/>
                  <a:gdLst>
                    <a:gd name="connsiteX0" fmla="*/ 1859 w 1858"/>
                    <a:gd name="connsiteY0" fmla="*/ 937 h 1874"/>
                    <a:gd name="connsiteX1" fmla="*/ 929 w 1858"/>
                    <a:gd name="connsiteY1" fmla="*/ 1874 h 1874"/>
                    <a:gd name="connsiteX2" fmla="*/ 0 w 1858"/>
                    <a:gd name="connsiteY2" fmla="*/ 937 h 1874"/>
                    <a:gd name="connsiteX3" fmla="*/ 929 w 1858"/>
                    <a:gd name="connsiteY3" fmla="*/ 0 h 1874"/>
                    <a:gd name="connsiteX4" fmla="*/ 1859 w 1858"/>
                    <a:gd name="connsiteY4" fmla="*/ 937 h 1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58" h="1874">
                      <a:moveTo>
                        <a:pt x="1859" y="937"/>
                      </a:moveTo>
                      <a:cubicBezTo>
                        <a:pt x="1859" y="1455"/>
                        <a:pt x="1443" y="1874"/>
                        <a:pt x="929" y="1874"/>
                      </a:cubicBezTo>
                      <a:cubicBezTo>
                        <a:pt x="416" y="1874"/>
                        <a:pt x="0" y="1455"/>
                        <a:pt x="0" y="937"/>
                      </a:cubicBezTo>
                      <a:cubicBezTo>
                        <a:pt x="0" y="420"/>
                        <a:pt x="416" y="0"/>
                        <a:pt x="929" y="0"/>
                      </a:cubicBezTo>
                      <a:cubicBezTo>
                        <a:pt x="1443" y="0"/>
                        <a:pt x="1859" y="420"/>
                        <a:pt x="1859" y="937"/>
                      </a:cubicBezTo>
                      <a:close/>
                    </a:path>
                  </a:pathLst>
                </a:custGeom>
                <a:solidFill>
                  <a:srgbClr val="757475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10" name="任意多边形: 形状 4009">
                  <a:extLst>
                    <a:ext uri="{FF2B5EF4-FFF2-40B4-BE49-F238E27FC236}">
                      <a16:creationId xmlns:a16="http://schemas.microsoft.com/office/drawing/2014/main" id="{0DF1A44E-FBBC-0ED0-6679-308257052B0C}"/>
                    </a:ext>
                  </a:extLst>
                </p:cNvPr>
                <p:cNvSpPr/>
                <p:nvPr/>
              </p:nvSpPr>
              <p:spPr>
                <a:xfrm>
                  <a:off x="2414332" y="5117777"/>
                  <a:ext cx="1593" cy="1606"/>
                </a:xfrm>
                <a:custGeom>
                  <a:avLst/>
                  <a:gdLst>
                    <a:gd name="connsiteX0" fmla="*/ 1593 w 1593"/>
                    <a:gd name="connsiteY0" fmla="*/ 803 h 1606"/>
                    <a:gd name="connsiteX1" fmla="*/ 797 w 1593"/>
                    <a:gd name="connsiteY1" fmla="*/ 1606 h 1606"/>
                    <a:gd name="connsiteX2" fmla="*/ 0 w 1593"/>
                    <a:gd name="connsiteY2" fmla="*/ 803 h 1606"/>
                    <a:gd name="connsiteX3" fmla="*/ 797 w 1593"/>
                    <a:gd name="connsiteY3" fmla="*/ 0 h 1606"/>
                    <a:gd name="connsiteX4" fmla="*/ 1593 w 1593"/>
                    <a:gd name="connsiteY4" fmla="*/ 803 h 1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93" h="1606">
                      <a:moveTo>
                        <a:pt x="1593" y="803"/>
                      </a:moveTo>
                      <a:cubicBezTo>
                        <a:pt x="1593" y="1247"/>
                        <a:pt x="1237" y="1606"/>
                        <a:pt x="797" y="1606"/>
                      </a:cubicBezTo>
                      <a:cubicBezTo>
                        <a:pt x="357" y="1606"/>
                        <a:pt x="0" y="1247"/>
                        <a:pt x="0" y="803"/>
                      </a:cubicBezTo>
                      <a:cubicBezTo>
                        <a:pt x="0" y="360"/>
                        <a:pt x="357" y="0"/>
                        <a:pt x="797" y="0"/>
                      </a:cubicBezTo>
                      <a:cubicBezTo>
                        <a:pt x="1237" y="0"/>
                        <a:pt x="1593" y="360"/>
                        <a:pt x="1593" y="803"/>
                      </a:cubicBezTo>
                      <a:close/>
                    </a:path>
                  </a:pathLst>
                </a:custGeom>
                <a:solidFill>
                  <a:srgbClr val="474443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11" name="任意多边形: 形状 4010">
                  <a:extLst>
                    <a:ext uri="{FF2B5EF4-FFF2-40B4-BE49-F238E27FC236}">
                      <a16:creationId xmlns:a16="http://schemas.microsoft.com/office/drawing/2014/main" id="{88077109-2D5C-FA00-C443-5A470E23D92D}"/>
                    </a:ext>
                  </a:extLst>
                </p:cNvPr>
                <p:cNvSpPr/>
                <p:nvPr/>
              </p:nvSpPr>
              <p:spPr>
                <a:xfrm>
                  <a:off x="2383064" y="5100571"/>
                  <a:ext cx="46868" cy="8978"/>
                </a:xfrm>
                <a:custGeom>
                  <a:avLst/>
                  <a:gdLst>
                    <a:gd name="connsiteX0" fmla="*/ 1461 w 46868"/>
                    <a:gd name="connsiteY0" fmla="*/ 4021 h 8978"/>
                    <a:gd name="connsiteX1" fmla="*/ 45408 w 46868"/>
                    <a:gd name="connsiteY1" fmla="*/ 5 h 8978"/>
                    <a:gd name="connsiteX2" fmla="*/ 46869 w 46868"/>
                    <a:gd name="connsiteY2" fmla="*/ 1344 h 8978"/>
                    <a:gd name="connsiteX3" fmla="*/ 46869 w 46868"/>
                    <a:gd name="connsiteY3" fmla="*/ 3352 h 8978"/>
                    <a:gd name="connsiteX4" fmla="*/ 45408 w 46868"/>
                    <a:gd name="connsiteY4" fmla="*/ 4958 h 8978"/>
                    <a:gd name="connsiteX5" fmla="*/ 1461 w 46868"/>
                    <a:gd name="connsiteY5" fmla="*/ 8974 h 8978"/>
                    <a:gd name="connsiteX6" fmla="*/ 0 w 46868"/>
                    <a:gd name="connsiteY6" fmla="*/ 7635 h 8978"/>
                    <a:gd name="connsiteX7" fmla="*/ 0 w 46868"/>
                    <a:gd name="connsiteY7" fmla="*/ 5627 h 8978"/>
                    <a:gd name="connsiteX8" fmla="*/ 1461 w 46868"/>
                    <a:gd name="connsiteY8" fmla="*/ 4021 h 8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868" h="8978">
                      <a:moveTo>
                        <a:pt x="1461" y="4021"/>
                      </a:moveTo>
                      <a:lnTo>
                        <a:pt x="45408" y="5"/>
                      </a:lnTo>
                      <a:cubicBezTo>
                        <a:pt x="46205" y="-62"/>
                        <a:pt x="46869" y="541"/>
                        <a:pt x="46869" y="1344"/>
                      </a:cubicBezTo>
                      <a:lnTo>
                        <a:pt x="46869" y="3352"/>
                      </a:lnTo>
                      <a:cubicBezTo>
                        <a:pt x="46869" y="4155"/>
                        <a:pt x="46205" y="4891"/>
                        <a:pt x="45408" y="4958"/>
                      </a:cubicBezTo>
                      <a:lnTo>
                        <a:pt x="1461" y="8974"/>
                      </a:lnTo>
                      <a:cubicBezTo>
                        <a:pt x="664" y="9040"/>
                        <a:pt x="0" y="8438"/>
                        <a:pt x="0" y="7635"/>
                      </a:cubicBezTo>
                      <a:lnTo>
                        <a:pt x="0" y="5627"/>
                      </a:lnTo>
                      <a:cubicBezTo>
                        <a:pt x="0" y="4824"/>
                        <a:pt x="664" y="4088"/>
                        <a:pt x="1461" y="40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12" name="任意多边形: 形状 4011">
                  <a:extLst>
                    <a:ext uri="{FF2B5EF4-FFF2-40B4-BE49-F238E27FC236}">
                      <a16:creationId xmlns:a16="http://schemas.microsoft.com/office/drawing/2014/main" id="{4960730C-3B55-2629-4AE8-F70AE418F4EB}"/>
                    </a:ext>
                  </a:extLst>
                </p:cNvPr>
                <p:cNvSpPr/>
                <p:nvPr/>
              </p:nvSpPr>
              <p:spPr>
                <a:xfrm>
                  <a:off x="2383196" y="5226516"/>
                  <a:ext cx="46935" cy="13292"/>
                </a:xfrm>
                <a:custGeom>
                  <a:avLst/>
                  <a:gdLst>
                    <a:gd name="connsiteX0" fmla="*/ 1394 w 46935"/>
                    <a:gd name="connsiteY0" fmla="*/ 87 h 13292"/>
                    <a:gd name="connsiteX1" fmla="*/ 45541 w 46935"/>
                    <a:gd name="connsiteY1" fmla="*/ 8922 h 13292"/>
                    <a:gd name="connsiteX2" fmla="*/ 46935 w 46935"/>
                    <a:gd name="connsiteY2" fmla="*/ 10662 h 13292"/>
                    <a:gd name="connsiteX3" fmla="*/ 46935 w 46935"/>
                    <a:gd name="connsiteY3" fmla="*/ 12068 h 13292"/>
                    <a:gd name="connsiteX4" fmla="*/ 45541 w 46935"/>
                    <a:gd name="connsiteY4" fmla="*/ 13272 h 13292"/>
                    <a:gd name="connsiteX5" fmla="*/ 1394 w 46935"/>
                    <a:gd name="connsiteY5" fmla="*/ 4438 h 13292"/>
                    <a:gd name="connsiteX6" fmla="*/ 0 w 46935"/>
                    <a:gd name="connsiteY6" fmla="*/ 2631 h 13292"/>
                    <a:gd name="connsiteX7" fmla="*/ 0 w 46935"/>
                    <a:gd name="connsiteY7" fmla="*/ 1225 h 13292"/>
                    <a:gd name="connsiteX8" fmla="*/ 1394 w 46935"/>
                    <a:gd name="connsiteY8" fmla="*/ 21 h 13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292">
                      <a:moveTo>
                        <a:pt x="1394" y="87"/>
                      </a:moveTo>
                      <a:lnTo>
                        <a:pt x="45541" y="8922"/>
                      </a:lnTo>
                      <a:cubicBezTo>
                        <a:pt x="46338" y="9056"/>
                        <a:pt x="46935" y="9859"/>
                        <a:pt x="46935" y="10662"/>
                      </a:cubicBezTo>
                      <a:lnTo>
                        <a:pt x="46935" y="12068"/>
                      </a:lnTo>
                      <a:cubicBezTo>
                        <a:pt x="46935" y="12871"/>
                        <a:pt x="46271" y="13406"/>
                        <a:pt x="45541" y="13272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501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13" name="任意多边形: 形状 4012">
                  <a:extLst>
                    <a:ext uri="{FF2B5EF4-FFF2-40B4-BE49-F238E27FC236}">
                      <a16:creationId xmlns:a16="http://schemas.microsoft.com/office/drawing/2014/main" id="{22FEF05A-7187-27CD-5E63-22299CA37120}"/>
                    </a:ext>
                  </a:extLst>
                </p:cNvPr>
                <p:cNvSpPr/>
                <p:nvPr/>
              </p:nvSpPr>
              <p:spPr>
                <a:xfrm>
                  <a:off x="2383329" y="5227072"/>
                  <a:ext cx="47067" cy="11177"/>
                </a:xfrm>
                <a:custGeom>
                  <a:avLst/>
                  <a:gdLst>
                    <a:gd name="connsiteX0" fmla="*/ 4116 w 47067"/>
                    <a:gd name="connsiteY0" fmla="*/ 0 h 11177"/>
                    <a:gd name="connsiteX1" fmla="*/ 0 w 47067"/>
                    <a:gd name="connsiteY1" fmla="*/ 1406 h 11177"/>
                    <a:gd name="connsiteX2" fmla="*/ 46736 w 47067"/>
                    <a:gd name="connsiteY2" fmla="*/ 11177 h 11177"/>
                    <a:gd name="connsiteX3" fmla="*/ 47068 w 47067"/>
                    <a:gd name="connsiteY3" fmla="*/ 8165 h 11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177">
                      <a:moveTo>
                        <a:pt x="4116" y="0"/>
                      </a:moveTo>
                      <a:lnTo>
                        <a:pt x="0" y="1406"/>
                      </a:lnTo>
                      <a:lnTo>
                        <a:pt x="46736" y="11177"/>
                      </a:lnTo>
                      <a:lnTo>
                        <a:pt x="47068" y="816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14" name="任意多边形: 形状 4013">
                  <a:extLst>
                    <a:ext uri="{FF2B5EF4-FFF2-40B4-BE49-F238E27FC236}">
                      <a16:creationId xmlns:a16="http://schemas.microsoft.com/office/drawing/2014/main" id="{271F8616-6DA1-42A5-2203-707C8064D7C1}"/>
                    </a:ext>
                  </a:extLst>
                </p:cNvPr>
                <p:cNvSpPr/>
                <p:nvPr/>
              </p:nvSpPr>
              <p:spPr>
                <a:xfrm>
                  <a:off x="2383196" y="5226516"/>
                  <a:ext cx="46935" cy="13292"/>
                </a:xfrm>
                <a:custGeom>
                  <a:avLst/>
                  <a:gdLst>
                    <a:gd name="connsiteX0" fmla="*/ 1394 w 46935"/>
                    <a:gd name="connsiteY0" fmla="*/ 87 h 13292"/>
                    <a:gd name="connsiteX1" fmla="*/ 45541 w 46935"/>
                    <a:gd name="connsiteY1" fmla="*/ 8922 h 13292"/>
                    <a:gd name="connsiteX2" fmla="*/ 46935 w 46935"/>
                    <a:gd name="connsiteY2" fmla="*/ 10662 h 13292"/>
                    <a:gd name="connsiteX3" fmla="*/ 46935 w 46935"/>
                    <a:gd name="connsiteY3" fmla="*/ 12068 h 13292"/>
                    <a:gd name="connsiteX4" fmla="*/ 45541 w 46935"/>
                    <a:gd name="connsiteY4" fmla="*/ 13272 h 13292"/>
                    <a:gd name="connsiteX5" fmla="*/ 1394 w 46935"/>
                    <a:gd name="connsiteY5" fmla="*/ 4438 h 13292"/>
                    <a:gd name="connsiteX6" fmla="*/ 0 w 46935"/>
                    <a:gd name="connsiteY6" fmla="*/ 2631 h 13292"/>
                    <a:gd name="connsiteX7" fmla="*/ 0 w 46935"/>
                    <a:gd name="connsiteY7" fmla="*/ 1225 h 13292"/>
                    <a:gd name="connsiteX8" fmla="*/ 1394 w 46935"/>
                    <a:gd name="connsiteY8" fmla="*/ 21 h 13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292">
                      <a:moveTo>
                        <a:pt x="1394" y="87"/>
                      </a:moveTo>
                      <a:lnTo>
                        <a:pt x="45541" y="8922"/>
                      </a:lnTo>
                      <a:cubicBezTo>
                        <a:pt x="46338" y="9056"/>
                        <a:pt x="46935" y="9859"/>
                        <a:pt x="46935" y="10662"/>
                      </a:cubicBezTo>
                      <a:lnTo>
                        <a:pt x="46935" y="12068"/>
                      </a:lnTo>
                      <a:cubicBezTo>
                        <a:pt x="46935" y="12871"/>
                        <a:pt x="46271" y="13406"/>
                        <a:pt x="45541" y="13272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501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15" name="任意多边形: 形状 4014">
                  <a:extLst>
                    <a:ext uri="{FF2B5EF4-FFF2-40B4-BE49-F238E27FC236}">
                      <a16:creationId xmlns:a16="http://schemas.microsoft.com/office/drawing/2014/main" id="{6536E3F1-A22A-C36E-94F5-22F415B22426}"/>
                    </a:ext>
                  </a:extLst>
                </p:cNvPr>
                <p:cNvSpPr/>
                <p:nvPr/>
              </p:nvSpPr>
              <p:spPr>
                <a:xfrm>
                  <a:off x="2383130" y="5228586"/>
                  <a:ext cx="47001" cy="11362"/>
                </a:xfrm>
                <a:custGeom>
                  <a:avLst/>
                  <a:gdLst>
                    <a:gd name="connsiteX0" fmla="*/ 1129 w 47001"/>
                    <a:gd name="connsiteY0" fmla="*/ 26 h 11362"/>
                    <a:gd name="connsiteX1" fmla="*/ 45873 w 47001"/>
                    <a:gd name="connsiteY1" fmla="*/ 8994 h 11362"/>
                    <a:gd name="connsiteX2" fmla="*/ 47002 w 47001"/>
                    <a:gd name="connsiteY2" fmla="*/ 10400 h 11362"/>
                    <a:gd name="connsiteX3" fmla="*/ 47002 w 47001"/>
                    <a:gd name="connsiteY3" fmla="*/ 10400 h 11362"/>
                    <a:gd name="connsiteX4" fmla="*/ 45873 w 47001"/>
                    <a:gd name="connsiteY4" fmla="*/ 11337 h 11362"/>
                    <a:gd name="connsiteX5" fmla="*/ 1129 w 47001"/>
                    <a:gd name="connsiteY5" fmla="*/ 2368 h 11362"/>
                    <a:gd name="connsiteX6" fmla="*/ 0 w 47001"/>
                    <a:gd name="connsiteY6" fmla="*/ 963 h 11362"/>
                    <a:gd name="connsiteX7" fmla="*/ 0 w 47001"/>
                    <a:gd name="connsiteY7" fmla="*/ 963 h 11362"/>
                    <a:gd name="connsiteX8" fmla="*/ 1129 w 47001"/>
                    <a:gd name="connsiteY8" fmla="*/ 26 h 11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362">
                      <a:moveTo>
                        <a:pt x="1129" y="26"/>
                      </a:moveTo>
                      <a:lnTo>
                        <a:pt x="45873" y="8994"/>
                      </a:lnTo>
                      <a:cubicBezTo>
                        <a:pt x="46470" y="9128"/>
                        <a:pt x="47002" y="9730"/>
                        <a:pt x="47002" y="10400"/>
                      </a:cubicBezTo>
                      <a:lnTo>
                        <a:pt x="47002" y="10400"/>
                      </a:lnTo>
                      <a:cubicBezTo>
                        <a:pt x="47002" y="11069"/>
                        <a:pt x="46537" y="11471"/>
                        <a:pt x="45873" y="11337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16" name="任意多边形: 形状 4015">
                  <a:extLst>
                    <a:ext uri="{FF2B5EF4-FFF2-40B4-BE49-F238E27FC236}">
                      <a16:creationId xmlns:a16="http://schemas.microsoft.com/office/drawing/2014/main" id="{0D72F1C1-FAA7-606C-D856-025041E587E1}"/>
                    </a:ext>
                  </a:extLst>
                </p:cNvPr>
                <p:cNvSpPr/>
                <p:nvPr/>
              </p:nvSpPr>
              <p:spPr>
                <a:xfrm>
                  <a:off x="2383196" y="5232339"/>
                  <a:ext cx="46935" cy="13694"/>
                </a:xfrm>
                <a:custGeom>
                  <a:avLst/>
                  <a:gdLst>
                    <a:gd name="connsiteX0" fmla="*/ 1394 w 46935"/>
                    <a:gd name="connsiteY0" fmla="*/ 21 h 13694"/>
                    <a:gd name="connsiteX1" fmla="*/ 45541 w 46935"/>
                    <a:gd name="connsiteY1" fmla="*/ 9257 h 13694"/>
                    <a:gd name="connsiteX2" fmla="*/ 46935 w 46935"/>
                    <a:gd name="connsiteY2" fmla="*/ 11064 h 13694"/>
                    <a:gd name="connsiteX3" fmla="*/ 46935 w 46935"/>
                    <a:gd name="connsiteY3" fmla="*/ 12469 h 13694"/>
                    <a:gd name="connsiteX4" fmla="*/ 45541 w 46935"/>
                    <a:gd name="connsiteY4" fmla="*/ 13674 h 13694"/>
                    <a:gd name="connsiteX5" fmla="*/ 1394 w 46935"/>
                    <a:gd name="connsiteY5" fmla="*/ 4438 h 13694"/>
                    <a:gd name="connsiteX6" fmla="*/ 0 w 46935"/>
                    <a:gd name="connsiteY6" fmla="*/ 2631 h 13694"/>
                    <a:gd name="connsiteX7" fmla="*/ 0 w 46935"/>
                    <a:gd name="connsiteY7" fmla="*/ 1225 h 13694"/>
                    <a:gd name="connsiteX8" fmla="*/ 1394 w 46935"/>
                    <a:gd name="connsiteY8" fmla="*/ 21 h 13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694">
                      <a:moveTo>
                        <a:pt x="1394" y="21"/>
                      </a:moveTo>
                      <a:lnTo>
                        <a:pt x="45541" y="9257"/>
                      </a:lnTo>
                      <a:cubicBezTo>
                        <a:pt x="46338" y="9457"/>
                        <a:pt x="46935" y="10261"/>
                        <a:pt x="46935" y="11064"/>
                      </a:cubicBezTo>
                      <a:lnTo>
                        <a:pt x="46935" y="12469"/>
                      </a:lnTo>
                      <a:cubicBezTo>
                        <a:pt x="46935" y="13272"/>
                        <a:pt x="46271" y="13808"/>
                        <a:pt x="45541" y="13674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17" name="任意多边形: 形状 4016">
                  <a:extLst>
                    <a:ext uri="{FF2B5EF4-FFF2-40B4-BE49-F238E27FC236}">
                      <a16:creationId xmlns:a16="http://schemas.microsoft.com/office/drawing/2014/main" id="{8388AAF2-4586-C667-3B59-C69E1278B256}"/>
                    </a:ext>
                  </a:extLst>
                </p:cNvPr>
                <p:cNvSpPr/>
                <p:nvPr/>
              </p:nvSpPr>
              <p:spPr>
                <a:xfrm>
                  <a:off x="2383329" y="5232895"/>
                  <a:ext cx="47067" cy="11578"/>
                </a:xfrm>
                <a:custGeom>
                  <a:avLst/>
                  <a:gdLst>
                    <a:gd name="connsiteX0" fmla="*/ 4116 w 47067"/>
                    <a:gd name="connsiteY0" fmla="*/ 0 h 11578"/>
                    <a:gd name="connsiteX1" fmla="*/ 0 w 47067"/>
                    <a:gd name="connsiteY1" fmla="*/ 1339 h 11578"/>
                    <a:gd name="connsiteX2" fmla="*/ 46736 w 47067"/>
                    <a:gd name="connsiteY2" fmla="*/ 11579 h 11578"/>
                    <a:gd name="connsiteX3" fmla="*/ 47068 w 47067"/>
                    <a:gd name="connsiteY3" fmla="*/ 8500 h 11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578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579"/>
                      </a:lnTo>
                      <a:lnTo>
                        <a:pt x="47068" y="8500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18" name="任意多边形: 形状 4017">
                  <a:extLst>
                    <a:ext uri="{FF2B5EF4-FFF2-40B4-BE49-F238E27FC236}">
                      <a16:creationId xmlns:a16="http://schemas.microsoft.com/office/drawing/2014/main" id="{A6F98D2E-5E45-FF00-B449-B762EF3FF898}"/>
                    </a:ext>
                  </a:extLst>
                </p:cNvPr>
                <p:cNvSpPr/>
                <p:nvPr/>
              </p:nvSpPr>
              <p:spPr>
                <a:xfrm>
                  <a:off x="2383196" y="5232339"/>
                  <a:ext cx="46935" cy="13694"/>
                </a:xfrm>
                <a:custGeom>
                  <a:avLst/>
                  <a:gdLst>
                    <a:gd name="connsiteX0" fmla="*/ 1394 w 46935"/>
                    <a:gd name="connsiteY0" fmla="*/ 21 h 13694"/>
                    <a:gd name="connsiteX1" fmla="*/ 45541 w 46935"/>
                    <a:gd name="connsiteY1" fmla="*/ 9257 h 13694"/>
                    <a:gd name="connsiteX2" fmla="*/ 46935 w 46935"/>
                    <a:gd name="connsiteY2" fmla="*/ 11064 h 13694"/>
                    <a:gd name="connsiteX3" fmla="*/ 46935 w 46935"/>
                    <a:gd name="connsiteY3" fmla="*/ 12469 h 13694"/>
                    <a:gd name="connsiteX4" fmla="*/ 45541 w 46935"/>
                    <a:gd name="connsiteY4" fmla="*/ 13674 h 13694"/>
                    <a:gd name="connsiteX5" fmla="*/ 1394 w 46935"/>
                    <a:gd name="connsiteY5" fmla="*/ 4438 h 13694"/>
                    <a:gd name="connsiteX6" fmla="*/ 0 w 46935"/>
                    <a:gd name="connsiteY6" fmla="*/ 2631 h 13694"/>
                    <a:gd name="connsiteX7" fmla="*/ 0 w 46935"/>
                    <a:gd name="connsiteY7" fmla="*/ 1225 h 13694"/>
                    <a:gd name="connsiteX8" fmla="*/ 1394 w 46935"/>
                    <a:gd name="connsiteY8" fmla="*/ 21 h 13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694">
                      <a:moveTo>
                        <a:pt x="1394" y="21"/>
                      </a:moveTo>
                      <a:lnTo>
                        <a:pt x="45541" y="9257"/>
                      </a:lnTo>
                      <a:cubicBezTo>
                        <a:pt x="46338" y="9457"/>
                        <a:pt x="46935" y="10261"/>
                        <a:pt x="46935" y="11064"/>
                      </a:cubicBezTo>
                      <a:lnTo>
                        <a:pt x="46935" y="12469"/>
                      </a:lnTo>
                      <a:cubicBezTo>
                        <a:pt x="46935" y="13272"/>
                        <a:pt x="46271" y="13808"/>
                        <a:pt x="45541" y="13674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19" name="任意多边形: 形状 4018">
                  <a:extLst>
                    <a:ext uri="{FF2B5EF4-FFF2-40B4-BE49-F238E27FC236}">
                      <a16:creationId xmlns:a16="http://schemas.microsoft.com/office/drawing/2014/main" id="{916803DB-CC1F-9CD7-43E5-9D8575F86EB5}"/>
                    </a:ext>
                  </a:extLst>
                </p:cNvPr>
                <p:cNvSpPr/>
                <p:nvPr/>
              </p:nvSpPr>
              <p:spPr>
                <a:xfrm>
                  <a:off x="2383064" y="5234342"/>
                  <a:ext cx="47001" cy="11763"/>
                </a:xfrm>
                <a:custGeom>
                  <a:avLst/>
                  <a:gdLst>
                    <a:gd name="connsiteX0" fmla="*/ 1129 w 47001"/>
                    <a:gd name="connsiteY0" fmla="*/ 26 h 11763"/>
                    <a:gd name="connsiteX1" fmla="*/ 45873 w 47001"/>
                    <a:gd name="connsiteY1" fmla="*/ 9396 h 11763"/>
                    <a:gd name="connsiteX2" fmla="*/ 47002 w 47001"/>
                    <a:gd name="connsiteY2" fmla="*/ 10801 h 11763"/>
                    <a:gd name="connsiteX3" fmla="*/ 47002 w 47001"/>
                    <a:gd name="connsiteY3" fmla="*/ 10801 h 11763"/>
                    <a:gd name="connsiteX4" fmla="*/ 45873 w 47001"/>
                    <a:gd name="connsiteY4" fmla="*/ 11738 h 11763"/>
                    <a:gd name="connsiteX5" fmla="*/ 1129 w 47001"/>
                    <a:gd name="connsiteY5" fmla="*/ 2368 h 11763"/>
                    <a:gd name="connsiteX6" fmla="*/ 0 w 47001"/>
                    <a:gd name="connsiteY6" fmla="*/ 963 h 11763"/>
                    <a:gd name="connsiteX7" fmla="*/ 0 w 47001"/>
                    <a:gd name="connsiteY7" fmla="*/ 963 h 11763"/>
                    <a:gd name="connsiteX8" fmla="*/ 1129 w 47001"/>
                    <a:gd name="connsiteY8" fmla="*/ 26 h 11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763">
                      <a:moveTo>
                        <a:pt x="1129" y="26"/>
                      </a:moveTo>
                      <a:lnTo>
                        <a:pt x="45873" y="9396"/>
                      </a:lnTo>
                      <a:cubicBezTo>
                        <a:pt x="46470" y="9530"/>
                        <a:pt x="47002" y="10132"/>
                        <a:pt x="47002" y="10801"/>
                      </a:cubicBezTo>
                      <a:lnTo>
                        <a:pt x="47002" y="10801"/>
                      </a:lnTo>
                      <a:cubicBezTo>
                        <a:pt x="47002" y="11471"/>
                        <a:pt x="46537" y="11872"/>
                        <a:pt x="45873" y="11738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20" name="任意多边形: 形状 4019">
                  <a:extLst>
                    <a:ext uri="{FF2B5EF4-FFF2-40B4-BE49-F238E27FC236}">
                      <a16:creationId xmlns:a16="http://schemas.microsoft.com/office/drawing/2014/main" id="{EDA34447-B501-8F81-43AE-41B17FEB0AC9}"/>
                    </a:ext>
                  </a:extLst>
                </p:cNvPr>
                <p:cNvSpPr/>
                <p:nvPr/>
              </p:nvSpPr>
              <p:spPr>
                <a:xfrm>
                  <a:off x="2383196" y="523809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21" name="任意多边形: 形状 4020">
                  <a:extLst>
                    <a:ext uri="{FF2B5EF4-FFF2-40B4-BE49-F238E27FC236}">
                      <a16:creationId xmlns:a16="http://schemas.microsoft.com/office/drawing/2014/main" id="{0D2AB44B-9B4D-23FA-E65C-B6182A356E3D}"/>
                    </a:ext>
                  </a:extLst>
                </p:cNvPr>
                <p:cNvSpPr/>
                <p:nvPr/>
              </p:nvSpPr>
              <p:spPr>
                <a:xfrm>
                  <a:off x="2383329" y="5238651"/>
                  <a:ext cx="47067" cy="11712"/>
                </a:xfrm>
                <a:custGeom>
                  <a:avLst/>
                  <a:gdLst>
                    <a:gd name="connsiteX0" fmla="*/ 4116 w 47067"/>
                    <a:gd name="connsiteY0" fmla="*/ 0 h 11712"/>
                    <a:gd name="connsiteX1" fmla="*/ 0 w 47067"/>
                    <a:gd name="connsiteY1" fmla="*/ 1339 h 11712"/>
                    <a:gd name="connsiteX2" fmla="*/ 46736 w 47067"/>
                    <a:gd name="connsiteY2" fmla="*/ 11713 h 11712"/>
                    <a:gd name="connsiteX3" fmla="*/ 47068 w 47067"/>
                    <a:gd name="connsiteY3" fmla="*/ 8701 h 11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712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713"/>
                      </a:lnTo>
                      <a:lnTo>
                        <a:pt x="47068" y="8701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22" name="任意多边形: 形状 4021">
                  <a:extLst>
                    <a:ext uri="{FF2B5EF4-FFF2-40B4-BE49-F238E27FC236}">
                      <a16:creationId xmlns:a16="http://schemas.microsoft.com/office/drawing/2014/main" id="{1454ECFF-9CD2-68FF-B081-A138E051A417}"/>
                    </a:ext>
                  </a:extLst>
                </p:cNvPr>
                <p:cNvSpPr/>
                <p:nvPr/>
              </p:nvSpPr>
              <p:spPr>
                <a:xfrm>
                  <a:off x="2383196" y="523809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23" name="任意多边形: 形状 4022">
                  <a:extLst>
                    <a:ext uri="{FF2B5EF4-FFF2-40B4-BE49-F238E27FC236}">
                      <a16:creationId xmlns:a16="http://schemas.microsoft.com/office/drawing/2014/main" id="{0A22FD8C-6BA7-6DD5-7D9C-3F7395105E75}"/>
                    </a:ext>
                  </a:extLst>
                </p:cNvPr>
                <p:cNvSpPr/>
                <p:nvPr/>
              </p:nvSpPr>
              <p:spPr>
                <a:xfrm>
                  <a:off x="2383064" y="5240098"/>
                  <a:ext cx="47001" cy="11964"/>
                </a:xfrm>
                <a:custGeom>
                  <a:avLst/>
                  <a:gdLst>
                    <a:gd name="connsiteX0" fmla="*/ 1129 w 47001"/>
                    <a:gd name="connsiteY0" fmla="*/ 26 h 11964"/>
                    <a:gd name="connsiteX1" fmla="*/ 45873 w 47001"/>
                    <a:gd name="connsiteY1" fmla="*/ 9596 h 11964"/>
                    <a:gd name="connsiteX2" fmla="*/ 47002 w 47001"/>
                    <a:gd name="connsiteY2" fmla="*/ 11002 h 11964"/>
                    <a:gd name="connsiteX3" fmla="*/ 47002 w 47001"/>
                    <a:gd name="connsiteY3" fmla="*/ 11002 h 11964"/>
                    <a:gd name="connsiteX4" fmla="*/ 45873 w 47001"/>
                    <a:gd name="connsiteY4" fmla="*/ 11939 h 11964"/>
                    <a:gd name="connsiteX5" fmla="*/ 1129 w 47001"/>
                    <a:gd name="connsiteY5" fmla="*/ 2368 h 11964"/>
                    <a:gd name="connsiteX6" fmla="*/ 0 w 47001"/>
                    <a:gd name="connsiteY6" fmla="*/ 963 h 11964"/>
                    <a:gd name="connsiteX7" fmla="*/ 0 w 47001"/>
                    <a:gd name="connsiteY7" fmla="*/ 963 h 11964"/>
                    <a:gd name="connsiteX8" fmla="*/ 1129 w 47001"/>
                    <a:gd name="connsiteY8" fmla="*/ 26 h 11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964">
                      <a:moveTo>
                        <a:pt x="1129" y="26"/>
                      </a:moveTo>
                      <a:lnTo>
                        <a:pt x="45873" y="9596"/>
                      </a:lnTo>
                      <a:cubicBezTo>
                        <a:pt x="46470" y="9730"/>
                        <a:pt x="47002" y="10333"/>
                        <a:pt x="47002" y="11002"/>
                      </a:cubicBezTo>
                      <a:lnTo>
                        <a:pt x="47002" y="11002"/>
                      </a:lnTo>
                      <a:cubicBezTo>
                        <a:pt x="47002" y="11671"/>
                        <a:pt x="46537" y="12073"/>
                        <a:pt x="45873" y="11939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24" name="任意多边形: 形状 4023">
                  <a:extLst>
                    <a:ext uri="{FF2B5EF4-FFF2-40B4-BE49-F238E27FC236}">
                      <a16:creationId xmlns:a16="http://schemas.microsoft.com/office/drawing/2014/main" id="{6CACEFA0-9B35-8170-E4F3-F7494915B24D}"/>
                    </a:ext>
                  </a:extLst>
                </p:cNvPr>
                <p:cNvSpPr/>
                <p:nvPr/>
              </p:nvSpPr>
              <p:spPr>
                <a:xfrm>
                  <a:off x="2383196" y="524398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25" name="任意多边形: 形状 4024">
                  <a:extLst>
                    <a:ext uri="{FF2B5EF4-FFF2-40B4-BE49-F238E27FC236}">
                      <a16:creationId xmlns:a16="http://schemas.microsoft.com/office/drawing/2014/main" id="{4C14385D-0F81-5A8A-59D0-C6A183E6CCD5}"/>
                    </a:ext>
                  </a:extLst>
                </p:cNvPr>
                <p:cNvSpPr/>
                <p:nvPr/>
              </p:nvSpPr>
              <p:spPr>
                <a:xfrm>
                  <a:off x="2383329" y="5244608"/>
                  <a:ext cx="47067" cy="11712"/>
                </a:xfrm>
                <a:custGeom>
                  <a:avLst/>
                  <a:gdLst>
                    <a:gd name="connsiteX0" fmla="*/ 4116 w 47067"/>
                    <a:gd name="connsiteY0" fmla="*/ 0 h 11712"/>
                    <a:gd name="connsiteX1" fmla="*/ 0 w 47067"/>
                    <a:gd name="connsiteY1" fmla="*/ 1339 h 11712"/>
                    <a:gd name="connsiteX2" fmla="*/ 46736 w 47067"/>
                    <a:gd name="connsiteY2" fmla="*/ 11713 h 11712"/>
                    <a:gd name="connsiteX3" fmla="*/ 47068 w 47067"/>
                    <a:gd name="connsiteY3" fmla="*/ 8701 h 11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712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713"/>
                      </a:lnTo>
                      <a:lnTo>
                        <a:pt x="47068" y="8701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26" name="任意多边形: 形状 4025">
                  <a:extLst>
                    <a:ext uri="{FF2B5EF4-FFF2-40B4-BE49-F238E27FC236}">
                      <a16:creationId xmlns:a16="http://schemas.microsoft.com/office/drawing/2014/main" id="{257AD7A0-BB42-2177-D7B6-61E8D7CC4FFE}"/>
                    </a:ext>
                  </a:extLst>
                </p:cNvPr>
                <p:cNvSpPr/>
                <p:nvPr/>
              </p:nvSpPr>
              <p:spPr>
                <a:xfrm>
                  <a:off x="2383196" y="524398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27" name="任意多边形: 形状 4026">
                  <a:extLst>
                    <a:ext uri="{FF2B5EF4-FFF2-40B4-BE49-F238E27FC236}">
                      <a16:creationId xmlns:a16="http://schemas.microsoft.com/office/drawing/2014/main" id="{9FE8109F-6A1A-089A-CF94-9D8D26D47130}"/>
                    </a:ext>
                  </a:extLst>
                </p:cNvPr>
                <p:cNvSpPr/>
                <p:nvPr/>
              </p:nvSpPr>
              <p:spPr>
                <a:xfrm>
                  <a:off x="2383064" y="5246054"/>
                  <a:ext cx="47001" cy="11964"/>
                </a:xfrm>
                <a:custGeom>
                  <a:avLst/>
                  <a:gdLst>
                    <a:gd name="connsiteX0" fmla="*/ 1129 w 47001"/>
                    <a:gd name="connsiteY0" fmla="*/ 26 h 11964"/>
                    <a:gd name="connsiteX1" fmla="*/ 45873 w 47001"/>
                    <a:gd name="connsiteY1" fmla="*/ 9596 h 11964"/>
                    <a:gd name="connsiteX2" fmla="*/ 47002 w 47001"/>
                    <a:gd name="connsiteY2" fmla="*/ 11002 h 11964"/>
                    <a:gd name="connsiteX3" fmla="*/ 47002 w 47001"/>
                    <a:gd name="connsiteY3" fmla="*/ 11002 h 11964"/>
                    <a:gd name="connsiteX4" fmla="*/ 45873 w 47001"/>
                    <a:gd name="connsiteY4" fmla="*/ 11939 h 11964"/>
                    <a:gd name="connsiteX5" fmla="*/ 1129 w 47001"/>
                    <a:gd name="connsiteY5" fmla="*/ 2368 h 11964"/>
                    <a:gd name="connsiteX6" fmla="*/ 0 w 47001"/>
                    <a:gd name="connsiteY6" fmla="*/ 963 h 11964"/>
                    <a:gd name="connsiteX7" fmla="*/ 0 w 47001"/>
                    <a:gd name="connsiteY7" fmla="*/ 963 h 11964"/>
                    <a:gd name="connsiteX8" fmla="*/ 1129 w 47001"/>
                    <a:gd name="connsiteY8" fmla="*/ 26 h 11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964">
                      <a:moveTo>
                        <a:pt x="1129" y="26"/>
                      </a:moveTo>
                      <a:lnTo>
                        <a:pt x="45873" y="9596"/>
                      </a:lnTo>
                      <a:cubicBezTo>
                        <a:pt x="46470" y="9730"/>
                        <a:pt x="47002" y="10333"/>
                        <a:pt x="47002" y="11002"/>
                      </a:cubicBezTo>
                      <a:lnTo>
                        <a:pt x="47002" y="11002"/>
                      </a:lnTo>
                      <a:cubicBezTo>
                        <a:pt x="47002" y="11671"/>
                        <a:pt x="46537" y="12073"/>
                        <a:pt x="45873" y="11939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28" name="任意多边形: 形状 4027">
                  <a:extLst>
                    <a:ext uri="{FF2B5EF4-FFF2-40B4-BE49-F238E27FC236}">
                      <a16:creationId xmlns:a16="http://schemas.microsoft.com/office/drawing/2014/main" id="{A7A62540-D7FC-DD8E-C5F0-C05C0ED83CA9}"/>
                    </a:ext>
                  </a:extLst>
                </p:cNvPr>
                <p:cNvSpPr/>
                <p:nvPr/>
              </p:nvSpPr>
              <p:spPr>
                <a:xfrm>
                  <a:off x="2383196" y="5249941"/>
                  <a:ext cx="46935" cy="14229"/>
                </a:xfrm>
                <a:custGeom>
                  <a:avLst/>
                  <a:gdLst>
                    <a:gd name="connsiteX0" fmla="*/ 1394 w 46935"/>
                    <a:gd name="connsiteY0" fmla="*/ 21 h 14229"/>
                    <a:gd name="connsiteX1" fmla="*/ 45541 w 46935"/>
                    <a:gd name="connsiteY1" fmla="*/ 9792 h 14229"/>
                    <a:gd name="connsiteX2" fmla="*/ 46935 w 46935"/>
                    <a:gd name="connsiteY2" fmla="*/ 11599 h 14229"/>
                    <a:gd name="connsiteX3" fmla="*/ 46935 w 46935"/>
                    <a:gd name="connsiteY3" fmla="*/ 13005 h 14229"/>
                    <a:gd name="connsiteX4" fmla="*/ 45541 w 46935"/>
                    <a:gd name="connsiteY4" fmla="*/ 14209 h 14229"/>
                    <a:gd name="connsiteX5" fmla="*/ 1394 w 46935"/>
                    <a:gd name="connsiteY5" fmla="*/ 4438 h 14229"/>
                    <a:gd name="connsiteX6" fmla="*/ 0 w 46935"/>
                    <a:gd name="connsiteY6" fmla="*/ 2631 h 14229"/>
                    <a:gd name="connsiteX7" fmla="*/ 0 w 46935"/>
                    <a:gd name="connsiteY7" fmla="*/ 1225 h 14229"/>
                    <a:gd name="connsiteX8" fmla="*/ 1394 w 46935"/>
                    <a:gd name="connsiteY8" fmla="*/ 21 h 14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229">
                      <a:moveTo>
                        <a:pt x="1394" y="21"/>
                      </a:moveTo>
                      <a:lnTo>
                        <a:pt x="45541" y="9792"/>
                      </a:lnTo>
                      <a:cubicBezTo>
                        <a:pt x="46338" y="9993"/>
                        <a:pt x="46935" y="10796"/>
                        <a:pt x="46935" y="11599"/>
                      </a:cubicBezTo>
                      <a:lnTo>
                        <a:pt x="46935" y="13005"/>
                      </a:lnTo>
                      <a:cubicBezTo>
                        <a:pt x="46935" y="13808"/>
                        <a:pt x="46271" y="14343"/>
                        <a:pt x="45541" y="14209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29" name="任意多边形: 形状 4028">
                  <a:extLst>
                    <a:ext uri="{FF2B5EF4-FFF2-40B4-BE49-F238E27FC236}">
                      <a16:creationId xmlns:a16="http://schemas.microsoft.com/office/drawing/2014/main" id="{EDD34705-716F-A811-01C9-CA5CEF356F72}"/>
                    </a:ext>
                  </a:extLst>
                </p:cNvPr>
                <p:cNvSpPr/>
                <p:nvPr/>
              </p:nvSpPr>
              <p:spPr>
                <a:xfrm>
                  <a:off x="2383329" y="5250564"/>
                  <a:ext cx="47067" cy="12114"/>
                </a:xfrm>
                <a:custGeom>
                  <a:avLst/>
                  <a:gdLst>
                    <a:gd name="connsiteX0" fmla="*/ 4116 w 47067"/>
                    <a:gd name="connsiteY0" fmla="*/ 0 h 12114"/>
                    <a:gd name="connsiteX1" fmla="*/ 0 w 47067"/>
                    <a:gd name="connsiteY1" fmla="*/ 1339 h 12114"/>
                    <a:gd name="connsiteX2" fmla="*/ 46736 w 47067"/>
                    <a:gd name="connsiteY2" fmla="*/ 12114 h 12114"/>
                    <a:gd name="connsiteX3" fmla="*/ 47068 w 47067"/>
                    <a:gd name="connsiteY3" fmla="*/ 9035 h 12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114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2114"/>
                      </a:lnTo>
                      <a:lnTo>
                        <a:pt x="47068" y="903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30" name="任意多边形: 形状 4029">
                  <a:extLst>
                    <a:ext uri="{FF2B5EF4-FFF2-40B4-BE49-F238E27FC236}">
                      <a16:creationId xmlns:a16="http://schemas.microsoft.com/office/drawing/2014/main" id="{7157380D-0BAC-A2F9-57EF-44613A657798}"/>
                    </a:ext>
                  </a:extLst>
                </p:cNvPr>
                <p:cNvSpPr/>
                <p:nvPr/>
              </p:nvSpPr>
              <p:spPr>
                <a:xfrm>
                  <a:off x="2383196" y="5249941"/>
                  <a:ext cx="46935" cy="14229"/>
                </a:xfrm>
                <a:custGeom>
                  <a:avLst/>
                  <a:gdLst>
                    <a:gd name="connsiteX0" fmla="*/ 1394 w 46935"/>
                    <a:gd name="connsiteY0" fmla="*/ 21 h 14229"/>
                    <a:gd name="connsiteX1" fmla="*/ 45541 w 46935"/>
                    <a:gd name="connsiteY1" fmla="*/ 9792 h 14229"/>
                    <a:gd name="connsiteX2" fmla="*/ 46935 w 46935"/>
                    <a:gd name="connsiteY2" fmla="*/ 11599 h 14229"/>
                    <a:gd name="connsiteX3" fmla="*/ 46935 w 46935"/>
                    <a:gd name="connsiteY3" fmla="*/ 13005 h 14229"/>
                    <a:gd name="connsiteX4" fmla="*/ 45541 w 46935"/>
                    <a:gd name="connsiteY4" fmla="*/ 14209 h 14229"/>
                    <a:gd name="connsiteX5" fmla="*/ 1394 w 46935"/>
                    <a:gd name="connsiteY5" fmla="*/ 4438 h 14229"/>
                    <a:gd name="connsiteX6" fmla="*/ 0 w 46935"/>
                    <a:gd name="connsiteY6" fmla="*/ 2631 h 14229"/>
                    <a:gd name="connsiteX7" fmla="*/ 0 w 46935"/>
                    <a:gd name="connsiteY7" fmla="*/ 1225 h 14229"/>
                    <a:gd name="connsiteX8" fmla="*/ 1394 w 46935"/>
                    <a:gd name="connsiteY8" fmla="*/ 21 h 14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229">
                      <a:moveTo>
                        <a:pt x="1394" y="21"/>
                      </a:moveTo>
                      <a:lnTo>
                        <a:pt x="45541" y="9792"/>
                      </a:lnTo>
                      <a:cubicBezTo>
                        <a:pt x="46338" y="9993"/>
                        <a:pt x="46935" y="10796"/>
                        <a:pt x="46935" y="11599"/>
                      </a:cubicBezTo>
                      <a:lnTo>
                        <a:pt x="46935" y="13005"/>
                      </a:lnTo>
                      <a:cubicBezTo>
                        <a:pt x="46935" y="13808"/>
                        <a:pt x="46271" y="14343"/>
                        <a:pt x="45541" y="14209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31" name="任意多边形: 形状 4030">
                  <a:extLst>
                    <a:ext uri="{FF2B5EF4-FFF2-40B4-BE49-F238E27FC236}">
                      <a16:creationId xmlns:a16="http://schemas.microsoft.com/office/drawing/2014/main" id="{43ED1608-F3C7-6806-395A-40315A32BB2B}"/>
                    </a:ext>
                  </a:extLst>
                </p:cNvPr>
                <p:cNvSpPr/>
                <p:nvPr/>
              </p:nvSpPr>
              <p:spPr>
                <a:xfrm>
                  <a:off x="2383064" y="5252011"/>
                  <a:ext cx="47001" cy="12299"/>
                </a:xfrm>
                <a:custGeom>
                  <a:avLst/>
                  <a:gdLst>
                    <a:gd name="connsiteX0" fmla="*/ 1129 w 47001"/>
                    <a:gd name="connsiteY0" fmla="*/ 26 h 12299"/>
                    <a:gd name="connsiteX1" fmla="*/ 45873 w 47001"/>
                    <a:gd name="connsiteY1" fmla="*/ 9931 h 12299"/>
                    <a:gd name="connsiteX2" fmla="*/ 47002 w 47001"/>
                    <a:gd name="connsiteY2" fmla="*/ 11337 h 12299"/>
                    <a:gd name="connsiteX3" fmla="*/ 47002 w 47001"/>
                    <a:gd name="connsiteY3" fmla="*/ 11337 h 12299"/>
                    <a:gd name="connsiteX4" fmla="*/ 45873 w 47001"/>
                    <a:gd name="connsiteY4" fmla="*/ 12274 h 12299"/>
                    <a:gd name="connsiteX5" fmla="*/ 1129 w 47001"/>
                    <a:gd name="connsiteY5" fmla="*/ 2368 h 12299"/>
                    <a:gd name="connsiteX6" fmla="*/ 0 w 47001"/>
                    <a:gd name="connsiteY6" fmla="*/ 963 h 12299"/>
                    <a:gd name="connsiteX7" fmla="*/ 0 w 47001"/>
                    <a:gd name="connsiteY7" fmla="*/ 963 h 12299"/>
                    <a:gd name="connsiteX8" fmla="*/ 1129 w 47001"/>
                    <a:gd name="connsiteY8" fmla="*/ 26 h 12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2299">
                      <a:moveTo>
                        <a:pt x="1129" y="26"/>
                      </a:moveTo>
                      <a:lnTo>
                        <a:pt x="45873" y="9931"/>
                      </a:lnTo>
                      <a:cubicBezTo>
                        <a:pt x="46470" y="10065"/>
                        <a:pt x="47002" y="10667"/>
                        <a:pt x="47002" y="11337"/>
                      </a:cubicBezTo>
                      <a:lnTo>
                        <a:pt x="47002" y="11337"/>
                      </a:lnTo>
                      <a:cubicBezTo>
                        <a:pt x="47002" y="12006"/>
                        <a:pt x="46537" y="12408"/>
                        <a:pt x="45873" y="12274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32" name="任意多边形: 形状 4031">
                  <a:extLst>
                    <a:ext uri="{FF2B5EF4-FFF2-40B4-BE49-F238E27FC236}">
                      <a16:creationId xmlns:a16="http://schemas.microsoft.com/office/drawing/2014/main" id="{0EFC3FB6-E962-795D-30AD-34880CDC9888}"/>
                    </a:ext>
                  </a:extLst>
                </p:cNvPr>
                <p:cNvSpPr/>
                <p:nvPr/>
              </p:nvSpPr>
              <p:spPr>
                <a:xfrm>
                  <a:off x="2383196" y="5256010"/>
                  <a:ext cx="46935" cy="14675"/>
                </a:xfrm>
                <a:custGeom>
                  <a:avLst/>
                  <a:gdLst>
                    <a:gd name="connsiteX0" fmla="*/ 1394 w 46935"/>
                    <a:gd name="connsiteY0" fmla="*/ 42 h 14675"/>
                    <a:gd name="connsiteX1" fmla="*/ 45541 w 46935"/>
                    <a:gd name="connsiteY1" fmla="*/ 10282 h 14675"/>
                    <a:gd name="connsiteX2" fmla="*/ 46935 w 46935"/>
                    <a:gd name="connsiteY2" fmla="*/ 12090 h 14675"/>
                    <a:gd name="connsiteX3" fmla="*/ 46935 w 46935"/>
                    <a:gd name="connsiteY3" fmla="*/ 13495 h 14675"/>
                    <a:gd name="connsiteX4" fmla="*/ 45541 w 46935"/>
                    <a:gd name="connsiteY4" fmla="*/ 14633 h 14675"/>
                    <a:gd name="connsiteX5" fmla="*/ 1394 w 46935"/>
                    <a:gd name="connsiteY5" fmla="*/ 4393 h 14675"/>
                    <a:gd name="connsiteX6" fmla="*/ 0 w 46935"/>
                    <a:gd name="connsiteY6" fmla="*/ 2586 h 14675"/>
                    <a:gd name="connsiteX7" fmla="*/ 0 w 46935"/>
                    <a:gd name="connsiteY7" fmla="*/ 1180 h 14675"/>
                    <a:gd name="connsiteX8" fmla="*/ 1394 w 46935"/>
                    <a:gd name="connsiteY8" fmla="*/ 42 h 14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675">
                      <a:moveTo>
                        <a:pt x="1394" y="42"/>
                      </a:moveTo>
                      <a:lnTo>
                        <a:pt x="45541" y="10282"/>
                      </a:lnTo>
                      <a:cubicBezTo>
                        <a:pt x="46338" y="10483"/>
                        <a:pt x="46935" y="11286"/>
                        <a:pt x="46935" y="12090"/>
                      </a:cubicBezTo>
                      <a:lnTo>
                        <a:pt x="46935" y="13495"/>
                      </a:lnTo>
                      <a:cubicBezTo>
                        <a:pt x="46935" y="14298"/>
                        <a:pt x="46271" y="14834"/>
                        <a:pt x="45541" y="14633"/>
                      </a:cubicBezTo>
                      <a:lnTo>
                        <a:pt x="1394" y="4393"/>
                      </a:lnTo>
                      <a:cubicBezTo>
                        <a:pt x="597" y="4192"/>
                        <a:pt x="0" y="3389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33" name="任意多边形: 形状 4032">
                  <a:extLst>
                    <a:ext uri="{FF2B5EF4-FFF2-40B4-BE49-F238E27FC236}">
                      <a16:creationId xmlns:a16="http://schemas.microsoft.com/office/drawing/2014/main" id="{E9BA023E-D1FB-636E-EDFD-E7482515987D}"/>
                    </a:ext>
                  </a:extLst>
                </p:cNvPr>
                <p:cNvSpPr/>
                <p:nvPr/>
              </p:nvSpPr>
              <p:spPr>
                <a:xfrm>
                  <a:off x="2383329" y="5256655"/>
                  <a:ext cx="47067" cy="12515"/>
                </a:xfrm>
                <a:custGeom>
                  <a:avLst/>
                  <a:gdLst>
                    <a:gd name="connsiteX0" fmla="*/ 4116 w 47067"/>
                    <a:gd name="connsiteY0" fmla="*/ 0 h 12515"/>
                    <a:gd name="connsiteX1" fmla="*/ 0 w 47067"/>
                    <a:gd name="connsiteY1" fmla="*/ 1272 h 12515"/>
                    <a:gd name="connsiteX2" fmla="*/ 46736 w 47067"/>
                    <a:gd name="connsiteY2" fmla="*/ 12516 h 12515"/>
                    <a:gd name="connsiteX3" fmla="*/ 47068 w 47067"/>
                    <a:gd name="connsiteY3" fmla="*/ 9504 h 12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515">
                      <a:moveTo>
                        <a:pt x="4116" y="0"/>
                      </a:moveTo>
                      <a:lnTo>
                        <a:pt x="0" y="1272"/>
                      </a:lnTo>
                      <a:lnTo>
                        <a:pt x="46736" y="12516"/>
                      </a:lnTo>
                      <a:lnTo>
                        <a:pt x="47068" y="9504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34" name="任意多边形: 形状 4033">
                  <a:extLst>
                    <a:ext uri="{FF2B5EF4-FFF2-40B4-BE49-F238E27FC236}">
                      <a16:creationId xmlns:a16="http://schemas.microsoft.com/office/drawing/2014/main" id="{B784B968-5D53-C006-6FDF-A49485A31325}"/>
                    </a:ext>
                  </a:extLst>
                </p:cNvPr>
                <p:cNvSpPr/>
                <p:nvPr/>
              </p:nvSpPr>
              <p:spPr>
                <a:xfrm>
                  <a:off x="2383196" y="5256010"/>
                  <a:ext cx="46935" cy="14675"/>
                </a:xfrm>
                <a:custGeom>
                  <a:avLst/>
                  <a:gdLst>
                    <a:gd name="connsiteX0" fmla="*/ 1394 w 46935"/>
                    <a:gd name="connsiteY0" fmla="*/ 42 h 14675"/>
                    <a:gd name="connsiteX1" fmla="*/ 45541 w 46935"/>
                    <a:gd name="connsiteY1" fmla="*/ 10282 h 14675"/>
                    <a:gd name="connsiteX2" fmla="*/ 46935 w 46935"/>
                    <a:gd name="connsiteY2" fmla="*/ 12090 h 14675"/>
                    <a:gd name="connsiteX3" fmla="*/ 46935 w 46935"/>
                    <a:gd name="connsiteY3" fmla="*/ 13495 h 14675"/>
                    <a:gd name="connsiteX4" fmla="*/ 45541 w 46935"/>
                    <a:gd name="connsiteY4" fmla="*/ 14633 h 14675"/>
                    <a:gd name="connsiteX5" fmla="*/ 1394 w 46935"/>
                    <a:gd name="connsiteY5" fmla="*/ 4393 h 14675"/>
                    <a:gd name="connsiteX6" fmla="*/ 0 w 46935"/>
                    <a:gd name="connsiteY6" fmla="*/ 2586 h 14675"/>
                    <a:gd name="connsiteX7" fmla="*/ 0 w 46935"/>
                    <a:gd name="connsiteY7" fmla="*/ 1180 h 14675"/>
                    <a:gd name="connsiteX8" fmla="*/ 1394 w 46935"/>
                    <a:gd name="connsiteY8" fmla="*/ 42 h 14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675">
                      <a:moveTo>
                        <a:pt x="1394" y="42"/>
                      </a:moveTo>
                      <a:lnTo>
                        <a:pt x="45541" y="10282"/>
                      </a:lnTo>
                      <a:cubicBezTo>
                        <a:pt x="46338" y="10483"/>
                        <a:pt x="46935" y="11286"/>
                        <a:pt x="46935" y="12090"/>
                      </a:cubicBezTo>
                      <a:lnTo>
                        <a:pt x="46935" y="13495"/>
                      </a:lnTo>
                      <a:cubicBezTo>
                        <a:pt x="46935" y="14298"/>
                        <a:pt x="46271" y="14834"/>
                        <a:pt x="45541" y="14633"/>
                      </a:cubicBezTo>
                      <a:lnTo>
                        <a:pt x="1394" y="4393"/>
                      </a:lnTo>
                      <a:cubicBezTo>
                        <a:pt x="597" y="4192"/>
                        <a:pt x="0" y="3389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35" name="任意多边形: 形状 4034">
                  <a:extLst>
                    <a:ext uri="{FF2B5EF4-FFF2-40B4-BE49-F238E27FC236}">
                      <a16:creationId xmlns:a16="http://schemas.microsoft.com/office/drawing/2014/main" id="{C654A1CF-990A-A870-D1EB-4D0AED12D5DA}"/>
                    </a:ext>
                  </a:extLst>
                </p:cNvPr>
                <p:cNvSpPr/>
                <p:nvPr/>
              </p:nvSpPr>
              <p:spPr>
                <a:xfrm>
                  <a:off x="2383130" y="5258009"/>
                  <a:ext cx="46935" cy="12753"/>
                </a:xfrm>
                <a:custGeom>
                  <a:avLst/>
                  <a:gdLst>
                    <a:gd name="connsiteX0" fmla="*/ 1062 w 46935"/>
                    <a:gd name="connsiteY0" fmla="*/ 52 h 12753"/>
                    <a:gd name="connsiteX1" fmla="*/ 45873 w 46935"/>
                    <a:gd name="connsiteY1" fmla="*/ 10426 h 12753"/>
                    <a:gd name="connsiteX2" fmla="*/ 46935 w 46935"/>
                    <a:gd name="connsiteY2" fmla="*/ 11831 h 12753"/>
                    <a:gd name="connsiteX3" fmla="*/ 46935 w 46935"/>
                    <a:gd name="connsiteY3" fmla="*/ 11831 h 12753"/>
                    <a:gd name="connsiteX4" fmla="*/ 45873 w 46935"/>
                    <a:gd name="connsiteY4" fmla="*/ 12701 h 12753"/>
                    <a:gd name="connsiteX5" fmla="*/ 1062 w 46935"/>
                    <a:gd name="connsiteY5" fmla="*/ 2327 h 12753"/>
                    <a:gd name="connsiteX6" fmla="*/ 0 w 46935"/>
                    <a:gd name="connsiteY6" fmla="*/ 922 h 12753"/>
                    <a:gd name="connsiteX7" fmla="*/ 0 w 46935"/>
                    <a:gd name="connsiteY7" fmla="*/ 922 h 12753"/>
                    <a:gd name="connsiteX8" fmla="*/ 1062 w 46935"/>
                    <a:gd name="connsiteY8" fmla="*/ 52 h 127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2753">
                      <a:moveTo>
                        <a:pt x="1062" y="52"/>
                      </a:moveTo>
                      <a:lnTo>
                        <a:pt x="45873" y="10426"/>
                      </a:lnTo>
                      <a:cubicBezTo>
                        <a:pt x="46470" y="10560"/>
                        <a:pt x="46935" y="11229"/>
                        <a:pt x="46935" y="11831"/>
                      </a:cubicBezTo>
                      <a:lnTo>
                        <a:pt x="46935" y="11831"/>
                      </a:lnTo>
                      <a:cubicBezTo>
                        <a:pt x="46935" y="12501"/>
                        <a:pt x="46470" y="12902"/>
                        <a:pt x="45873" y="12701"/>
                      </a:cubicBezTo>
                      <a:lnTo>
                        <a:pt x="1062" y="2327"/>
                      </a:lnTo>
                      <a:cubicBezTo>
                        <a:pt x="465" y="2194"/>
                        <a:pt x="0" y="1524"/>
                        <a:pt x="0" y="922"/>
                      </a:cubicBezTo>
                      <a:lnTo>
                        <a:pt x="0" y="922"/>
                      </a:lnTo>
                      <a:cubicBezTo>
                        <a:pt x="0" y="253"/>
                        <a:pt x="465" y="-149"/>
                        <a:pt x="1062" y="52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36" name="任意多边形: 形状 4035">
                  <a:extLst>
                    <a:ext uri="{FF2B5EF4-FFF2-40B4-BE49-F238E27FC236}">
                      <a16:creationId xmlns:a16="http://schemas.microsoft.com/office/drawing/2014/main" id="{EE6D1028-9DB7-248F-BCD5-90A51BB8854E}"/>
                    </a:ext>
                  </a:extLst>
                </p:cNvPr>
                <p:cNvSpPr/>
                <p:nvPr/>
              </p:nvSpPr>
              <p:spPr>
                <a:xfrm>
                  <a:off x="2383130" y="5262235"/>
                  <a:ext cx="46935" cy="15009"/>
                </a:xfrm>
                <a:custGeom>
                  <a:avLst/>
                  <a:gdLst>
                    <a:gd name="connsiteX0" fmla="*/ 1394 w 46935"/>
                    <a:gd name="connsiteY0" fmla="*/ 42 h 15009"/>
                    <a:gd name="connsiteX1" fmla="*/ 45541 w 46935"/>
                    <a:gd name="connsiteY1" fmla="*/ 10550 h 15009"/>
                    <a:gd name="connsiteX2" fmla="*/ 46935 w 46935"/>
                    <a:gd name="connsiteY2" fmla="*/ 12424 h 15009"/>
                    <a:gd name="connsiteX3" fmla="*/ 46935 w 46935"/>
                    <a:gd name="connsiteY3" fmla="*/ 13830 h 15009"/>
                    <a:gd name="connsiteX4" fmla="*/ 45541 w 46935"/>
                    <a:gd name="connsiteY4" fmla="*/ 14968 h 15009"/>
                    <a:gd name="connsiteX5" fmla="*/ 1394 w 46935"/>
                    <a:gd name="connsiteY5" fmla="*/ 4460 h 15009"/>
                    <a:gd name="connsiteX6" fmla="*/ 0 w 46935"/>
                    <a:gd name="connsiteY6" fmla="*/ 2586 h 15009"/>
                    <a:gd name="connsiteX7" fmla="*/ 0 w 46935"/>
                    <a:gd name="connsiteY7" fmla="*/ 1180 h 15009"/>
                    <a:gd name="connsiteX8" fmla="*/ 1394 w 46935"/>
                    <a:gd name="connsiteY8" fmla="*/ 42 h 15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5009">
                      <a:moveTo>
                        <a:pt x="1394" y="42"/>
                      </a:moveTo>
                      <a:lnTo>
                        <a:pt x="45541" y="10550"/>
                      </a:lnTo>
                      <a:cubicBezTo>
                        <a:pt x="46338" y="10751"/>
                        <a:pt x="46935" y="11554"/>
                        <a:pt x="46935" y="12424"/>
                      </a:cubicBezTo>
                      <a:lnTo>
                        <a:pt x="46935" y="13830"/>
                      </a:lnTo>
                      <a:cubicBezTo>
                        <a:pt x="46935" y="14633"/>
                        <a:pt x="46271" y="15168"/>
                        <a:pt x="45541" y="14968"/>
                      </a:cubicBezTo>
                      <a:lnTo>
                        <a:pt x="1394" y="4460"/>
                      </a:lnTo>
                      <a:cubicBezTo>
                        <a:pt x="597" y="4259"/>
                        <a:pt x="0" y="3456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37" name="任意多边形: 形状 4036">
                  <a:extLst>
                    <a:ext uri="{FF2B5EF4-FFF2-40B4-BE49-F238E27FC236}">
                      <a16:creationId xmlns:a16="http://schemas.microsoft.com/office/drawing/2014/main" id="{5C07124F-678C-0369-096B-7C94DAF33ABF}"/>
                    </a:ext>
                  </a:extLst>
                </p:cNvPr>
                <p:cNvSpPr/>
                <p:nvPr/>
              </p:nvSpPr>
              <p:spPr>
                <a:xfrm>
                  <a:off x="2383329" y="5262946"/>
                  <a:ext cx="47067" cy="12716"/>
                </a:xfrm>
                <a:custGeom>
                  <a:avLst/>
                  <a:gdLst>
                    <a:gd name="connsiteX0" fmla="*/ 4116 w 47067"/>
                    <a:gd name="connsiteY0" fmla="*/ 0 h 12716"/>
                    <a:gd name="connsiteX1" fmla="*/ 0 w 47067"/>
                    <a:gd name="connsiteY1" fmla="*/ 1205 h 12716"/>
                    <a:gd name="connsiteX2" fmla="*/ 46736 w 47067"/>
                    <a:gd name="connsiteY2" fmla="*/ 12716 h 12716"/>
                    <a:gd name="connsiteX3" fmla="*/ 47068 w 47067"/>
                    <a:gd name="connsiteY3" fmla="*/ 9705 h 12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716">
                      <a:moveTo>
                        <a:pt x="4116" y="0"/>
                      </a:moveTo>
                      <a:lnTo>
                        <a:pt x="0" y="1205"/>
                      </a:lnTo>
                      <a:lnTo>
                        <a:pt x="46736" y="12716"/>
                      </a:lnTo>
                      <a:lnTo>
                        <a:pt x="47068" y="970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38" name="任意多边形: 形状 4037">
                  <a:extLst>
                    <a:ext uri="{FF2B5EF4-FFF2-40B4-BE49-F238E27FC236}">
                      <a16:creationId xmlns:a16="http://schemas.microsoft.com/office/drawing/2014/main" id="{A3886048-8CFA-F969-588E-D610C81010C7}"/>
                    </a:ext>
                  </a:extLst>
                </p:cNvPr>
                <p:cNvSpPr/>
                <p:nvPr/>
              </p:nvSpPr>
              <p:spPr>
                <a:xfrm>
                  <a:off x="2383130" y="5262235"/>
                  <a:ext cx="46935" cy="15009"/>
                </a:xfrm>
                <a:custGeom>
                  <a:avLst/>
                  <a:gdLst>
                    <a:gd name="connsiteX0" fmla="*/ 1394 w 46935"/>
                    <a:gd name="connsiteY0" fmla="*/ 42 h 15009"/>
                    <a:gd name="connsiteX1" fmla="*/ 45541 w 46935"/>
                    <a:gd name="connsiteY1" fmla="*/ 10550 h 15009"/>
                    <a:gd name="connsiteX2" fmla="*/ 46935 w 46935"/>
                    <a:gd name="connsiteY2" fmla="*/ 12424 h 15009"/>
                    <a:gd name="connsiteX3" fmla="*/ 46935 w 46935"/>
                    <a:gd name="connsiteY3" fmla="*/ 13830 h 15009"/>
                    <a:gd name="connsiteX4" fmla="*/ 45541 w 46935"/>
                    <a:gd name="connsiteY4" fmla="*/ 14968 h 15009"/>
                    <a:gd name="connsiteX5" fmla="*/ 1394 w 46935"/>
                    <a:gd name="connsiteY5" fmla="*/ 4460 h 15009"/>
                    <a:gd name="connsiteX6" fmla="*/ 0 w 46935"/>
                    <a:gd name="connsiteY6" fmla="*/ 2586 h 15009"/>
                    <a:gd name="connsiteX7" fmla="*/ 0 w 46935"/>
                    <a:gd name="connsiteY7" fmla="*/ 1180 h 15009"/>
                    <a:gd name="connsiteX8" fmla="*/ 1394 w 46935"/>
                    <a:gd name="connsiteY8" fmla="*/ 42 h 15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5009">
                      <a:moveTo>
                        <a:pt x="1394" y="42"/>
                      </a:moveTo>
                      <a:lnTo>
                        <a:pt x="45541" y="10550"/>
                      </a:lnTo>
                      <a:cubicBezTo>
                        <a:pt x="46338" y="10751"/>
                        <a:pt x="46935" y="11554"/>
                        <a:pt x="46935" y="12424"/>
                      </a:cubicBezTo>
                      <a:lnTo>
                        <a:pt x="46935" y="13830"/>
                      </a:lnTo>
                      <a:cubicBezTo>
                        <a:pt x="46935" y="14633"/>
                        <a:pt x="46271" y="15168"/>
                        <a:pt x="45541" y="14968"/>
                      </a:cubicBezTo>
                      <a:lnTo>
                        <a:pt x="1394" y="4460"/>
                      </a:lnTo>
                      <a:cubicBezTo>
                        <a:pt x="597" y="4259"/>
                        <a:pt x="0" y="3456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039" name="任意多边形: 形状 4038">
                  <a:extLst>
                    <a:ext uri="{FF2B5EF4-FFF2-40B4-BE49-F238E27FC236}">
                      <a16:creationId xmlns:a16="http://schemas.microsoft.com/office/drawing/2014/main" id="{29A6C35E-BBA9-EA3C-33E8-5ECD5F7C0241}"/>
                    </a:ext>
                  </a:extLst>
                </p:cNvPr>
                <p:cNvSpPr/>
                <p:nvPr/>
              </p:nvSpPr>
              <p:spPr>
                <a:xfrm>
                  <a:off x="2383130" y="5264300"/>
                  <a:ext cx="46935" cy="13021"/>
                </a:xfrm>
                <a:custGeom>
                  <a:avLst/>
                  <a:gdLst>
                    <a:gd name="connsiteX0" fmla="*/ 1062 w 46935"/>
                    <a:gd name="connsiteY0" fmla="*/ 52 h 13021"/>
                    <a:gd name="connsiteX1" fmla="*/ 45873 w 46935"/>
                    <a:gd name="connsiteY1" fmla="*/ 10694 h 13021"/>
                    <a:gd name="connsiteX2" fmla="*/ 46935 w 46935"/>
                    <a:gd name="connsiteY2" fmla="*/ 12099 h 13021"/>
                    <a:gd name="connsiteX3" fmla="*/ 46935 w 46935"/>
                    <a:gd name="connsiteY3" fmla="*/ 12099 h 13021"/>
                    <a:gd name="connsiteX4" fmla="*/ 45873 w 46935"/>
                    <a:gd name="connsiteY4" fmla="*/ 12969 h 13021"/>
                    <a:gd name="connsiteX5" fmla="*/ 1062 w 46935"/>
                    <a:gd name="connsiteY5" fmla="*/ 2327 h 13021"/>
                    <a:gd name="connsiteX6" fmla="*/ 0 w 46935"/>
                    <a:gd name="connsiteY6" fmla="*/ 922 h 13021"/>
                    <a:gd name="connsiteX7" fmla="*/ 0 w 46935"/>
                    <a:gd name="connsiteY7" fmla="*/ 922 h 13021"/>
                    <a:gd name="connsiteX8" fmla="*/ 1062 w 46935"/>
                    <a:gd name="connsiteY8" fmla="*/ 52 h 13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021">
                      <a:moveTo>
                        <a:pt x="1062" y="52"/>
                      </a:moveTo>
                      <a:lnTo>
                        <a:pt x="45873" y="10694"/>
                      </a:lnTo>
                      <a:cubicBezTo>
                        <a:pt x="46470" y="10827"/>
                        <a:pt x="46935" y="11497"/>
                        <a:pt x="46935" y="12099"/>
                      </a:cubicBezTo>
                      <a:lnTo>
                        <a:pt x="46935" y="12099"/>
                      </a:lnTo>
                      <a:cubicBezTo>
                        <a:pt x="46935" y="12768"/>
                        <a:pt x="46470" y="13170"/>
                        <a:pt x="45873" y="12969"/>
                      </a:cubicBezTo>
                      <a:lnTo>
                        <a:pt x="1062" y="2327"/>
                      </a:lnTo>
                      <a:cubicBezTo>
                        <a:pt x="465" y="2194"/>
                        <a:pt x="0" y="1524"/>
                        <a:pt x="0" y="922"/>
                      </a:cubicBezTo>
                      <a:lnTo>
                        <a:pt x="0" y="922"/>
                      </a:lnTo>
                      <a:cubicBezTo>
                        <a:pt x="0" y="253"/>
                        <a:pt x="465" y="-149"/>
                        <a:pt x="1062" y="52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grpSp>
          <p:nvGrpSpPr>
            <p:cNvPr id="3793" name="组合 3792">
              <a:extLst>
                <a:ext uri="{FF2B5EF4-FFF2-40B4-BE49-F238E27FC236}">
                  <a16:creationId xmlns:a16="http://schemas.microsoft.com/office/drawing/2014/main" id="{347B2CDB-1A58-630E-46D2-3ECE755BEE00}"/>
                </a:ext>
              </a:extLst>
            </p:cNvPr>
            <p:cNvGrpSpPr/>
            <p:nvPr/>
          </p:nvGrpSpPr>
          <p:grpSpPr>
            <a:xfrm>
              <a:off x="929741" y="5970396"/>
              <a:ext cx="1514130" cy="637071"/>
              <a:chOff x="714745" y="5441797"/>
              <a:chExt cx="1514130" cy="637071"/>
            </a:xfrm>
          </p:grpSpPr>
          <p:sp>
            <p:nvSpPr>
              <p:cNvPr id="3918" name="矩形 3917">
                <a:extLst>
                  <a:ext uri="{FF2B5EF4-FFF2-40B4-BE49-F238E27FC236}">
                    <a16:creationId xmlns:a16="http://schemas.microsoft.com/office/drawing/2014/main" id="{DB6321C0-4C1C-927A-C6FA-BB12ACB1B474}"/>
                  </a:ext>
                </a:extLst>
              </p:cNvPr>
              <p:cNvSpPr/>
              <p:nvPr/>
            </p:nvSpPr>
            <p:spPr>
              <a:xfrm>
                <a:off x="714745" y="5817258"/>
                <a:ext cx="1514130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050" dirty="0">
                    <a:latin typeface="微软雅黑" pitchFamily="34" charset="-122"/>
                    <a:ea typeface="微软雅黑" pitchFamily="34" charset="-122"/>
                    <a:cs typeface="微软雅黑 Light" charset="-122"/>
                  </a:rPr>
                  <a:t>内网电脑</a:t>
                </a:r>
              </a:p>
            </p:txBody>
          </p:sp>
          <p:sp>
            <p:nvSpPr>
              <p:cNvPr id="3919" name="任意多边形: 形状 3918">
                <a:extLst>
                  <a:ext uri="{FF2B5EF4-FFF2-40B4-BE49-F238E27FC236}">
                    <a16:creationId xmlns:a16="http://schemas.microsoft.com/office/drawing/2014/main" id="{E3D01430-115C-C526-96C9-63C876CE6E9B}"/>
                  </a:ext>
                </a:extLst>
              </p:cNvPr>
              <p:cNvSpPr/>
              <p:nvPr/>
            </p:nvSpPr>
            <p:spPr>
              <a:xfrm>
                <a:off x="1359392" y="5651083"/>
                <a:ext cx="61141" cy="24763"/>
              </a:xfrm>
              <a:custGeom>
                <a:avLst/>
                <a:gdLst>
                  <a:gd name="connsiteX0" fmla="*/ 61142 w 61141"/>
                  <a:gd name="connsiteY0" fmla="*/ 0 h 24763"/>
                  <a:gd name="connsiteX1" fmla="*/ 0 w 61141"/>
                  <a:gd name="connsiteY1" fmla="*/ 0 h 24763"/>
                  <a:gd name="connsiteX2" fmla="*/ 0 w 61141"/>
                  <a:gd name="connsiteY2" fmla="*/ 24764 h 24763"/>
                  <a:gd name="connsiteX3" fmla="*/ 61142 w 61141"/>
                  <a:gd name="connsiteY3" fmla="*/ 24764 h 24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141" h="24763">
                    <a:moveTo>
                      <a:pt x="61142" y="0"/>
                    </a:moveTo>
                    <a:lnTo>
                      <a:pt x="0" y="0"/>
                    </a:lnTo>
                    <a:lnTo>
                      <a:pt x="0" y="24764"/>
                    </a:lnTo>
                    <a:lnTo>
                      <a:pt x="61142" y="24764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20" name="任意多边形: 形状 3919">
                <a:extLst>
                  <a:ext uri="{FF2B5EF4-FFF2-40B4-BE49-F238E27FC236}">
                    <a16:creationId xmlns:a16="http://schemas.microsoft.com/office/drawing/2014/main" id="{B4F5FCF0-1FC2-D03F-878B-48403789158F}"/>
                  </a:ext>
                </a:extLst>
              </p:cNvPr>
              <p:cNvSpPr/>
              <p:nvPr/>
            </p:nvSpPr>
            <p:spPr>
              <a:xfrm>
                <a:off x="1325004" y="5707237"/>
                <a:ext cx="129851" cy="6023"/>
              </a:xfrm>
              <a:custGeom>
                <a:avLst/>
                <a:gdLst>
                  <a:gd name="connsiteX0" fmla="*/ 129852 w 129851"/>
                  <a:gd name="connsiteY0" fmla="*/ 3012 h 6023"/>
                  <a:gd name="connsiteX1" fmla="*/ 126864 w 129851"/>
                  <a:gd name="connsiteY1" fmla="*/ 0 h 6023"/>
                  <a:gd name="connsiteX2" fmla="*/ 2987 w 129851"/>
                  <a:gd name="connsiteY2" fmla="*/ 0 h 6023"/>
                  <a:gd name="connsiteX3" fmla="*/ 0 w 129851"/>
                  <a:gd name="connsiteY3" fmla="*/ 3012 h 6023"/>
                  <a:gd name="connsiteX4" fmla="*/ 2987 w 129851"/>
                  <a:gd name="connsiteY4" fmla="*/ 6024 h 6023"/>
                  <a:gd name="connsiteX5" fmla="*/ 126864 w 129851"/>
                  <a:gd name="connsiteY5" fmla="*/ 6024 h 6023"/>
                  <a:gd name="connsiteX6" fmla="*/ 129852 w 129851"/>
                  <a:gd name="connsiteY6" fmla="*/ 3012 h 6023"/>
                  <a:gd name="connsiteX7" fmla="*/ 129852 w 129851"/>
                  <a:gd name="connsiteY7" fmla="*/ 3012 h 6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851" h="6023">
                    <a:moveTo>
                      <a:pt x="129852" y="3012"/>
                    </a:moveTo>
                    <a:cubicBezTo>
                      <a:pt x="129852" y="1406"/>
                      <a:pt x="128458" y="0"/>
                      <a:pt x="126864" y="0"/>
                    </a:cubicBezTo>
                    <a:lnTo>
                      <a:pt x="2987" y="0"/>
                    </a:lnTo>
                    <a:cubicBezTo>
                      <a:pt x="1394" y="0"/>
                      <a:pt x="0" y="1406"/>
                      <a:pt x="0" y="3012"/>
                    </a:cubicBezTo>
                    <a:cubicBezTo>
                      <a:pt x="0" y="4618"/>
                      <a:pt x="1394" y="6024"/>
                      <a:pt x="2987" y="6024"/>
                    </a:cubicBezTo>
                    <a:lnTo>
                      <a:pt x="126864" y="6024"/>
                    </a:lnTo>
                    <a:cubicBezTo>
                      <a:pt x="128458" y="6024"/>
                      <a:pt x="129852" y="4618"/>
                      <a:pt x="129852" y="3012"/>
                    </a:cubicBezTo>
                    <a:lnTo>
                      <a:pt x="129852" y="3012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21" name="任意多边形: 形状 3920">
                <a:extLst>
                  <a:ext uri="{FF2B5EF4-FFF2-40B4-BE49-F238E27FC236}">
                    <a16:creationId xmlns:a16="http://schemas.microsoft.com/office/drawing/2014/main" id="{9D6FDC16-FF63-3F4B-F634-BF63FA7A6B56}"/>
                  </a:ext>
                </a:extLst>
              </p:cNvPr>
              <p:cNvSpPr/>
              <p:nvPr/>
            </p:nvSpPr>
            <p:spPr>
              <a:xfrm>
                <a:off x="1325469" y="5675178"/>
                <a:ext cx="128988" cy="33330"/>
              </a:xfrm>
              <a:custGeom>
                <a:avLst/>
                <a:gdLst>
                  <a:gd name="connsiteX0" fmla="*/ 128989 w 128988"/>
                  <a:gd name="connsiteY0" fmla="*/ 33331 h 33330"/>
                  <a:gd name="connsiteX1" fmla="*/ 0 w 128988"/>
                  <a:gd name="connsiteY1" fmla="*/ 33331 h 33330"/>
                  <a:gd name="connsiteX2" fmla="*/ 33127 w 128988"/>
                  <a:gd name="connsiteY2" fmla="*/ 0 h 33330"/>
                  <a:gd name="connsiteX3" fmla="*/ 95796 w 128988"/>
                  <a:gd name="connsiteY3" fmla="*/ 0 h 33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988" h="33330">
                    <a:moveTo>
                      <a:pt x="128989" y="33331"/>
                    </a:moveTo>
                    <a:lnTo>
                      <a:pt x="0" y="33331"/>
                    </a:lnTo>
                    <a:lnTo>
                      <a:pt x="33127" y="0"/>
                    </a:lnTo>
                    <a:lnTo>
                      <a:pt x="95796" y="0"/>
                    </a:lnTo>
                    <a:close/>
                  </a:path>
                </a:pathLst>
              </a:custGeom>
              <a:solidFill>
                <a:srgbClr val="2B354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22" name="任意多边形: 形状 3921">
                <a:extLst>
                  <a:ext uri="{FF2B5EF4-FFF2-40B4-BE49-F238E27FC236}">
                    <a16:creationId xmlns:a16="http://schemas.microsoft.com/office/drawing/2014/main" id="{4289619E-BD00-547C-27D6-FBE987A87CC8}"/>
                  </a:ext>
                </a:extLst>
              </p:cNvPr>
              <p:cNvSpPr/>
              <p:nvPr/>
            </p:nvSpPr>
            <p:spPr>
              <a:xfrm>
                <a:off x="1235847" y="5458997"/>
                <a:ext cx="308231" cy="192688"/>
              </a:xfrm>
              <a:custGeom>
                <a:avLst/>
                <a:gdLst>
                  <a:gd name="connsiteX0" fmla="*/ 308099 w 308231"/>
                  <a:gd name="connsiteY0" fmla="*/ 3882 h 192688"/>
                  <a:gd name="connsiteX1" fmla="*/ 304249 w 308231"/>
                  <a:gd name="connsiteY1" fmla="*/ 0 h 192688"/>
                  <a:gd name="connsiteX2" fmla="*/ 3850 w 308231"/>
                  <a:gd name="connsiteY2" fmla="*/ 0 h 192688"/>
                  <a:gd name="connsiteX3" fmla="*/ 0 w 308231"/>
                  <a:gd name="connsiteY3" fmla="*/ 3882 h 192688"/>
                  <a:gd name="connsiteX4" fmla="*/ 0 w 308231"/>
                  <a:gd name="connsiteY4" fmla="*/ 188807 h 192688"/>
                  <a:gd name="connsiteX5" fmla="*/ 3850 w 308231"/>
                  <a:gd name="connsiteY5" fmla="*/ 192689 h 192688"/>
                  <a:gd name="connsiteX6" fmla="*/ 304381 w 308231"/>
                  <a:gd name="connsiteY6" fmla="*/ 192689 h 192688"/>
                  <a:gd name="connsiteX7" fmla="*/ 308232 w 308231"/>
                  <a:gd name="connsiteY7" fmla="*/ 188807 h 192688"/>
                  <a:gd name="connsiteX8" fmla="*/ 308232 w 308231"/>
                  <a:gd name="connsiteY8" fmla="*/ 3882 h 192688"/>
                  <a:gd name="connsiteX9" fmla="*/ 308099 w 308231"/>
                  <a:gd name="connsiteY9" fmla="*/ 3882 h 19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8231" h="192688">
                    <a:moveTo>
                      <a:pt x="308099" y="3882"/>
                    </a:moveTo>
                    <a:cubicBezTo>
                      <a:pt x="308099" y="1740"/>
                      <a:pt x="306373" y="0"/>
                      <a:pt x="304249" y="0"/>
                    </a:cubicBezTo>
                    <a:lnTo>
                      <a:pt x="3850" y="0"/>
                    </a:lnTo>
                    <a:cubicBezTo>
                      <a:pt x="1726" y="0"/>
                      <a:pt x="0" y="1740"/>
                      <a:pt x="0" y="3882"/>
                    </a:cubicBezTo>
                    <a:lnTo>
                      <a:pt x="0" y="188807"/>
                    </a:lnTo>
                    <a:cubicBezTo>
                      <a:pt x="0" y="190948"/>
                      <a:pt x="1726" y="192689"/>
                      <a:pt x="3850" y="192689"/>
                    </a:cubicBezTo>
                    <a:lnTo>
                      <a:pt x="304381" y="192689"/>
                    </a:lnTo>
                    <a:cubicBezTo>
                      <a:pt x="306506" y="192689"/>
                      <a:pt x="308232" y="190948"/>
                      <a:pt x="308232" y="188807"/>
                    </a:cubicBezTo>
                    <a:lnTo>
                      <a:pt x="308232" y="3882"/>
                    </a:lnTo>
                    <a:lnTo>
                      <a:pt x="308099" y="3882"/>
                    </a:lnTo>
                    <a:close/>
                  </a:path>
                </a:pathLst>
              </a:custGeom>
              <a:solidFill>
                <a:srgbClr val="B1B2F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23" name="任意多边形: 形状 3922">
                <a:extLst>
                  <a:ext uri="{FF2B5EF4-FFF2-40B4-BE49-F238E27FC236}">
                    <a16:creationId xmlns:a16="http://schemas.microsoft.com/office/drawing/2014/main" id="{0171A5FE-0F04-2381-612E-0E1DD042B482}"/>
                  </a:ext>
                </a:extLst>
              </p:cNvPr>
              <p:cNvSpPr/>
              <p:nvPr/>
            </p:nvSpPr>
            <p:spPr>
              <a:xfrm>
                <a:off x="1217193" y="5441797"/>
                <a:ext cx="345607" cy="209889"/>
              </a:xfrm>
              <a:custGeom>
                <a:avLst/>
                <a:gdLst>
                  <a:gd name="connsiteX0" fmla="*/ 345475 w 345607"/>
                  <a:gd name="connsiteY0" fmla="*/ 4217 h 209889"/>
                  <a:gd name="connsiteX1" fmla="*/ 341624 w 345607"/>
                  <a:gd name="connsiteY1" fmla="*/ 0 h 209889"/>
                  <a:gd name="connsiteX2" fmla="*/ 3850 w 345607"/>
                  <a:gd name="connsiteY2" fmla="*/ 0 h 209889"/>
                  <a:gd name="connsiteX3" fmla="*/ 0 w 345607"/>
                  <a:gd name="connsiteY3" fmla="*/ 4217 h 209889"/>
                  <a:gd name="connsiteX4" fmla="*/ 0 w 345607"/>
                  <a:gd name="connsiteY4" fmla="*/ 205673 h 209889"/>
                  <a:gd name="connsiteX5" fmla="*/ 3850 w 345607"/>
                  <a:gd name="connsiteY5" fmla="*/ 209889 h 209889"/>
                  <a:gd name="connsiteX6" fmla="*/ 341757 w 345607"/>
                  <a:gd name="connsiteY6" fmla="*/ 209889 h 209889"/>
                  <a:gd name="connsiteX7" fmla="*/ 345607 w 345607"/>
                  <a:gd name="connsiteY7" fmla="*/ 205673 h 209889"/>
                  <a:gd name="connsiteX8" fmla="*/ 345607 w 345607"/>
                  <a:gd name="connsiteY8" fmla="*/ 4217 h 209889"/>
                  <a:gd name="connsiteX9" fmla="*/ 345475 w 345607"/>
                  <a:gd name="connsiteY9" fmla="*/ 4217 h 209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5607" h="209889">
                    <a:moveTo>
                      <a:pt x="345475" y="4217"/>
                    </a:moveTo>
                    <a:cubicBezTo>
                      <a:pt x="345475" y="1874"/>
                      <a:pt x="343749" y="0"/>
                      <a:pt x="341624" y="0"/>
                    </a:cubicBezTo>
                    <a:lnTo>
                      <a:pt x="3850" y="0"/>
                    </a:lnTo>
                    <a:cubicBezTo>
                      <a:pt x="1726" y="0"/>
                      <a:pt x="0" y="1941"/>
                      <a:pt x="0" y="4217"/>
                    </a:cubicBezTo>
                    <a:lnTo>
                      <a:pt x="0" y="205673"/>
                    </a:lnTo>
                    <a:cubicBezTo>
                      <a:pt x="0" y="208015"/>
                      <a:pt x="1726" y="209889"/>
                      <a:pt x="3850" y="209889"/>
                    </a:cubicBezTo>
                    <a:lnTo>
                      <a:pt x="341757" y="209889"/>
                    </a:lnTo>
                    <a:cubicBezTo>
                      <a:pt x="343881" y="209889"/>
                      <a:pt x="345607" y="207948"/>
                      <a:pt x="345607" y="205673"/>
                    </a:cubicBezTo>
                    <a:lnTo>
                      <a:pt x="345607" y="4217"/>
                    </a:lnTo>
                    <a:lnTo>
                      <a:pt x="345475" y="4217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24" name="任意多边形: 形状 3923">
                <a:extLst>
                  <a:ext uri="{FF2B5EF4-FFF2-40B4-BE49-F238E27FC236}">
                    <a16:creationId xmlns:a16="http://schemas.microsoft.com/office/drawing/2014/main" id="{80300EB5-B97A-37F0-B4B7-95646C84BD7B}"/>
                  </a:ext>
                </a:extLst>
              </p:cNvPr>
              <p:cNvSpPr/>
              <p:nvPr/>
            </p:nvSpPr>
            <p:spPr>
              <a:xfrm>
                <a:off x="1257091" y="5488915"/>
                <a:ext cx="263553" cy="121609"/>
              </a:xfrm>
              <a:custGeom>
                <a:avLst/>
                <a:gdLst>
                  <a:gd name="connsiteX0" fmla="*/ 141469 w 263553"/>
                  <a:gd name="connsiteY0" fmla="*/ 0 h 121609"/>
                  <a:gd name="connsiteX1" fmla="*/ 263554 w 263553"/>
                  <a:gd name="connsiteY1" fmla="*/ 0 h 121609"/>
                  <a:gd name="connsiteX2" fmla="*/ 263554 w 263553"/>
                  <a:gd name="connsiteY2" fmla="*/ 121610 h 121609"/>
                  <a:gd name="connsiteX3" fmla="*/ 141469 w 263553"/>
                  <a:gd name="connsiteY3" fmla="*/ 121610 h 121609"/>
                  <a:gd name="connsiteX4" fmla="*/ 141469 w 263553"/>
                  <a:gd name="connsiteY4" fmla="*/ 0 h 121609"/>
                  <a:gd name="connsiteX5" fmla="*/ 0 w 263553"/>
                  <a:gd name="connsiteY5" fmla="*/ 0 h 121609"/>
                  <a:gd name="connsiteX6" fmla="*/ 122085 w 263553"/>
                  <a:gd name="connsiteY6" fmla="*/ 0 h 121609"/>
                  <a:gd name="connsiteX7" fmla="*/ 122085 w 263553"/>
                  <a:gd name="connsiteY7" fmla="*/ 121610 h 121609"/>
                  <a:gd name="connsiteX8" fmla="*/ 0 w 263553"/>
                  <a:gd name="connsiteY8" fmla="*/ 121610 h 121609"/>
                  <a:gd name="connsiteX9" fmla="*/ 0 w 263553"/>
                  <a:gd name="connsiteY9" fmla="*/ 0 h 121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3553" h="121609">
                    <a:moveTo>
                      <a:pt x="141469" y="0"/>
                    </a:moveTo>
                    <a:lnTo>
                      <a:pt x="263554" y="0"/>
                    </a:lnTo>
                    <a:lnTo>
                      <a:pt x="263554" y="121610"/>
                    </a:lnTo>
                    <a:lnTo>
                      <a:pt x="141469" y="121610"/>
                    </a:lnTo>
                    <a:lnTo>
                      <a:pt x="141469" y="0"/>
                    </a:lnTo>
                    <a:close/>
                    <a:moveTo>
                      <a:pt x="0" y="0"/>
                    </a:moveTo>
                    <a:lnTo>
                      <a:pt x="122085" y="0"/>
                    </a:lnTo>
                    <a:lnTo>
                      <a:pt x="122085" y="121610"/>
                    </a:lnTo>
                    <a:lnTo>
                      <a:pt x="0" y="1216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D9D9"/>
              </a:solidFill>
              <a:ln w="14358" cap="flat">
                <a:solidFill>
                  <a:srgbClr val="D9D9D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25" name="任意多边形: 形状 3924">
                <a:extLst>
                  <a:ext uri="{FF2B5EF4-FFF2-40B4-BE49-F238E27FC236}">
                    <a16:creationId xmlns:a16="http://schemas.microsoft.com/office/drawing/2014/main" id="{9555A9E1-D5DD-617A-6B05-32FE8347A676}"/>
                  </a:ext>
                </a:extLst>
              </p:cNvPr>
              <p:cNvSpPr/>
              <p:nvPr/>
            </p:nvSpPr>
            <p:spPr>
              <a:xfrm>
                <a:off x="1237706" y="5457391"/>
                <a:ext cx="305244" cy="180172"/>
              </a:xfrm>
              <a:custGeom>
                <a:avLst/>
                <a:gdLst>
                  <a:gd name="connsiteX0" fmla="*/ 0 w 305244"/>
                  <a:gd name="connsiteY0" fmla="*/ 0 h 180172"/>
                  <a:gd name="connsiteX1" fmla="*/ 0 w 305244"/>
                  <a:gd name="connsiteY1" fmla="*/ 180173 h 180172"/>
                  <a:gd name="connsiteX2" fmla="*/ 305245 w 305244"/>
                  <a:gd name="connsiteY2" fmla="*/ 180173 h 180172"/>
                  <a:gd name="connsiteX3" fmla="*/ 305245 w 305244"/>
                  <a:gd name="connsiteY3" fmla="*/ 0 h 180172"/>
                  <a:gd name="connsiteX4" fmla="*/ 0 w 305244"/>
                  <a:gd name="connsiteY4" fmla="*/ 0 h 180172"/>
                  <a:gd name="connsiteX5" fmla="*/ 160854 w 305244"/>
                  <a:gd name="connsiteY5" fmla="*/ 31524 h 180172"/>
                  <a:gd name="connsiteX6" fmla="*/ 282939 w 305244"/>
                  <a:gd name="connsiteY6" fmla="*/ 31524 h 180172"/>
                  <a:gd name="connsiteX7" fmla="*/ 282939 w 305244"/>
                  <a:gd name="connsiteY7" fmla="*/ 153134 h 180172"/>
                  <a:gd name="connsiteX8" fmla="*/ 160854 w 305244"/>
                  <a:gd name="connsiteY8" fmla="*/ 153134 h 180172"/>
                  <a:gd name="connsiteX9" fmla="*/ 160854 w 305244"/>
                  <a:gd name="connsiteY9" fmla="*/ 31524 h 180172"/>
                  <a:gd name="connsiteX10" fmla="*/ 19385 w 305244"/>
                  <a:gd name="connsiteY10" fmla="*/ 31524 h 180172"/>
                  <a:gd name="connsiteX11" fmla="*/ 141469 w 305244"/>
                  <a:gd name="connsiteY11" fmla="*/ 31524 h 180172"/>
                  <a:gd name="connsiteX12" fmla="*/ 141469 w 305244"/>
                  <a:gd name="connsiteY12" fmla="*/ 153134 h 180172"/>
                  <a:gd name="connsiteX13" fmla="*/ 19385 w 305244"/>
                  <a:gd name="connsiteY13" fmla="*/ 153134 h 180172"/>
                  <a:gd name="connsiteX14" fmla="*/ 19385 w 305244"/>
                  <a:gd name="connsiteY14" fmla="*/ 31524 h 180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5244" h="180172">
                    <a:moveTo>
                      <a:pt x="0" y="0"/>
                    </a:moveTo>
                    <a:lnTo>
                      <a:pt x="0" y="180173"/>
                    </a:lnTo>
                    <a:lnTo>
                      <a:pt x="305245" y="180173"/>
                    </a:lnTo>
                    <a:lnTo>
                      <a:pt x="305245" y="0"/>
                    </a:lnTo>
                    <a:lnTo>
                      <a:pt x="0" y="0"/>
                    </a:lnTo>
                    <a:close/>
                    <a:moveTo>
                      <a:pt x="160854" y="31524"/>
                    </a:moveTo>
                    <a:lnTo>
                      <a:pt x="282939" y="31524"/>
                    </a:lnTo>
                    <a:lnTo>
                      <a:pt x="282939" y="153134"/>
                    </a:lnTo>
                    <a:lnTo>
                      <a:pt x="160854" y="153134"/>
                    </a:lnTo>
                    <a:lnTo>
                      <a:pt x="160854" y="31524"/>
                    </a:lnTo>
                    <a:close/>
                    <a:moveTo>
                      <a:pt x="19385" y="31524"/>
                    </a:moveTo>
                    <a:lnTo>
                      <a:pt x="141469" y="31524"/>
                    </a:lnTo>
                    <a:lnTo>
                      <a:pt x="141469" y="153134"/>
                    </a:lnTo>
                    <a:lnTo>
                      <a:pt x="19385" y="153134"/>
                    </a:lnTo>
                    <a:lnTo>
                      <a:pt x="19385" y="31524"/>
                    </a:lnTo>
                    <a:close/>
                  </a:path>
                </a:pathLst>
              </a:custGeom>
              <a:solidFill>
                <a:srgbClr val="F2F2F2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26" name="任意多边形: 形状 3925">
                <a:extLst>
                  <a:ext uri="{FF2B5EF4-FFF2-40B4-BE49-F238E27FC236}">
                    <a16:creationId xmlns:a16="http://schemas.microsoft.com/office/drawing/2014/main" id="{C047A1A7-513E-D204-AD54-D1A0334F0D1C}"/>
                  </a:ext>
                </a:extLst>
              </p:cNvPr>
              <p:cNvSpPr/>
              <p:nvPr/>
            </p:nvSpPr>
            <p:spPr>
              <a:xfrm>
                <a:off x="1412037" y="5512942"/>
                <a:ext cx="89356" cy="70743"/>
              </a:xfrm>
              <a:custGeom>
                <a:avLst/>
                <a:gdLst>
                  <a:gd name="connsiteX0" fmla="*/ 20779 w 89356"/>
                  <a:gd name="connsiteY0" fmla="*/ 0 h 70743"/>
                  <a:gd name="connsiteX1" fmla="*/ 23766 w 89356"/>
                  <a:gd name="connsiteY1" fmla="*/ 0 h 70743"/>
                  <a:gd name="connsiteX2" fmla="*/ 28214 w 89356"/>
                  <a:gd name="connsiteY2" fmla="*/ 1472 h 70743"/>
                  <a:gd name="connsiteX3" fmla="*/ 31202 w 89356"/>
                  <a:gd name="connsiteY3" fmla="*/ 2945 h 70743"/>
                  <a:gd name="connsiteX4" fmla="*/ 34189 w 89356"/>
                  <a:gd name="connsiteY4" fmla="*/ 5957 h 70743"/>
                  <a:gd name="connsiteX5" fmla="*/ 37176 w 89356"/>
                  <a:gd name="connsiteY5" fmla="*/ 8968 h 70743"/>
                  <a:gd name="connsiteX6" fmla="*/ 38637 w 89356"/>
                  <a:gd name="connsiteY6" fmla="*/ 11980 h 70743"/>
                  <a:gd name="connsiteX7" fmla="*/ 40097 w 89356"/>
                  <a:gd name="connsiteY7" fmla="*/ 16465 h 70743"/>
                  <a:gd name="connsiteX8" fmla="*/ 40097 w 89356"/>
                  <a:gd name="connsiteY8" fmla="*/ 20949 h 70743"/>
                  <a:gd name="connsiteX9" fmla="*/ 40097 w 89356"/>
                  <a:gd name="connsiteY9" fmla="*/ 25433 h 70743"/>
                  <a:gd name="connsiteX10" fmla="*/ 38637 w 89356"/>
                  <a:gd name="connsiteY10" fmla="*/ 28445 h 70743"/>
                  <a:gd name="connsiteX11" fmla="*/ 37176 w 89356"/>
                  <a:gd name="connsiteY11" fmla="*/ 32929 h 70743"/>
                  <a:gd name="connsiteX12" fmla="*/ 34189 w 89356"/>
                  <a:gd name="connsiteY12" fmla="*/ 35941 h 70743"/>
                  <a:gd name="connsiteX13" fmla="*/ 31202 w 89356"/>
                  <a:gd name="connsiteY13" fmla="*/ 37413 h 70743"/>
                  <a:gd name="connsiteX14" fmla="*/ 28214 w 89356"/>
                  <a:gd name="connsiteY14" fmla="*/ 40425 h 70743"/>
                  <a:gd name="connsiteX15" fmla="*/ 23766 w 89356"/>
                  <a:gd name="connsiteY15" fmla="*/ 41898 h 70743"/>
                  <a:gd name="connsiteX16" fmla="*/ 20779 w 89356"/>
                  <a:gd name="connsiteY16" fmla="*/ 41898 h 70743"/>
                  <a:gd name="connsiteX17" fmla="*/ 16331 w 89356"/>
                  <a:gd name="connsiteY17" fmla="*/ 41898 h 70743"/>
                  <a:gd name="connsiteX18" fmla="*/ 11883 w 89356"/>
                  <a:gd name="connsiteY18" fmla="*/ 40425 h 70743"/>
                  <a:gd name="connsiteX19" fmla="*/ 8896 w 89356"/>
                  <a:gd name="connsiteY19" fmla="*/ 37413 h 70743"/>
                  <a:gd name="connsiteX20" fmla="*/ 5908 w 89356"/>
                  <a:gd name="connsiteY20" fmla="*/ 35941 h 70743"/>
                  <a:gd name="connsiteX21" fmla="*/ 2921 w 89356"/>
                  <a:gd name="connsiteY21" fmla="*/ 32929 h 70743"/>
                  <a:gd name="connsiteX22" fmla="*/ 1460 w 89356"/>
                  <a:gd name="connsiteY22" fmla="*/ 28445 h 70743"/>
                  <a:gd name="connsiteX23" fmla="*/ 0 w 89356"/>
                  <a:gd name="connsiteY23" fmla="*/ 25433 h 70743"/>
                  <a:gd name="connsiteX24" fmla="*/ 0 w 89356"/>
                  <a:gd name="connsiteY24" fmla="*/ 20949 h 70743"/>
                  <a:gd name="connsiteX25" fmla="*/ 0 w 89356"/>
                  <a:gd name="connsiteY25" fmla="*/ 16465 h 70743"/>
                  <a:gd name="connsiteX26" fmla="*/ 1460 w 89356"/>
                  <a:gd name="connsiteY26" fmla="*/ 11980 h 70743"/>
                  <a:gd name="connsiteX27" fmla="*/ 2921 w 89356"/>
                  <a:gd name="connsiteY27" fmla="*/ 8968 h 70743"/>
                  <a:gd name="connsiteX28" fmla="*/ 5908 w 89356"/>
                  <a:gd name="connsiteY28" fmla="*/ 5957 h 70743"/>
                  <a:gd name="connsiteX29" fmla="*/ 8896 w 89356"/>
                  <a:gd name="connsiteY29" fmla="*/ 2945 h 70743"/>
                  <a:gd name="connsiteX30" fmla="*/ 11883 w 89356"/>
                  <a:gd name="connsiteY30" fmla="*/ 1472 h 70743"/>
                  <a:gd name="connsiteX31" fmla="*/ 16331 w 89356"/>
                  <a:gd name="connsiteY31" fmla="*/ 0 h 70743"/>
                  <a:gd name="connsiteX32" fmla="*/ 20779 w 89356"/>
                  <a:gd name="connsiteY32" fmla="*/ 0 h 70743"/>
                  <a:gd name="connsiteX33" fmla="*/ 20779 w 89356"/>
                  <a:gd name="connsiteY33" fmla="*/ 0 h 70743"/>
                  <a:gd name="connsiteX34" fmla="*/ 89290 w 89356"/>
                  <a:gd name="connsiteY34" fmla="*/ 6024 h 70743"/>
                  <a:gd name="connsiteX35" fmla="*/ 89290 w 89356"/>
                  <a:gd name="connsiteY35" fmla="*/ 57090 h 70743"/>
                  <a:gd name="connsiteX36" fmla="*/ 13344 w 89356"/>
                  <a:gd name="connsiteY36" fmla="*/ 57090 h 70743"/>
                  <a:gd name="connsiteX37" fmla="*/ 13344 w 89356"/>
                  <a:gd name="connsiteY37" fmla="*/ 43571 h 70743"/>
                  <a:gd name="connsiteX38" fmla="*/ 16331 w 89356"/>
                  <a:gd name="connsiteY38" fmla="*/ 45043 h 70743"/>
                  <a:gd name="connsiteX39" fmla="*/ 19318 w 89356"/>
                  <a:gd name="connsiteY39" fmla="*/ 45043 h 70743"/>
                  <a:gd name="connsiteX40" fmla="*/ 19318 w 89356"/>
                  <a:gd name="connsiteY40" fmla="*/ 51067 h 70743"/>
                  <a:gd name="connsiteX41" fmla="*/ 81854 w 89356"/>
                  <a:gd name="connsiteY41" fmla="*/ 51067 h 70743"/>
                  <a:gd name="connsiteX42" fmla="*/ 81854 w 89356"/>
                  <a:gd name="connsiteY42" fmla="*/ 12047 h 70743"/>
                  <a:gd name="connsiteX43" fmla="*/ 43151 w 89356"/>
                  <a:gd name="connsiteY43" fmla="*/ 12047 h 70743"/>
                  <a:gd name="connsiteX44" fmla="*/ 41691 w 89356"/>
                  <a:gd name="connsiteY44" fmla="*/ 9035 h 70743"/>
                  <a:gd name="connsiteX45" fmla="*/ 38703 w 89356"/>
                  <a:gd name="connsiteY45" fmla="*/ 6024 h 70743"/>
                  <a:gd name="connsiteX46" fmla="*/ 89356 w 89356"/>
                  <a:gd name="connsiteY46" fmla="*/ 6024 h 70743"/>
                  <a:gd name="connsiteX47" fmla="*/ 89356 w 89356"/>
                  <a:gd name="connsiteY47" fmla="*/ 6024 h 70743"/>
                  <a:gd name="connsiteX48" fmla="*/ 89356 w 89356"/>
                  <a:gd name="connsiteY48" fmla="*/ 6024 h 70743"/>
                  <a:gd name="connsiteX49" fmla="*/ 28214 w 89356"/>
                  <a:gd name="connsiteY49" fmla="*/ 19543 h 70743"/>
                  <a:gd name="connsiteX50" fmla="*/ 37176 w 89356"/>
                  <a:gd name="connsiteY50" fmla="*/ 19543 h 70743"/>
                  <a:gd name="connsiteX51" fmla="*/ 37176 w 89356"/>
                  <a:gd name="connsiteY51" fmla="*/ 16531 h 70743"/>
                  <a:gd name="connsiteX52" fmla="*/ 35716 w 89356"/>
                  <a:gd name="connsiteY52" fmla="*/ 13520 h 70743"/>
                  <a:gd name="connsiteX53" fmla="*/ 28281 w 89356"/>
                  <a:gd name="connsiteY53" fmla="*/ 13520 h 70743"/>
                  <a:gd name="connsiteX54" fmla="*/ 28281 w 89356"/>
                  <a:gd name="connsiteY54" fmla="*/ 19543 h 70743"/>
                  <a:gd name="connsiteX55" fmla="*/ 28281 w 89356"/>
                  <a:gd name="connsiteY55" fmla="*/ 19543 h 70743"/>
                  <a:gd name="connsiteX56" fmla="*/ 2921 w 89356"/>
                  <a:gd name="connsiteY56" fmla="*/ 19543 h 70743"/>
                  <a:gd name="connsiteX57" fmla="*/ 11883 w 89356"/>
                  <a:gd name="connsiteY57" fmla="*/ 19543 h 70743"/>
                  <a:gd name="connsiteX58" fmla="*/ 11883 w 89356"/>
                  <a:gd name="connsiteY58" fmla="*/ 13520 h 70743"/>
                  <a:gd name="connsiteX59" fmla="*/ 4448 w 89356"/>
                  <a:gd name="connsiteY59" fmla="*/ 13520 h 70743"/>
                  <a:gd name="connsiteX60" fmla="*/ 2921 w 89356"/>
                  <a:gd name="connsiteY60" fmla="*/ 16531 h 70743"/>
                  <a:gd name="connsiteX61" fmla="*/ 2921 w 89356"/>
                  <a:gd name="connsiteY61" fmla="*/ 19543 h 70743"/>
                  <a:gd name="connsiteX62" fmla="*/ 2921 w 89356"/>
                  <a:gd name="connsiteY62" fmla="*/ 19543 h 70743"/>
                  <a:gd name="connsiteX63" fmla="*/ 14804 w 89356"/>
                  <a:gd name="connsiteY63" fmla="*/ 13520 h 70743"/>
                  <a:gd name="connsiteX64" fmla="*/ 14804 w 89356"/>
                  <a:gd name="connsiteY64" fmla="*/ 16531 h 70743"/>
                  <a:gd name="connsiteX65" fmla="*/ 14804 w 89356"/>
                  <a:gd name="connsiteY65" fmla="*/ 19543 h 70743"/>
                  <a:gd name="connsiteX66" fmla="*/ 26687 w 89356"/>
                  <a:gd name="connsiteY66" fmla="*/ 19543 h 70743"/>
                  <a:gd name="connsiteX67" fmla="*/ 25227 w 89356"/>
                  <a:gd name="connsiteY67" fmla="*/ 16531 h 70743"/>
                  <a:gd name="connsiteX68" fmla="*/ 25227 w 89356"/>
                  <a:gd name="connsiteY68" fmla="*/ 13520 h 70743"/>
                  <a:gd name="connsiteX69" fmla="*/ 14804 w 89356"/>
                  <a:gd name="connsiteY69" fmla="*/ 13520 h 70743"/>
                  <a:gd name="connsiteX70" fmla="*/ 14804 w 89356"/>
                  <a:gd name="connsiteY70" fmla="*/ 13520 h 70743"/>
                  <a:gd name="connsiteX71" fmla="*/ 2921 w 89356"/>
                  <a:gd name="connsiteY71" fmla="*/ 22555 h 70743"/>
                  <a:gd name="connsiteX72" fmla="*/ 2921 w 89356"/>
                  <a:gd name="connsiteY72" fmla="*/ 25567 h 70743"/>
                  <a:gd name="connsiteX73" fmla="*/ 4448 w 89356"/>
                  <a:gd name="connsiteY73" fmla="*/ 28579 h 70743"/>
                  <a:gd name="connsiteX74" fmla="*/ 11883 w 89356"/>
                  <a:gd name="connsiteY74" fmla="*/ 28579 h 70743"/>
                  <a:gd name="connsiteX75" fmla="*/ 11883 w 89356"/>
                  <a:gd name="connsiteY75" fmla="*/ 25567 h 70743"/>
                  <a:gd name="connsiteX76" fmla="*/ 11883 w 89356"/>
                  <a:gd name="connsiteY76" fmla="*/ 22555 h 70743"/>
                  <a:gd name="connsiteX77" fmla="*/ 2921 w 89356"/>
                  <a:gd name="connsiteY77" fmla="*/ 22555 h 70743"/>
                  <a:gd name="connsiteX78" fmla="*/ 2921 w 89356"/>
                  <a:gd name="connsiteY78" fmla="*/ 22555 h 70743"/>
                  <a:gd name="connsiteX79" fmla="*/ 14804 w 89356"/>
                  <a:gd name="connsiteY79" fmla="*/ 22555 h 70743"/>
                  <a:gd name="connsiteX80" fmla="*/ 14804 w 89356"/>
                  <a:gd name="connsiteY80" fmla="*/ 25567 h 70743"/>
                  <a:gd name="connsiteX81" fmla="*/ 14804 w 89356"/>
                  <a:gd name="connsiteY81" fmla="*/ 28579 h 70743"/>
                  <a:gd name="connsiteX82" fmla="*/ 25227 w 89356"/>
                  <a:gd name="connsiteY82" fmla="*/ 28579 h 70743"/>
                  <a:gd name="connsiteX83" fmla="*/ 25227 w 89356"/>
                  <a:gd name="connsiteY83" fmla="*/ 25567 h 70743"/>
                  <a:gd name="connsiteX84" fmla="*/ 26687 w 89356"/>
                  <a:gd name="connsiteY84" fmla="*/ 22555 h 70743"/>
                  <a:gd name="connsiteX85" fmla="*/ 14804 w 89356"/>
                  <a:gd name="connsiteY85" fmla="*/ 22555 h 70743"/>
                  <a:gd name="connsiteX86" fmla="*/ 14804 w 89356"/>
                  <a:gd name="connsiteY86" fmla="*/ 22555 h 70743"/>
                  <a:gd name="connsiteX87" fmla="*/ 28214 w 89356"/>
                  <a:gd name="connsiteY87" fmla="*/ 22555 h 70743"/>
                  <a:gd name="connsiteX88" fmla="*/ 28214 w 89356"/>
                  <a:gd name="connsiteY88" fmla="*/ 28579 h 70743"/>
                  <a:gd name="connsiteX89" fmla="*/ 35649 w 89356"/>
                  <a:gd name="connsiteY89" fmla="*/ 28579 h 70743"/>
                  <a:gd name="connsiteX90" fmla="*/ 37110 w 89356"/>
                  <a:gd name="connsiteY90" fmla="*/ 25567 h 70743"/>
                  <a:gd name="connsiteX91" fmla="*/ 37110 w 89356"/>
                  <a:gd name="connsiteY91" fmla="*/ 22555 h 70743"/>
                  <a:gd name="connsiteX92" fmla="*/ 28148 w 89356"/>
                  <a:gd name="connsiteY92" fmla="*/ 22555 h 70743"/>
                  <a:gd name="connsiteX93" fmla="*/ 28148 w 89356"/>
                  <a:gd name="connsiteY93" fmla="*/ 22555 h 70743"/>
                  <a:gd name="connsiteX94" fmla="*/ 34189 w 89356"/>
                  <a:gd name="connsiteY94" fmla="*/ 10575 h 70743"/>
                  <a:gd name="connsiteX95" fmla="*/ 31202 w 89356"/>
                  <a:gd name="connsiteY95" fmla="*/ 6091 h 70743"/>
                  <a:gd name="connsiteX96" fmla="*/ 28214 w 89356"/>
                  <a:gd name="connsiteY96" fmla="*/ 4618 h 70743"/>
                  <a:gd name="connsiteX97" fmla="*/ 25227 w 89356"/>
                  <a:gd name="connsiteY97" fmla="*/ 4618 h 70743"/>
                  <a:gd name="connsiteX98" fmla="*/ 26687 w 89356"/>
                  <a:gd name="connsiteY98" fmla="*/ 7630 h 70743"/>
                  <a:gd name="connsiteX99" fmla="*/ 28148 w 89356"/>
                  <a:gd name="connsiteY99" fmla="*/ 10642 h 70743"/>
                  <a:gd name="connsiteX100" fmla="*/ 34123 w 89356"/>
                  <a:gd name="connsiteY100" fmla="*/ 10642 h 70743"/>
                  <a:gd name="connsiteX101" fmla="*/ 34123 w 89356"/>
                  <a:gd name="connsiteY101" fmla="*/ 10642 h 70743"/>
                  <a:gd name="connsiteX102" fmla="*/ 22306 w 89356"/>
                  <a:gd name="connsiteY102" fmla="*/ 3079 h 70743"/>
                  <a:gd name="connsiteX103" fmla="*/ 20845 w 89356"/>
                  <a:gd name="connsiteY103" fmla="*/ 3079 h 70743"/>
                  <a:gd name="connsiteX104" fmla="*/ 17858 w 89356"/>
                  <a:gd name="connsiteY104" fmla="*/ 3079 h 70743"/>
                  <a:gd name="connsiteX105" fmla="*/ 16331 w 89356"/>
                  <a:gd name="connsiteY105" fmla="*/ 6091 h 70743"/>
                  <a:gd name="connsiteX106" fmla="*/ 14871 w 89356"/>
                  <a:gd name="connsiteY106" fmla="*/ 10575 h 70743"/>
                  <a:gd name="connsiteX107" fmla="*/ 25293 w 89356"/>
                  <a:gd name="connsiteY107" fmla="*/ 10575 h 70743"/>
                  <a:gd name="connsiteX108" fmla="*/ 23833 w 89356"/>
                  <a:gd name="connsiteY108" fmla="*/ 6091 h 70743"/>
                  <a:gd name="connsiteX109" fmla="*/ 22306 w 89356"/>
                  <a:gd name="connsiteY109" fmla="*/ 3079 h 70743"/>
                  <a:gd name="connsiteX110" fmla="*/ 22306 w 89356"/>
                  <a:gd name="connsiteY110" fmla="*/ 3079 h 70743"/>
                  <a:gd name="connsiteX111" fmla="*/ 22306 w 89356"/>
                  <a:gd name="connsiteY111" fmla="*/ 3079 h 70743"/>
                  <a:gd name="connsiteX112" fmla="*/ 14871 w 89356"/>
                  <a:gd name="connsiteY112" fmla="*/ 4618 h 70743"/>
                  <a:gd name="connsiteX113" fmla="*/ 11883 w 89356"/>
                  <a:gd name="connsiteY113" fmla="*/ 4618 h 70743"/>
                  <a:gd name="connsiteX114" fmla="*/ 8896 w 89356"/>
                  <a:gd name="connsiteY114" fmla="*/ 6091 h 70743"/>
                  <a:gd name="connsiteX115" fmla="*/ 5908 w 89356"/>
                  <a:gd name="connsiteY115" fmla="*/ 10575 h 70743"/>
                  <a:gd name="connsiteX116" fmla="*/ 11883 w 89356"/>
                  <a:gd name="connsiteY116" fmla="*/ 10575 h 70743"/>
                  <a:gd name="connsiteX117" fmla="*/ 13344 w 89356"/>
                  <a:gd name="connsiteY117" fmla="*/ 7563 h 70743"/>
                  <a:gd name="connsiteX118" fmla="*/ 14804 w 89356"/>
                  <a:gd name="connsiteY118" fmla="*/ 4551 h 70743"/>
                  <a:gd name="connsiteX119" fmla="*/ 14804 w 89356"/>
                  <a:gd name="connsiteY119" fmla="*/ 4551 h 70743"/>
                  <a:gd name="connsiteX120" fmla="*/ 5908 w 89356"/>
                  <a:gd name="connsiteY120" fmla="*/ 31657 h 70743"/>
                  <a:gd name="connsiteX121" fmla="*/ 8896 w 89356"/>
                  <a:gd name="connsiteY121" fmla="*/ 34669 h 70743"/>
                  <a:gd name="connsiteX122" fmla="*/ 11883 w 89356"/>
                  <a:gd name="connsiteY122" fmla="*/ 36142 h 70743"/>
                  <a:gd name="connsiteX123" fmla="*/ 14871 w 89356"/>
                  <a:gd name="connsiteY123" fmla="*/ 37614 h 70743"/>
                  <a:gd name="connsiteX124" fmla="*/ 13410 w 89356"/>
                  <a:gd name="connsiteY124" fmla="*/ 34602 h 70743"/>
                  <a:gd name="connsiteX125" fmla="*/ 11950 w 89356"/>
                  <a:gd name="connsiteY125" fmla="*/ 31590 h 70743"/>
                  <a:gd name="connsiteX126" fmla="*/ 5975 w 89356"/>
                  <a:gd name="connsiteY126" fmla="*/ 31590 h 70743"/>
                  <a:gd name="connsiteX127" fmla="*/ 5975 w 89356"/>
                  <a:gd name="connsiteY127" fmla="*/ 31590 h 70743"/>
                  <a:gd name="connsiteX128" fmla="*/ 17792 w 89356"/>
                  <a:gd name="connsiteY128" fmla="*/ 39153 h 70743"/>
                  <a:gd name="connsiteX129" fmla="*/ 20779 w 89356"/>
                  <a:gd name="connsiteY129" fmla="*/ 39153 h 70743"/>
                  <a:gd name="connsiteX130" fmla="*/ 22239 w 89356"/>
                  <a:gd name="connsiteY130" fmla="*/ 39153 h 70743"/>
                  <a:gd name="connsiteX131" fmla="*/ 23766 w 89356"/>
                  <a:gd name="connsiteY131" fmla="*/ 34669 h 70743"/>
                  <a:gd name="connsiteX132" fmla="*/ 25227 w 89356"/>
                  <a:gd name="connsiteY132" fmla="*/ 31657 h 70743"/>
                  <a:gd name="connsiteX133" fmla="*/ 14804 w 89356"/>
                  <a:gd name="connsiteY133" fmla="*/ 31657 h 70743"/>
                  <a:gd name="connsiteX134" fmla="*/ 16265 w 89356"/>
                  <a:gd name="connsiteY134" fmla="*/ 34669 h 70743"/>
                  <a:gd name="connsiteX135" fmla="*/ 17792 w 89356"/>
                  <a:gd name="connsiteY135" fmla="*/ 39153 h 70743"/>
                  <a:gd name="connsiteX136" fmla="*/ 17792 w 89356"/>
                  <a:gd name="connsiteY136" fmla="*/ 39153 h 70743"/>
                  <a:gd name="connsiteX137" fmla="*/ 17792 w 89356"/>
                  <a:gd name="connsiteY137" fmla="*/ 39153 h 70743"/>
                  <a:gd name="connsiteX138" fmla="*/ 25227 w 89356"/>
                  <a:gd name="connsiteY138" fmla="*/ 37681 h 70743"/>
                  <a:gd name="connsiteX139" fmla="*/ 31202 w 89356"/>
                  <a:gd name="connsiteY139" fmla="*/ 34669 h 70743"/>
                  <a:gd name="connsiteX140" fmla="*/ 32662 w 89356"/>
                  <a:gd name="connsiteY140" fmla="*/ 33130 h 70743"/>
                  <a:gd name="connsiteX141" fmla="*/ 34123 w 89356"/>
                  <a:gd name="connsiteY141" fmla="*/ 31657 h 70743"/>
                  <a:gd name="connsiteX142" fmla="*/ 28148 w 89356"/>
                  <a:gd name="connsiteY142" fmla="*/ 31657 h 70743"/>
                  <a:gd name="connsiteX143" fmla="*/ 26687 w 89356"/>
                  <a:gd name="connsiteY143" fmla="*/ 34669 h 70743"/>
                  <a:gd name="connsiteX144" fmla="*/ 25227 w 89356"/>
                  <a:gd name="connsiteY144" fmla="*/ 37681 h 70743"/>
                  <a:gd name="connsiteX145" fmla="*/ 25227 w 89356"/>
                  <a:gd name="connsiteY145" fmla="*/ 37681 h 70743"/>
                  <a:gd name="connsiteX146" fmla="*/ 32662 w 89356"/>
                  <a:gd name="connsiteY146" fmla="*/ 61709 h 70743"/>
                  <a:gd name="connsiteX147" fmla="*/ 26687 w 89356"/>
                  <a:gd name="connsiteY147" fmla="*/ 70744 h 70743"/>
                  <a:gd name="connsiteX148" fmla="*/ 74353 w 89356"/>
                  <a:gd name="connsiteY148" fmla="*/ 70744 h 70743"/>
                  <a:gd name="connsiteX149" fmla="*/ 68378 w 89356"/>
                  <a:gd name="connsiteY149" fmla="*/ 61709 h 70743"/>
                  <a:gd name="connsiteX150" fmla="*/ 32662 w 89356"/>
                  <a:gd name="connsiteY150" fmla="*/ 61709 h 70743"/>
                  <a:gd name="connsiteX151" fmla="*/ 32662 w 89356"/>
                  <a:gd name="connsiteY151" fmla="*/ 61709 h 7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89356" h="70743">
                    <a:moveTo>
                      <a:pt x="20779" y="0"/>
                    </a:moveTo>
                    <a:lnTo>
                      <a:pt x="23766" y="0"/>
                    </a:lnTo>
                    <a:lnTo>
                      <a:pt x="28214" y="1472"/>
                    </a:lnTo>
                    <a:lnTo>
                      <a:pt x="31202" y="2945"/>
                    </a:lnTo>
                    <a:lnTo>
                      <a:pt x="34189" y="5957"/>
                    </a:lnTo>
                    <a:lnTo>
                      <a:pt x="37176" y="8968"/>
                    </a:lnTo>
                    <a:lnTo>
                      <a:pt x="38637" y="11980"/>
                    </a:lnTo>
                    <a:lnTo>
                      <a:pt x="40097" y="16465"/>
                    </a:lnTo>
                    <a:lnTo>
                      <a:pt x="40097" y="20949"/>
                    </a:lnTo>
                    <a:lnTo>
                      <a:pt x="40097" y="25433"/>
                    </a:lnTo>
                    <a:lnTo>
                      <a:pt x="38637" y="28445"/>
                    </a:lnTo>
                    <a:lnTo>
                      <a:pt x="37176" y="32929"/>
                    </a:lnTo>
                    <a:lnTo>
                      <a:pt x="34189" y="35941"/>
                    </a:lnTo>
                    <a:lnTo>
                      <a:pt x="31202" y="37413"/>
                    </a:lnTo>
                    <a:lnTo>
                      <a:pt x="28214" y="40425"/>
                    </a:lnTo>
                    <a:lnTo>
                      <a:pt x="23766" y="41898"/>
                    </a:lnTo>
                    <a:lnTo>
                      <a:pt x="20779" y="41898"/>
                    </a:lnTo>
                    <a:lnTo>
                      <a:pt x="16331" y="41898"/>
                    </a:lnTo>
                    <a:lnTo>
                      <a:pt x="11883" y="40425"/>
                    </a:lnTo>
                    <a:lnTo>
                      <a:pt x="8896" y="37413"/>
                    </a:lnTo>
                    <a:lnTo>
                      <a:pt x="5908" y="35941"/>
                    </a:lnTo>
                    <a:lnTo>
                      <a:pt x="2921" y="32929"/>
                    </a:lnTo>
                    <a:lnTo>
                      <a:pt x="1460" y="28445"/>
                    </a:lnTo>
                    <a:lnTo>
                      <a:pt x="0" y="25433"/>
                    </a:lnTo>
                    <a:lnTo>
                      <a:pt x="0" y="20949"/>
                    </a:lnTo>
                    <a:lnTo>
                      <a:pt x="0" y="16465"/>
                    </a:lnTo>
                    <a:lnTo>
                      <a:pt x="1460" y="11980"/>
                    </a:lnTo>
                    <a:lnTo>
                      <a:pt x="2921" y="8968"/>
                    </a:lnTo>
                    <a:lnTo>
                      <a:pt x="5908" y="5957"/>
                    </a:lnTo>
                    <a:lnTo>
                      <a:pt x="8896" y="2945"/>
                    </a:lnTo>
                    <a:lnTo>
                      <a:pt x="11883" y="1472"/>
                    </a:lnTo>
                    <a:lnTo>
                      <a:pt x="16331" y="0"/>
                    </a:lnTo>
                    <a:lnTo>
                      <a:pt x="20779" y="0"/>
                    </a:lnTo>
                    <a:lnTo>
                      <a:pt x="20779" y="0"/>
                    </a:lnTo>
                    <a:close/>
                    <a:moveTo>
                      <a:pt x="89290" y="6024"/>
                    </a:moveTo>
                    <a:lnTo>
                      <a:pt x="89290" y="57090"/>
                    </a:lnTo>
                    <a:lnTo>
                      <a:pt x="13344" y="57090"/>
                    </a:lnTo>
                    <a:lnTo>
                      <a:pt x="13344" y="43571"/>
                    </a:lnTo>
                    <a:lnTo>
                      <a:pt x="16331" y="45043"/>
                    </a:lnTo>
                    <a:lnTo>
                      <a:pt x="19318" y="45043"/>
                    </a:lnTo>
                    <a:lnTo>
                      <a:pt x="19318" y="51067"/>
                    </a:lnTo>
                    <a:lnTo>
                      <a:pt x="81854" y="51067"/>
                    </a:lnTo>
                    <a:lnTo>
                      <a:pt x="81854" y="12047"/>
                    </a:lnTo>
                    <a:lnTo>
                      <a:pt x="43151" y="12047"/>
                    </a:lnTo>
                    <a:lnTo>
                      <a:pt x="41691" y="9035"/>
                    </a:lnTo>
                    <a:lnTo>
                      <a:pt x="38703" y="6024"/>
                    </a:lnTo>
                    <a:lnTo>
                      <a:pt x="89356" y="6024"/>
                    </a:lnTo>
                    <a:lnTo>
                      <a:pt x="89356" y="6024"/>
                    </a:lnTo>
                    <a:lnTo>
                      <a:pt x="89356" y="6024"/>
                    </a:lnTo>
                    <a:close/>
                    <a:moveTo>
                      <a:pt x="28214" y="19543"/>
                    </a:moveTo>
                    <a:lnTo>
                      <a:pt x="37176" y="19543"/>
                    </a:lnTo>
                    <a:lnTo>
                      <a:pt x="37176" y="16531"/>
                    </a:lnTo>
                    <a:lnTo>
                      <a:pt x="35716" y="13520"/>
                    </a:lnTo>
                    <a:lnTo>
                      <a:pt x="28281" y="13520"/>
                    </a:lnTo>
                    <a:lnTo>
                      <a:pt x="28281" y="19543"/>
                    </a:lnTo>
                    <a:lnTo>
                      <a:pt x="28281" y="19543"/>
                    </a:lnTo>
                    <a:close/>
                    <a:moveTo>
                      <a:pt x="2921" y="19543"/>
                    </a:moveTo>
                    <a:lnTo>
                      <a:pt x="11883" y="19543"/>
                    </a:lnTo>
                    <a:lnTo>
                      <a:pt x="11883" y="13520"/>
                    </a:lnTo>
                    <a:lnTo>
                      <a:pt x="4448" y="13520"/>
                    </a:lnTo>
                    <a:lnTo>
                      <a:pt x="2921" y="16531"/>
                    </a:lnTo>
                    <a:lnTo>
                      <a:pt x="2921" y="19543"/>
                    </a:lnTo>
                    <a:lnTo>
                      <a:pt x="2921" y="19543"/>
                    </a:lnTo>
                    <a:close/>
                    <a:moveTo>
                      <a:pt x="14804" y="13520"/>
                    </a:moveTo>
                    <a:lnTo>
                      <a:pt x="14804" y="16531"/>
                    </a:lnTo>
                    <a:lnTo>
                      <a:pt x="14804" y="19543"/>
                    </a:lnTo>
                    <a:lnTo>
                      <a:pt x="26687" y="19543"/>
                    </a:lnTo>
                    <a:lnTo>
                      <a:pt x="25227" y="16531"/>
                    </a:lnTo>
                    <a:lnTo>
                      <a:pt x="25227" y="13520"/>
                    </a:lnTo>
                    <a:lnTo>
                      <a:pt x="14804" y="13520"/>
                    </a:lnTo>
                    <a:lnTo>
                      <a:pt x="14804" y="13520"/>
                    </a:lnTo>
                    <a:close/>
                    <a:moveTo>
                      <a:pt x="2921" y="22555"/>
                    </a:moveTo>
                    <a:lnTo>
                      <a:pt x="2921" y="25567"/>
                    </a:lnTo>
                    <a:lnTo>
                      <a:pt x="4448" y="28579"/>
                    </a:lnTo>
                    <a:lnTo>
                      <a:pt x="11883" y="28579"/>
                    </a:lnTo>
                    <a:lnTo>
                      <a:pt x="11883" y="25567"/>
                    </a:lnTo>
                    <a:lnTo>
                      <a:pt x="11883" y="22555"/>
                    </a:lnTo>
                    <a:lnTo>
                      <a:pt x="2921" y="22555"/>
                    </a:lnTo>
                    <a:lnTo>
                      <a:pt x="2921" y="22555"/>
                    </a:lnTo>
                    <a:close/>
                    <a:moveTo>
                      <a:pt x="14804" y="22555"/>
                    </a:moveTo>
                    <a:lnTo>
                      <a:pt x="14804" y="25567"/>
                    </a:lnTo>
                    <a:lnTo>
                      <a:pt x="14804" y="28579"/>
                    </a:lnTo>
                    <a:lnTo>
                      <a:pt x="25227" y="28579"/>
                    </a:lnTo>
                    <a:lnTo>
                      <a:pt x="25227" y="25567"/>
                    </a:lnTo>
                    <a:lnTo>
                      <a:pt x="26687" y="22555"/>
                    </a:lnTo>
                    <a:lnTo>
                      <a:pt x="14804" y="22555"/>
                    </a:lnTo>
                    <a:lnTo>
                      <a:pt x="14804" y="22555"/>
                    </a:lnTo>
                    <a:close/>
                    <a:moveTo>
                      <a:pt x="28214" y="22555"/>
                    </a:moveTo>
                    <a:lnTo>
                      <a:pt x="28214" y="28579"/>
                    </a:lnTo>
                    <a:lnTo>
                      <a:pt x="35649" y="28579"/>
                    </a:lnTo>
                    <a:lnTo>
                      <a:pt x="37110" y="25567"/>
                    </a:lnTo>
                    <a:lnTo>
                      <a:pt x="37110" y="22555"/>
                    </a:lnTo>
                    <a:lnTo>
                      <a:pt x="28148" y="22555"/>
                    </a:lnTo>
                    <a:lnTo>
                      <a:pt x="28148" y="22555"/>
                    </a:lnTo>
                    <a:close/>
                    <a:moveTo>
                      <a:pt x="34189" y="10575"/>
                    </a:moveTo>
                    <a:lnTo>
                      <a:pt x="31202" y="6091"/>
                    </a:lnTo>
                    <a:lnTo>
                      <a:pt x="28214" y="4618"/>
                    </a:lnTo>
                    <a:lnTo>
                      <a:pt x="25227" y="4618"/>
                    </a:lnTo>
                    <a:lnTo>
                      <a:pt x="26687" y="7630"/>
                    </a:lnTo>
                    <a:lnTo>
                      <a:pt x="28148" y="10642"/>
                    </a:lnTo>
                    <a:lnTo>
                      <a:pt x="34123" y="10642"/>
                    </a:lnTo>
                    <a:lnTo>
                      <a:pt x="34123" y="10642"/>
                    </a:lnTo>
                    <a:close/>
                    <a:moveTo>
                      <a:pt x="22306" y="3079"/>
                    </a:moveTo>
                    <a:lnTo>
                      <a:pt x="20845" y="3079"/>
                    </a:lnTo>
                    <a:lnTo>
                      <a:pt x="17858" y="3079"/>
                    </a:lnTo>
                    <a:lnTo>
                      <a:pt x="16331" y="6091"/>
                    </a:lnTo>
                    <a:lnTo>
                      <a:pt x="14871" y="10575"/>
                    </a:lnTo>
                    <a:lnTo>
                      <a:pt x="25293" y="10575"/>
                    </a:lnTo>
                    <a:lnTo>
                      <a:pt x="23833" y="6091"/>
                    </a:lnTo>
                    <a:lnTo>
                      <a:pt x="22306" y="3079"/>
                    </a:lnTo>
                    <a:lnTo>
                      <a:pt x="22306" y="3079"/>
                    </a:lnTo>
                    <a:lnTo>
                      <a:pt x="22306" y="3079"/>
                    </a:lnTo>
                    <a:close/>
                    <a:moveTo>
                      <a:pt x="14871" y="4618"/>
                    </a:moveTo>
                    <a:lnTo>
                      <a:pt x="11883" y="4618"/>
                    </a:lnTo>
                    <a:lnTo>
                      <a:pt x="8896" y="6091"/>
                    </a:lnTo>
                    <a:lnTo>
                      <a:pt x="5908" y="10575"/>
                    </a:lnTo>
                    <a:lnTo>
                      <a:pt x="11883" y="10575"/>
                    </a:lnTo>
                    <a:lnTo>
                      <a:pt x="13344" y="7563"/>
                    </a:lnTo>
                    <a:lnTo>
                      <a:pt x="14804" y="4551"/>
                    </a:lnTo>
                    <a:lnTo>
                      <a:pt x="14804" y="4551"/>
                    </a:lnTo>
                    <a:close/>
                    <a:moveTo>
                      <a:pt x="5908" y="31657"/>
                    </a:moveTo>
                    <a:lnTo>
                      <a:pt x="8896" y="34669"/>
                    </a:lnTo>
                    <a:lnTo>
                      <a:pt x="11883" y="36142"/>
                    </a:lnTo>
                    <a:lnTo>
                      <a:pt x="14871" y="37614"/>
                    </a:lnTo>
                    <a:lnTo>
                      <a:pt x="13410" y="34602"/>
                    </a:lnTo>
                    <a:lnTo>
                      <a:pt x="11950" y="31590"/>
                    </a:lnTo>
                    <a:lnTo>
                      <a:pt x="5975" y="31590"/>
                    </a:lnTo>
                    <a:lnTo>
                      <a:pt x="5975" y="31590"/>
                    </a:lnTo>
                    <a:close/>
                    <a:moveTo>
                      <a:pt x="17792" y="39153"/>
                    </a:moveTo>
                    <a:lnTo>
                      <a:pt x="20779" y="39153"/>
                    </a:lnTo>
                    <a:lnTo>
                      <a:pt x="22239" y="39153"/>
                    </a:lnTo>
                    <a:lnTo>
                      <a:pt x="23766" y="34669"/>
                    </a:lnTo>
                    <a:lnTo>
                      <a:pt x="25227" y="31657"/>
                    </a:lnTo>
                    <a:lnTo>
                      <a:pt x="14804" y="31657"/>
                    </a:lnTo>
                    <a:lnTo>
                      <a:pt x="16265" y="34669"/>
                    </a:lnTo>
                    <a:lnTo>
                      <a:pt x="17792" y="39153"/>
                    </a:lnTo>
                    <a:lnTo>
                      <a:pt x="17792" y="39153"/>
                    </a:lnTo>
                    <a:lnTo>
                      <a:pt x="17792" y="39153"/>
                    </a:lnTo>
                    <a:close/>
                    <a:moveTo>
                      <a:pt x="25227" y="37681"/>
                    </a:moveTo>
                    <a:lnTo>
                      <a:pt x="31202" y="34669"/>
                    </a:lnTo>
                    <a:lnTo>
                      <a:pt x="32662" y="33130"/>
                    </a:lnTo>
                    <a:lnTo>
                      <a:pt x="34123" y="31657"/>
                    </a:lnTo>
                    <a:lnTo>
                      <a:pt x="28148" y="31657"/>
                    </a:lnTo>
                    <a:lnTo>
                      <a:pt x="26687" y="34669"/>
                    </a:lnTo>
                    <a:lnTo>
                      <a:pt x="25227" y="37681"/>
                    </a:lnTo>
                    <a:lnTo>
                      <a:pt x="25227" y="37681"/>
                    </a:lnTo>
                    <a:close/>
                    <a:moveTo>
                      <a:pt x="32662" y="61709"/>
                    </a:moveTo>
                    <a:lnTo>
                      <a:pt x="26687" y="70744"/>
                    </a:lnTo>
                    <a:lnTo>
                      <a:pt x="74353" y="70744"/>
                    </a:lnTo>
                    <a:lnTo>
                      <a:pt x="68378" y="61709"/>
                    </a:lnTo>
                    <a:lnTo>
                      <a:pt x="32662" y="61709"/>
                    </a:lnTo>
                    <a:lnTo>
                      <a:pt x="32662" y="61709"/>
                    </a:lnTo>
                    <a:close/>
                  </a:path>
                </a:pathLst>
              </a:custGeom>
              <a:solidFill>
                <a:srgbClr val="F6641B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27" name="任意多边形: 形状 3926">
                <a:extLst>
                  <a:ext uri="{FF2B5EF4-FFF2-40B4-BE49-F238E27FC236}">
                    <a16:creationId xmlns:a16="http://schemas.microsoft.com/office/drawing/2014/main" id="{CCAD4ECD-7561-F119-2AA3-C387F790A553}"/>
                  </a:ext>
                </a:extLst>
              </p:cNvPr>
              <p:cNvSpPr/>
              <p:nvPr/>
            </p:nvSpPr>
            <p:spPr>
              <a:xfrm>
                <a:off x="1273489" y="5511470"/>
                <a:ext cx="83381" cy="70543"/>
              </a:xfrm>
              <a:custGeom>
                <a:avLst/>
                <a:gdLst>
                  <a:gd name="connsiteX0" fmla="*/ 43151 w 83381"/>
                  <a:gd name="connsiteY0" fmla="*/ 19476 h 70543"/>
                  <a:gd name="connsiteX1" fmla="*/ 38703 w 83381"/>
                  <a:gd name="connsiteY1" fmla="*/ 19476 h 70543"/>
                  <a:gd name="connsiteX2" fmla="*/ 38703 w 83381"/>
                  <a:gd name="connsiteY2" fmla="*/ 16465 h 70543"/>
                  <a:gd name="connsiteX3" fmla="*/ 40230 w 83381"/>
                  <a:gd name="connsiteY3" fmla="*/ 14992 h 70543"/>
                  <a:gd name="connsiteX4" fmla="*/ 40230 w 83381"/>
                  <a:gd name="connsiteY4" fmla="*/ 14992 h 70543"/>
                  <a:gd name="connsiteX5" fmla="*/ 43218 w 83381"/>
                  <a:gd name="connsiteY5" fmla="*/ 14992 h 70543"/>
                  <a:gd name="connsiteX6" fmla="*/ 43218 w 83381"/>
                  <a:gd name="connsiteY6" fmla="*/ 14992 h 70543"/>
                  <a:gd name="connsiteX7" fmla="*/ 43218 w 83381"/>
                  <a:gd name="connsiteY7" fmla="*/ 16465 h 70543"/>
                  <a:gd name="connsiteX8" fmla="*/ 43218 w 83381"/>
                  <a:gd name="connsiteY8" fmla="*/ 19476 h 70543"/>
                  <a:gd name="connsiteX9" fmla="*/ 43218 w 83381"/>
                  <a:gd name="connsiteY9" fmla="*/ 19476 h 70543"/>
                  <a:gd name="connsiteX10" fmla="*/ 43218 w 83381"/>
                  <a:gd name="connsiteY10" fmla="*/ 19476 h 70543"/>
                  <a:gd name="connsiteX11" fmla="*/ 83381 w 83381"/>
                  <a:gd name="connsiteY11" fmla="*/ 70543 h 70543"/>
                  <a:gd name="connsiteX12" fmla="*/ 0 w 83381"/>
                  <a:gd name="connsiteY12" fmla="*/ 70543 h 70543"/>
                  <a:gd name="connsiteX13" fmla="*/ 4448 w 83381"/>
                  <a:gd name="connsiteY13" fmla="*/ 45043 h 70543"/>
                  <a:gd name="connsiteX14" fmla="*/ 77407 w 83381"/>
                  <a:gd name="connsiteY14" fmla="*/ 45043 h 70543"/>
                  <a:gd name="connsiteX15" fmla="*/ 83381 w 83381"/>
                  <a:gd name="connsiteY15" fmla="*/ 70543 h 70543"/>
                  <a:gd name="connsiteX16" fmla="*/ 83381 w 83381"/>
                  <a:gd name="connsiteY16" fmla="*/ 70543 h 70543"/>
                  <a:gd name="connsiteX17" fmla="*/ 83381 w 83381"/>
                  <a:gd name="connsiteY17" fmla="*/ 70543 h 70543"/>
                  <a:gd name="connsiteX18" fmla="*/ 43151 w 83381"/>
                  <a:gd name="connsiteY18" fmla="*/ 27039 h 70543"/>
                  <a:gd name="connsiteX19" fmla="*/ 40164 w 83381"/>
                  <a:gd name="connsiteY19" fmla="*/ 27039 h 70543"/>
                  <a:gd name="connsiteX20" fmla="*/ 40164 w 83381"/>
                  <a:gd name="connsiteY20" fmla="*/ 25567 h 70543"/>
                  <a:gd name="connsiteX21" fmla="*/ 40164 w 83381"/>
                  <a:gd name="connsiteY21" fmla="*/ 24094 h 70543"/>
                  <a:gd name="connsiteX22" fmla="*/ 40164 w 83381"/>
                  <a:gd name="connsiteY22" fmla="*/ 24094 h 70543"/>
                  <a:gd name="connsiteX23" fmla="*/ 41624 w 83381"/>
                  <a:gd name="connsiteY23" fmla="*/ 22555 h 70543"/>
                  <a:gd name="connsiteX24" fmla="*/ 41624 w 83381"/>
                  <a:gd name="connsiteY24" fmla="*/ 24094 h 70543"/>
                  <a:gd name="connsiteX25" fmla="*/ 43085 w 83381"/>
                  <a:gd name="connsiteY25" fmla="*/ 24094 h 70543"/>
                  <a:gd name="connsiteX26" fmla="*/ 41624 w 83381"/>
                  <a:gd name="connsiteY26" fmla="*/ 25567 h 70543"/>
                  <a:gd name="connsiteX27" fmla="*/ 43085 w 83381"/>
                  <a:gd name="connsiteY27" fmla="*/ 27039 h 70543"/>
                  <a:gd name="connsiteX28" fmla="*/ 43085 w 83381"/>
                  <a:gd name="connsiteY28" fmla="*/ 27039 h 70543"/>
                  <a:gd name="connsiteX29" fmla="*/ 43085 w 83381"/>
                  <a:gd name="connsiteY29" fmla="*/ 27039 h 70543"/>
                  <a:gd name="connsiteX30" fmla="*/ 46139 w 83381"/>
                  <a:gd name="connsiteY30" fmla="*/ 19543 h 70543"/>
                  <a:gd name="connsiteX31" fmla="*/ 46139 w 83381"/>
                  <a:gd name="connsiteY31" fmla="*/ 19543 h 70543"/>
                  <a:gd name="connsiteX32" fmla="*/ 46139 w 83381"/>
                  <a:gd name="connsiteY32" fmla="*/ 16531 h 70543"/>
                  <a:gd name="connsiteX33" fmla="*/ 46139 w 83381"/>
                  <a:gd name="connsiteY33" fmla="*/ 15059 h 70543"/>
                  <a:gd name="connsiteX34" fmla="*/ 44612 w 83381"/>
                  <a:gd name="connsiteY34" fmla="*/ 13587 h 70543"/>
                  <a:gd name="connsiteX35" fmla="*/ 44612 w 83381"/>
                  <a:gd name="connsiteY35" fmla="*/ 13587 h 70543"/>
                  <a:gd name="connsiteX36" fmla="*/ 43151 w 83381"/>
                  <a:gd name="connsiteY36" fmla="*/ 12114 h 70543"/>
                  <a:gd name="connsiteX37" fmla="*/ 40164 w 83381"/>
                  <a:gd name="connsiteY37" fmla="*/ 12114 h 70543"/>
                  <a:gd name="connsiteX38" fmla="*/ 38637 w 83381"/>
                  <a:gd name="connsiteY38" fmla="*/ 13587 h 70543"/>
                  <a:gd name="connsiteX39" fmla="*/ 38637 w 83381"/>
                  <a:gd name="connsiteY39" fmla="*/ 13587 h 70543"/>
                  <a:gd name="connsiteX40" fmla="*/ 37176 w 83381"/>
                  <a:gd name="connsiteY40" fmla="*/ 15059 h 70543"/>
                  <a:gd name="connsiteX41" fmla="*/ 37176 w 83381"/>
                  <a:gd name="connsiteY41" fmla="*/ 16531 h 70543"/>
                  <a:gd name="connsiteX42" fmla="*/ 37176 w 83381"/>
                  <a:gd name="connsiteY42" fmla="*/ 19543 h 70543"/>
                  <a:gd name="connsiteX43" fmla="*/ 37176 w 83381"/>
                  <a:gd name="connsiteY43" fmla="*/ 19543 h 70543"/>
                  <a:gd name="connsiteX44" fmla="*/ 35716 w 83381"/>
                  <a:gd name="connsiteY44" fmla="*/ 19543 h 70543"/>
                  <a:gd name="connsiteX45" fmla="*/ 35716 w 83381"/>
                  <a:gd name="connsiteY45" fmla="*/ 21016 h 70543"/>
                  <a:gd name="connsiteX46" fmla="*/ 35716 w 83381"/>
                  <a:gd name="connsiteY46" fmla="*/ 28512 h 70543"/>
                  <a:gd name="connsiteX47" fmla="*/ 35716 w 83381"/>
                  <a:gd name="connsiteY47" fmla="*/ 30051 h 70543"/>
                  <a:gd name="connsiteX48" fmla="*/ 37176 w 83381"/>
                  <a:gd name="connsiteY48" fmla="*/ 30051 h 70543"/>
                  <a:gd name="connsiteX49" fmla="*/ 46139 w 83381"/>
                  <a:gd name="connsiteY49" fmla="*/ 30051 h 70543"/>
                  <a:gd name="connsiteX50" fmla="*/ 47599 w 83381"/>
                  <a:gd name="connsiteY50" fmla="*/ 30051 h 70543"/>
                  <a:gd name="connsiteX51" fmla="*/ 47599 w 83381"/>
                  <a:gd name="connsiteY51" fmla="*/ 28512 h 70543"/>
                  <a:gd name="connsiteX52" fmla="*/ 47599 w 83381"/>
                  <a:gd name="connsiteY52" fmla="*/ 21016 h 70543"/>
                  <a:gd name="connsiteX53" fmla="*/ 47599 w 83381"/>
                  <a:gd name="connsiteY53" fmla="*/ 19543 h 70543"/>
                  <a:gd name="connsiteX54" fmla="*/ 46139 w 83381"/>
                  <a:gd name="connsiteY54" fmla="*/ 19543 h 70543"/>
                  <a:gd name="connsiteX55" fmla="*/ 46139 w 83381"/>
                  <a:gd name="connsiteY55" fmla="*/ 19543 h 70543"/>
                  <a:gd name="connsiteX56" fmla="*/ 8896 w 83381"/>
                  <a:gd name="connsiteY56" fmla="*/ 48055 h 70543"/>
                  <a:gd name="connsiteX57" fmla="*/ 7369 w 83381"/>
                  <a:gd name="connsiteY57" fmla="*/ 60035 h 70543"/>
                  <a:gd name="connsiteX58" fmla="*/ 75880 w 83381"/>
                  <a:gd name="connsiteY58" fmla="*/ 60035 h 70543"/>
                  <a:gd name="connsiteX59" fmla="*/ 72892 w 83381"/>
                  <a:gd name="connsiteY59" fmla="*/ 48055 h 70543"/>
                  <a:gd name="connsiteX60" fmla="*/ 8896 w 83381"/>
                  <a:gd name="connsiteY60" fmla="*/ 48055 h 70543"/>
                  <a:gd name="connsiteX61" fmla="*/ 8896 w 83381"/>
                  <a:gd name="connsiteY61" fmla="*/ 48055 h 70543"/>
                  <a:gd name="connsiteX62" fmla="*/ 8896 w 83381"/>
                  <a:gd name="connsiteY62" fmla="*/ 48055 h 70543"/>
                  <a:gd name="connsiteX63" fmla="*/ 34189 w 83381"/>
                  <a:gd name="connsiteY63" fmla="*/ 61575 h 70543"/>
                  <a:gd name="connsiteX64" fmla="*/ 32662 w 83381"/>
                  <a:gd name="connsiteY64" fmla="*/ 67598 h 70543"/>
                  <a:gd name="connsiteX65" fmla="*/ 50520 w 83381"/>
                  <a:gd name="connsiteY65" fmla="*/ 67598 h 70543"/>
                  <a:gd name="connsiteX66" fmla="*/ 47533 w 83381"/>
                  <a:gd name="connsiteY66" fmla="*/ 61575 h 70543"/>
                  <a:gd name="connsiteX67" fmla="*/ 34123 w 83381"/>
                  <a:gd name="connsiteY67" fmla="*/ 61575 h 70543"/>
                  <a:gd name="connsiteX68" fmla="*/ 34123 w 83381"/>
                  <a:gd name="connsiteY68" fmla="*/ 61575 h 70543"/>
                  <a:gd name="connsiteX69" fmla="*/ 71432 w 83381"/>
                  <a:gd name="connsiteY69" fmla="*/ 37547 h 70543"/>
                  <a:gd name="connsiteX70" fmla="*/ 11883 w 83381"/>
                  <a:gd name="connsiteY70" fmla="*/ 37547 h 70543"/>
                  <a:gd name="connsiteX71" fmla="*/ 11883 w 83381"/>
                  <a:gd name="connsiteY71" fmla="*/ 33063 h 70543"/>
                  <a:gd name="connsiteX72" fmla="*/ 11883 w 83381"/>
                  <a:gd name="connsiteY72" fmla="*/ 6024 h 70543"/>
                  <a:gd name="connsiteX73" fmla="*/ 71432 w 83381"/>
                  <a:gd name="connsiteY73" fmla="*/ 6024 h 70543"/>
                  <a:gd name="connsiteX74" fmla="*/ 71432 w 83381"/>
                  <a:gd name="connsiteY74" fmla="*/ 33063 h 70543"/>
                  <a:gd name="connsiteX75" fmla="*/ 71432 w 83381"/>
                  <a:gd name="connsiteY75" fmla="*/ 37547 h 70543"/>
                  <a:gd name="connsiteX76" fmla="*/ 71432 w 83381"/>
                  <a:gd name="connsiteY76" fmla="*/ 37547 h 70543"/>
                  <a:gd name="connsiteX77" fmla="*/ 71432 w 83381"/>
                  <a:gd name="connsiteY77" fmla="*/ 37547 h 70543"/>
                  <a:gd name="connsiteX78" fmla="*/ 4448 w 83381"/>
                  <a:gd name="connsiteY78" fmla="*/ 31524 h 70543"/>
                  <a:gd name="connsiteX79" fmla="*/ 4448 w 83381"/>
                  <a:gd name="connsiteY79" fmla="*/ 42031 h 70543"/>
                  <a:gd name="connsiteX80" fmla="*/ 77407 w 83381"/>
                  <a:gd name="connsiteY80" fmla="*/ 42031 h 70543"/>
                  <a:gd name="connsiteX81" fmla="*/ 77407 w 83381"/>
                  <a:gd name="connsiteY81" fmla="*/ 0 h 70543"/>
                  <a:gd name="connsiteX82" fmla="*/ 4448 w 83381"/>
                  <a:gd name="connsiteY82" fmla="*/ 0 h 70543"/>
                  <a:gd name="connsiteX83" fmla="*/ 4448 w 83381"/>
                  <a:gd name="connsiteY83" fmla="*/ 31524 h 70543"/>
                  <a:gd name="connsiteX84" fmla="*/ 4448 w 83381"/>
                  <a:gd name="connsiteY84" fmla="*/ 31524 h 70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83381" h="70543">
                    <a:moveTo>
                      <a:pt x="43151" y="19476"/>
                    </a:moveTo>
                    <a:lnTo>
                      <a:pt x="38703" y="19476"/>
                    </a:lnTo>
                    <a:lnTo>
                      <a:pt x="38703" y="16465"/>
                    </a:lnTo>
                    <a:lnTo>
                      <a:pt x="40230" y="14992"/>
                    </a:lnTo>
                    <a:lnTo>
                      <a:pt x="40230" y="14992"/>
                    </a:lnTo>
                    <a:lnTo>
                      <a:pt x="43218" y="14992"/>
                    </a:lnTo>
                    <a:lnTo>
                      <a:pt x="43218" y="14992"/>
                    </a:lnTo>
                    <a:lnTo>
                      <a:pt x="43218" y="16465"/>
                    </a:lnTo>
                    <a:lnTo>
                      <a:pt x="43218" y="19476"/>
                    </a:lnTo>
                    <a:lnTo>
                      <a:pt x="43218" y="19476"/>
                    </a:lnTo>
                    <a:lnTo>
                      <a:pt x="43218" y="19476"/>
                    </a:lnTo>
                    <a:close/>
                    <a:moveTo>
                      <a:pt x="83381" y="70543"/>
                    </a:moveTo>
                    <a:lnTo>
                      <a:pt x="0" y="70543"/>
                    </a:lnTo>
                    <a:lnTo>
                      <a:pt x="4448" y="45043"/>
                    </a:lnTo>
                    <a:lnTo>
                      <a:pt x="77407" y="45043"/>
                    </a:lnTo>
                    <a:lnTo>
                      <a:pt x="83381" y="70543"/>
                    </a:lnTo>
                    <a:lnTo>
                      <a:pt x="83381" y="70543"/>
                    </a:lnTo>
                    <a:lnTo>
                      <a:pt x="83381" y="70543"/>
                    </a:lnTo>
                    <a:close/>
                    <a:moveTo>
                      <a:pt x="43151" y="27039"/>
                    </a:moveTo>
                    <a:lnTo>
                      <a:pt x="40164" y="27039"/>
                    </a:lnTo>
                    <a:lnTo>
                      <a:pt x="40164" y="25567"/>
                    </a:lnTo>
                    <a:lnTo>
                      <a:pt x="40164" y="24094"/>
                    </a:lnTo>
                    <a:lnTo>
                      <a:pt x="40164" y="24094"/>
                    </a:lnTo>
                    <a:lnTo>
                      <a:pt x="41624" y="22555"/>
                    </a:lnTo>
                    <a:lnTo>
                      <a:pt x="41624" y="24094"/>
                    </a:lnTo>
                    <a:lnTo>
                      <a:pt x="43085" y="24094"/>
                    </a:lnTo>
                    <a:lnTo>
                      <a:pt x="41624" y="25567"/>
                    </a:lnTo>
                    <a:lnTo>
                      <a:pt x="43085" y="27039"/>
                    </a:lnTo>
                    <a:lnTo>
                      <a:pt x="43085" y="27039"/>
                    </a:lnTo>
                    <a:lnTo>
                      <a:pt x="43085" y="27039"/>
                    </a:lnTo>
                    <a:close/>
                    <a:moveTo>
                      <a:pt x="46139" y="19543"/>
                    </a:moveTo>
                    <a:lnTo>
                      <a:pt x="46139" y="19543"/>
                    </a:lnTo>
                    <a:lnTo>
                      <a:pt x="46139" y="16531"/>
                    </a:lnTo>
                    <a:lnTo>
                      <a:pt x="46139" y="15059"/>
                    </a:lnTo>
                    <a:lnTo>
                      <a:pt x="44612" y="13587"/>
                    </a:lnTo>
                    <a:lnTo>
                      <a:pt x="44612" y="13587"/>
                    </a:lnTo>
                    <a:lnTo>
                      <a:pt x="43151" y="12114"/>
                    </a:lnTo>
                    <a:lnTo>
                      <a:pt x="40164" y="12114"/>
                    </a:lnTo>
                    <a:lnTo>
                      <a:pt x="38637" y="13587"/>
                    </a:lnTo>
                    <a:lnTo>
                      <a:pt x="38637" y="13587"/>
                    </a:lnTo>
                    <a:lnTo>
                      <a:pt x="37176" y="15059"/>
                    </a:lnTo>
                    <a:lnTo>
                      <a:pt x="37176" y="16531"/>
                    </a:lnTo>
                    <a:lnTo>
                      <a:pt x="37176" y="19543"/>
                    </a:lnTo>
                    <a:lnTo>
                      <a:pt x="37176" y="19543"/>
                    </a:lnTo>
                    <a:lnTo>
                      <a:pt x="35716" y="19543"/>
                    </a:lnTo>
                    <a:lnTo>
                      <a:pt x="35716" y="21016"/>
                    </a:lnTo>
                    <a:lnTo>
                      <a:pt x="35716" y="28512"/>
                    </a:lnTo>
                    <a:lnTo>
                      <a:pt x="35716" y="30051"/>
                    </a:lnTo>
                    <a:lnTo>
                      <a:pt x="37176" y="30051"/>
                    </a:lnTo>
                    <a:lnTo>
                      <a:pt x="46139" y="30051"/>
                    </a:lnTo>
                    <a:lnTo>
                      <a:pt x="47599" y="30051"/>
                    </a:lnTo>
                    <a:lnTo>
                      <a:pt x="47599" y="28512"/>
                    </a:lnTo>
                    <a:lnTo>
                      <a:pt x="47599" y="21016"/>
                    </a:lnTo>
                    <a:lnTo>
                      <a:pt x="47599" y="19543"/>
                    </a:lnTo>
                    <a:lnTo>
                      <a:pt x="46139" y="19543"/>
                    </a:lnTo>
                    <a:lnTo>
                      <a:pt x="46139" y="19543"/>
                    </a:lnTo>
                    <a:close/>
                    <a:moveTo>
                      <a:pt x="8896" y="48055"/>
                    </a:moveTo>
                    <a:lnTo>
                      <a:pt x="7369" y="60035"/>
                    </a:lnTo>
                    <a:lnTo>
                      <a:pt x="75880" y="60035"/>
                    </a:lnTo>
                    <a:lnTo>
                      <a:pt x="72892" y="48055"/>
                    </a:lnTo>
                    <a:lnTo>
                      <a:pt x="8896" y="48055"/>
                    </a:lnTo>
                    <a:lnTo>
                      <a:pt x="8896" y="48055"/>
                    </a:lnTo>
                    <a:lnTo>
                      <a:pt x="8896" y="48055"/>
                    </a:lnTo>
                    <a:close/>
                    <a:moveTo>
                      <a:pt x="34189" y="61575"/>
                    </a:moveTo>
                    <a:lnTo>
                      <a:pt x="32662" y="67598"/>
                    </a:lnTo>
                    <a:lnTo>
                      <a:pt x="50520" y="67598"/>
                    </a:lnTo>
                    <a:lnTo>
                      <a:pt x="47533" y="61575"/>
                    </a:lnTo>
                    <a:lnTo>
                      <a:pt x="34123" y="61575"/>
                    </a:lnTo>
                    <a:lnTo>
                      <a:pt x="34123" y="61575"/>
                    </a:lnTo>
                    <a:close/>
                    <a:moveTo>
                      <a:pt x="71432" y="37547"/>
                    </a:moveTo>
                    <a:lnTo>
                      <a:pt x="11883" y="37547"/>
                    </a:lnTo>
                    <a:lnTo>
                      <a:pt x="11883" y="33063"/>
                    </a:lnTo>
                    <a:lnTo>
                      <a:pt x="11883" y="6024"/>
                    </a:lnTo>
                    <a:lnTo>
                      <a:pt x="71432" y="6024"/>
                    </a:lnTo>
                    <a:lnTo>
                      <a:pt x="71432" y="33063"/>
                    </a:lnTo>
                    <a:lnTo>
                      <a:pt x="71432" y="37547"/>
                    </a:lnTo>
                    <a:lnTo>
                      <a:pt x="71432" y="37547"/>
                    </a:lnTo>
                    <a:lnTo>
                      <a:pt x="71432" y="37547"/>
                    </a:lnTo>
                    <a:close/>
                    <a:moveTo>
                      <a:pt x="4448" y="31524"/>
                    </a:moveTo>
                    <a:lnTo>
                      <a:pt x="4448" y="42031"/>
                    </a:lnTo>
                    <a:lnTo>
                      <a:pt x="77407" y="42031"/>
                    </a:lnTo>
                    <a:lnTo>
                      <a:pt x="77407" y="0"/>
                    </a:lnTo>
                    <a:lnTo>
                      <a:pt x="4448" y="0"/>
                    </a:lnTo>
                    <a:lnTo>
                      <a:pt x="4448" y="31524"/>
                    </a:lnTo>
                    <a:lnTo>
                      <a:pt x="4448" y="31524"/>
                    </a:lnTo>
                    <a:close/>
                  </a:path>
                </a:pathLst>
              </a:custGeom>
              <a:solidFill>
                <a:srgbClr val="F6641B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28" name="任意多边形: 形状 3927">
                <a:extLst>
                  <a:ext uri="{FF2B5EF4-FFF2-40B4-BE49-F238E27FC236}">
                    <a16:creationId xmlns:a16="http://schemas.microsoft.com/office/drawing/2014/main" id="{30B86235-FB55-DF39-698E-E176315B4AE8}"/>
                  </a:ext>
                </a:extLst>
              </p:cNvPr>
              <p:cNvSpPr/>
              <p:nvPr/>
            </p:nvSpPr>
            <p:spPr>
              <a:xfrm>
                <a:off x="1237706" y="5457123"/>
                <a:ext cx="65324" cy="32393"/>
              </a:xfrm>
              <a:custGeom>
                <a:avLst/>
                <a:gdLst>
                  <a:gd name="connsiteX0" fmla="*/ 0 w 65324"/>
                  <a:gd name="connsiteY0" fmla="*/ 0 h 32393"/>
                  <a:gd name="connsiteX1" fmla="*/ 65324 w 65324"/>
                  <a:gd name="connsiteY1" fmla="*/ 0 h 32393"/>
                  <a:gd name="connsiteX2" fmla="*/ 65324 w 65324"/>
                  <a:gd name="connsiteY2" fmla="*/ 32394 h 32393"/>
                  <a:gd name="connsiteX3" fmla="*/ 0 w 65324"/>
                  <a:gd name="connsiteY3" fmla="*/ 32394 h 32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324" h="32393">
                    <a:moveTo>
                      <a:pt x="0" y="0"/>
                    </a:moveTo>
                    <a:lnTo>
                      <a:pt x="65324" y="0"/>
                    </a:lnTo>
                    <a:lnTo>
                      <a:pt x="65324" y="32394"/>
                    </a:lnTo>
                    <a:lnTo>
                      <a:pt x="0" y="32394"/>
                    </a:lnTo>
                    <a:close/>
                  </a:path>
                </a:pathLst>
              </a:custGeom>
              <a:solidFill>
                <a:srgbClr val="2A3E80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3929" name="组合 3928">
                <a:extLst>
                  <a:ext uri="{FF2B5EF4-FFF2-40B4-BE49-F238E27FC236}">
                    <a16:creationId xmlns:a16="http://schemas.microsoft.com/office/drawing/2014/main" id="{8B46AAE2-F042-7814-3F1E-B4EE3AF17FB2}"/>
                  </a:ext>
                </a:extLst>
              </p:cNvPr>
              <p:cNvGrpSpPr/>
              <p:nvPr/>
            </p:nvGrpSpPr>
            <p:grpSpPr>
              <a:xfrm>
                <a:off x="1580592" y="5458270"/>
                <a:ext cx="211234" cy="314825"/>
                <a:chOff x="2374168" y="5081167"/>
                <a:chExt cx="145452" cy="216783"/>
              </a:xfrm>
            </p:grpSpPr>
            <p:sp>
              <p:nvSpPr>
                <p:cNvPr id="3930" name="任意多边形: 形状 3929">
                  <a:extLst>
                    <a:ext uri="{FF2B5EF4-FFF2-40B4-BE49-F238E27FC236}">
                      <a16:creationId xmlns:a16="http://schemas.microsoft.com/office/drawing/2014/main" id="{E5792216-E2D2-6577-2486-2796BB8A8CFD}"/>
                    </a:ext>
                  </a:extLst>
                </p:cNvPr>
                <p:cNvSpPr/>
                <p:nvPr/>
              </p:nvSpPr>
              <p:spPr>
                <a:xfrm>
                  <a:off x="2374168" y="5081167"/>
                  <a:ext cx="63930" cy="216716"/>
                </a:xfrm>
                <a:custGeom>
                  <a:avLst/>
                  <a:gdLst>
                    <a:gd name="connsiteX0" fmla="*/ 0 w 63930"/>
                    <a:gd name="connsiteY0" fmla="*/ 5555 h 216716"/>
                    <a:gd name="connsiteX1" fmla="*/ 1195 w 63930"/>
                    <a:gd name="connsiteY1" fmla="*/ 200051 h 216716"/>
                    <a:gd name="connsiteX2" fmla="*/ 63930 w 63930"/>
                    <a:gd name="connsiteY2" fmla="*/ 216716 h 216716"/>
                    <a:gd name="connsiteX3" fmla="*/ 63930 w 63930"/>
                    <a:gd name="connsiteY3" fmla="*/ 0 h 216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930" h="216716">
                      <a:moveTo>
                        <a:pt x="0" y="5555"/>
                      </a:moveTo>
                      <a:lnTo>
                        <a:pt x="1195" y="200051"/>
                      </a:lnTo>
                      <a:lnTo>
                        <a:pt x="63930" y="216716"/>
                      </a:lnTo>
                      <a:lnTo>
                        <a:pt x="63930" y="0"/>
                      </a:lnTo>
                      <a:close/>
                    </a:path>
                  </a:pathLst>
                </a:custGeom>
                <a:solidFill>
                  <a:srgbClr val="2B354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31" name="任意多边形: 形状 3930">
                  <a:extLst>
                    <a:ext uri="{FF2B5EF4-FFF2-40B4-BE49-F238E27FC236}">
                      <a16:creationId xmlns:a16="http://schemas.microsoft.com/office/drawing/2014/main" id="{C2A6B126-8504-F8F8-CFAF-EF64C379C148}"/>
                    </a:ext>
                  </a:extLst>
                </p:cNvPr>
                <p:cNvSpPr/>
                <p:nvPr/>
              </p:nvSpPr>
              <p:spPr>
                <a:xfrm>
                  <a:off x="2438098" y="5081167"/>
                  <a:ext cx="81522" cy="216783"/>
                </a:xfrm>
                <a:custGeom>
                  <a:avLst/>
                  <a:gdLst>
                    <a:gd name="connsiteX0" fmla="*/ 66 w 81522"/>
                    <a:gd name="connsiteY0" fmla="*/ 0 h 216783"/>
                    <a:gd name="connsiteX1" fmla="*/ 81523 w 81522"/>
                    <a:gd name="connsiteY1" fmla="*/ 13453 h 216783"/>
                    <a:gd name="connsiteX2" fmla="*/ 81523 w 81522"/>
                    <a:gd name="connsiteY2" fmla="*/ 164712 h 216783"/>
                    <a:gd name="connsiteX3" fmla="*/ 0 w 81522"/>
                    <a:gd name="connsiteY3" fmla="*/ 216783 h 216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522" h="216783">
                      <a:moveTo>
                        <a:pt x="66" y="0"/>
                      </a:moveTo>
                      <a:lnTo>
                        <a:pt x="81523" y="13453"/>
                      </a:lnTo>
                      <a:lnTo>
                        <a:pt x="81523" y="164712"/>
                      </a:lnTo>
                      <a:lnTo>
                        <a:pt x="0" y="216783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32" name="任意多边形: 形状 3931">
                  <a:extLst>
                    <a:ext uri="{FF2B5EF4-FFF2-40B4-BE49-F238E27FC236}">
                      <a16:creationId xmlns:a16="http://schemas.microsoft.com/office/drawing/2014/main" id="{0D1054D6-095B-604A-BA55-1352A0A8DC6E}"/>
                    </a:ext>
                  </a:extLst>
                </p:cNvPr>
                <p:cNvSpPr/>
                <p:nvPr/>
              </p:nvSpPr>
              <p:spPr>
                <a:xfrm>
                  <a:off x="2380475" y="5089132"/>
                  <a:ext cx="51383" cy="195968"/>
                </a:xfrm>
                <a:custGeom>
                  <a:avLst/>
                  <a:gdLst>
                    <a:gd name="connsiteX0" fmla="*/ 0 w 51383"/>
                    <a:gd name="connsiteY0" fmla="*/ 5154 h 195968"/>
                    <a:gd name="connsiteX1" fmla="*/ 929 w 51383"/>
                    <a:gd name="connsiteY1" fmla="*/ 184122 h 195968"/>
                    <a:gd name="connsiteX2" fmla="*/ 51383 w 51383"/>
                    <a:gd name="connsiteY2" fmla="*/ 195968 h 195968"/>
                    <a:gd name="connsiteX3" fmla="*/ 51383 w 51383"/>
                    <a:gd name="connsiteY3" fmla="*/ 0 h 195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383" h="195968">
                      <a:moveTo>
                        <a:pt x="0" y="5154"/>
                      </a:moveTo>
                      <a:lnTo>
                        <a:pt x="929" y="184122"/>
                      </a:lnTo>
                      <a:lnTo>
                        <a:pt x="51383" y="195968"/>
                      </a:lnTo>
                      <a:lnTo>
                        <a:pt x="51383" y="0"/>
                      </a:lnTo>
                      <a:close/>
                    </a:path>
                  </a:pathLst>
                </a:custGeom>
                <a:solidFill>
                  <a:srgbClr val="F6641B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33" name="任意多边形: 形状 3932">
                  <a:extLst>
                    <a:ext uri="{FF2B5EF4-FFF2-40B4-BE49-F238E27FC236}">
                      <a16:creationId xmlns:a16="http://schemas.microsoft.com/office/drawing/2014/main" id="{A69E8980-4A14-9F50-617B-1130731D993D}"/>
                    </a:ext>
                  </a:extLst>
                </p:cNvPr>
                <p:cNvSpPr/>
                <p:nvPr/>
              </p:nvSpPr>
              <p:spPr>
                <a:xfrm rot="5118392">
                  <a:off x="2415031" y="5184979"/>
                  <a:ext cx="13084" cy="13191"/>
                </a:xfrm>
                <a:custGeom>
                  <a:avLst/>
                  <a:gdLst>
                    <a:gd name="connsiteX0" fmla="*/ 13147 w 13084"/>
                    <a:gd name="connsiteY0" fmla="*/ 6630 h 13191"/>
                    <a:gd name="connsiteX1" fmla="*/ 6604 w 13084"/>
                    <a:gd name="connsiteY1" fmla="*/ 13226 h 13191"/>
                    <a:gd name="connsiteX2" fmla="*/ 62 w 13084"/>
                    <a:gd name="connsiteY2" fmla="*/ 6630 h 13191"/>
                    <a:gd name="connsiteX3" fmla="*/ 6604 w 13084"/>
                    <a:gd name="connsiteY3" fmla="*/ 34 h 13191"/>
                    <a:gd name="connsiteX4" fmla="*/ 13147 w 13084"/>
                    <a:gd name="connsiteY4" fmla="*/ 6630 h 13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84" h="13191">
                      <a:moveTo>
                        <a:pt x="13147" y="6630"/>
                      </a:moveTo>
                      <a:cubicBezTo>
                        <a:pt x="13147" y="10272"/>
                        <a:pt x="10218" y="13226"/>
                        <a:pt x="6604" y="13226"/>
                      </a:cubicBezTo>
                      <a:cubicBezTo>
                        <a:pt x="2991" y="13226"/>
                        <a:pt x="62" y="10272"/>
                        <a:pt x="62" y="6630"/>
                      </a:cubicBezTo>
                      <a:cubicBezTo>
                        <a:pt x="62" y="2987"/>
                        <a:pt x="2991" y="34"/>
                        <a:pt x="6604" y="34"/>
                      </a:cubicBezTo>
                      <a:cubicBezTo>
                        <a:pt x="10218" y="34"/>
                        <a:pt x="13147" y="2987"/>
                        <a:pt x="13147" y="6630"/>
                      </a:cubicBezTo>
                      <a:close/>
                    </a:path>
                  </a:pathLst>
                </a:custGeom>
                <a:solidFill>
                  <a:srgbClr val="DCDDDD"/>
                </a:solidFill>
                <a:ln w="223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34" name="任意多边形: 形状 3933">
                  <a:extLst>
                    <a:ext uri="{FF2B5EF4-FFF2-40B4-BE49-F238E27FC236}">
                      <a16:creationId xmlns:a16="http://schemas.microsoft.com/office/drawing/2014/main" id="{301F738D-20E2-2E17-6611-2A2CDB4AFE0F}"/>
                    </a:ext>
                  </a:extLst>
                </p:cNvPr>
                <p:cNvSpPr/>
                <p:nvPr/>
              </p:nvSpPr>
              <p:spPr>
                <a:xfrm>
                  <a:off x="2418647" y="5200836"/>
                  <a:ext cx="5841" cy="5889"/>
                </a:xfrm>
                <a:custGeom>
                  <a:avLst/>
                  <a:gdLst>
                    <a:gd name="connsiteX0" fmla="*/ 5842 w 5841"/>
                    <a:gd name="connsiteY0" fmla="*/ 2945 h 5889"/>
                    <a:gd name="connsiteX1" fmla="*/ 2921 w 5841"/>
                    <a:gd name="connsiteY1" fmla="*/ 5890 h 5889"/>
                    <a:gd name="connsiteX2" fmla="*/ 0 w 5841"/>
                    <a:gd name="connsiteY2" fmla="*/ 2945 h 5889"/>
                    <a:gd name="connsiteX3" fmla="*/ 2921 w 5841"/>
                    <a:gd name="connsiteY3" fmla="*/ 0 h 5889"/>
                    <a:gd name="connsiteX4" fmla="*/ 5842 w 5841"/>
                    <a:gd name="connsiteY4" fmla="*/ 2945 h 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41" h="5889">
                      <a:moveTo>
                        <a:pt x="5842" y="2945"/>
                      </a:moveTo>
                      <a:cubicBezTo>
                        <a:pt x="5842" y="4571"/>
                        <a:pt x="4534" y="5890"/>
                        <a:pt x="2921" y="5890"/>
                      </a:cubicBezTo>
                      <a:cubicBezTo>
                        <a:pt x="1308" y="5890"/>
                        <a:pt x="0" y="4571"/>
                        <a:pt x="0" y="2945"/>
                      </a:cubicBezTo>
                      <a:cubicBezTo>
                        <a:pt x="0" y="1318"/>
                        <a:pt x="1308" y="0"/>
                        <a:pt x="2921" y="0"/>
                      </a:cubicBezTo>
                      <a:cubicBezTo>
                        <a:pt x="4534" y="0"/>
                        <a:pt x="5842" y="1318"/>
                        <a:pt x="5842" y="2945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35" name="任意多边形: 形状 3934">
                  <a:extLst>
                    <a:ext uri="{FF2B5EF4-FFF2-40B4-BE49-F238E27FC236}">
                      <a16:creationId xmlns:a16="http://schemas.microsoft.com/office/drawing/2014/main" id="{AF6C4B71-866E-CEB4-C42F-973C6D9AEAF1}"/>
                    </a:ext>
                  </a:extLst>
                </p:cNvPr>
                <p:cNvSpPr/>
                <p:nvPr/>
              </p:nvSpPr>
              <p:spPr>
                <a:xfrm>
                  <a:off x="2418647" y="5210072"/>
                  <a:ext cx="5841" cy="5889"/>
                </a:xfrm>
                <a:custGeom>
                  <a:avLst/>
                  <a:gdLst>
                    <a:gd name="connsiteX0" fmla="*/ 5842 w 5841"/>
                    <a:gd name="connsiteY0" fmla="*/ 2945 h 5889"/>
                    <a:gd name="connsiteX1" fmla="*/ 2921 w 5841"/>
                    <a:gd name="connsiteY1" fmla="*/ 5890 h 5889"/>
                    <a:gd name="connsiteX2" fmla="*/ 0 w 5841"/>
                    <a:gd name="connsiteY2" fmla="*/ 2945 h 5889"/>
                    <a:gd name="connsiteX3" fmla="*/ 2921 w 5841"/>
                    <a:gd name="connsiteY3" fmla="*/ 0 h 5889"/>
                    <a:gd name="connsiteX4" fmla="*/ 5842 w 5841"/>
                    <a:gd name="connsiteY4" fmla="*/ 2945 h 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41" h="5889">
                      <a:moveTo>
                        <a:pt x="5842" y="2945"/>
                      </a:moveTo>
                      <a:cubicBezTo>
                        <a:pt x="5842" y="4571"/>
                        <a:pt x="4534" y="5890"/>
                        <a:pt x="2921" y="5890"/>
                      </a:cubicBezTo>
                      <a:cubicBezTo>
                        <a:pt x="1308" y="5890"/>
                        <a:pt x="0" y="4571"/>
                        <a:pt x="0" y="2945"/>
                      </a:cubicBezTo>
                      <a:cubicBezTo>
                        <a:pt x="0" y="1318"/>
                        <a:pt x="1308" y="0"/>
                        <a:pt x="2921" y="0"/>
                      </a:cubicBezTo>
                      <a:cubicBezTo>
                        <a:pt x="4534" y="0"/>
                        <a:pt x="5842" y="1318"/>
                        <a:pt x="5842" y="2945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36" name="任意多边形: 形状 3935">
                  <a:extLst>
                    <a:ext uri="{FF2B5EF4-FFF2-40B4-BE49-F238E27FC236}">
                      <a16:creationId xmlns:a16="http://schemas.microsoft.com/office/drawing/2014/main" id="{51109369-CE8A-8CBE-7F1D-7E41CCED5ED9}"/>
                    </a:ext>
                  </a:extLst>
                </p:cNvPr>
                <p:cNvSpPr/>
                <p:nvPr/>
              </p:nvSpPr>
              <p:spPr>
                <a:xfrm>
                  <a:off x="2421037" y="5188387"/>
                  <a:ext cx="1062" cy="3881"/>
                </a:xfrm>
                <a:custGeom>
                  <a:avLst/>
                  <a:gdLst>
                    <a:gd name="connsiteX0" fmla="*/ 531 w 1062"/>
                    <a:gd name="connsiteY0" fmla="*/ 3882 h 3881"/>
                    <a:gd name="connsiteX1" fmla="*/ 0 w 1062"/>
                    <a:gd name="connsiteY1" fmla="*/ 3346 h 3881"/>
                    <a:gd name="connsiteX2" fmla="*/ 0 w 1062"/>
                    <a:gd name="connsiteY2" fmla="*/ 535 h 3881"/>
                    <a:gd name="connsiteX3" fmla="*/ 531 w 1062"/>
                    <a:gd name="connsiteY3" fmla="*/ 0 h 3881"/>
                    <a:gd name="connsiteX4" fmla="*/ 1062 w 1062"/>
                    <a:gd name="connsiteY4" fmla="*/ 535 h 3881"/>
                    <a:gd name="connsiteX5" fmla="*/ 1062 w 1062"/>
                    <a:gd name="connsiteY5" fmla="*/ 3346 h 3881"/>
                    <a:gd name="connsiteX6" fmla="*/ 531 w 1062"/>
                    <a:gd name="connsiteY6" fmla="*/ 3882 h 3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62" h="3881">
                      <a:moveTo>
                        <a:pt x="531" y="3882"/>
                      </a:moveTo>
                      <a:cubicBezTo>
                        <a:pt x="266" y="3882"/>
                        <a:pt x="0" y="3681"/>
                        <a:pt x="0" y="3346"/>
                      </a:cubicBezTo>
                      <a:lnTo>
                        <a:pt x="0" y="535"/>
                      </a:lnTo>
                      <a:cubicBezTo>
                        <a:pt x="0" y="268"/>
                        <a:pt x="199" y="0"/>
                        <a:pt x="531" y="0"/>
                      </a:cubicBezTo>
                      <a:cubicBezTo>
                        <a:pt x="797" y="0"/>
                        <a:pt x="1062" y="201"/>
                        <a:pt x="1062" y="535"/>
                      </a:cubicBezTo>
                      <a:lnTo>
                        <a:pt x="1062" y="3346"/>
                      </a:lnTo>
                      <a:cubicBezTo>
                        <a:pt x="1062" y="3614"/>
                        <a:pt x="863" y="3882"/>
                        <a:pt x="531" y="3882"/>
                      </a:cubicBezTo>
                      <a:close/>
                    </a:path>
                  </a:pathLst>
                </a:custGeom>
                <a:solidFill>
                  <a:srgbClr val="2A3E7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37" name="任意多边形: 形状 3936">
                  <a:extLst>
                    <a:ext uri="{FF2B5EF4-FFF2-40B4-BE49-F238E27FC236}">
                      <a16:creationId xmlns:a16="http://schemas.microsoft.com/office/drawing/2014/main" id="{4D645A12-E74A-4058-B3D8-E70F75635162}"/>
                    </a:ext>
                  </a:extLst>
                </p:cNvPr>
                <p:cNvSpPr/>
                <p:nvPr/>
              </p:nvSpPr>
              <p:spPr>
                <a:xfrm>
                  <a:off x="2418514" y="5189136"/>
                  <a:ext cx="6107" cy="5609"/>
                </a:xfrm>
                <a:custGeom>
                  <a:avLst/>
                  <a:gdLst>
                    <a:gd name="connsiteX0" fmla="*/ 3054 w 6107"/>
                    <a:gd name="connsiteY0" fmla="*/ 5609 h 5609"/>
                    <a:gd name="connsiteX1" fmla="*/ 0 w 6107"/>
                    <a:gd name="connsiteY1" fmla="*/ 2531 h 5609"/>
                    <a:gd name="connsiteX2" fmla="*/ 1129 w 6107"/>
                    <a:gd name="connsiteY2" fmla="*/ 121 h 5609"/>
                    <a:gd name="connsiteX3" fmla="*/ 1859 w 6107"/>
                    <a:gd name="connsiteY3" fmla="*/ 188 h 5609"/>
                    <a:gd name="connsiteX4" fmla="*/ 1792 w 6107"/>
                    <a:gd name="connsiteY4" fmla="*/ 924 h 5609"/>
                    <a:gd name="connsiteX5" fmla="*/ 1062 w 6107"/>
                    <a:gd name="connsiteY5" fmla="*/ 2464 h 5609"/>
                    <a:gd name="connsiteX6" fmla="*/ 3054 w 6107"/>
                    <a:gd name="connsiteY6" fmla="*/ 4472 h 5609"/>
                    <a:gd name="connsiteX7" fmla="*/ 5045 w 6107"/>
                    <a:gd name="connsiteY7" fmla="*/ 2464 h 5609"/>
                    <a:gd name="connsiteX8" fmla="*/ 4315 w 6107"/>
                    <a:gd name="connsiteY8" fmla="*/ 924 h 5609"/>
                    <a:gd name="connsiteX9" fmla="*/ 4249 w 6107"/>
                    <a:gd name="connsiteY9" fmla="*/ 188 h 5609"/>
                    <a:gd name="connsiteX10" fmla="*/ 4979 w 6107"/>
                    <a:gd name="connsiteY10" fmla="*/ 121 h 5609"/>
                    <a:gd name="connsiteX11" fmla="*/ 6108 w 6107"/>
                    <a:gd name="connsiteY11" fmla="*/ 2531 h 5609"/>
                    <a:gd name="connsiteX12" fmla="*/ 3054 w 6107"/>
                    <a:gd name="connsiteY12" fmla="*/ 5609 h 5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07" h="5609">
                      <a:moveTo>
                        <a:pt x="3054" y="5609"/>
                      </a:moveTo>
                      <a:cubicBezTo>
                        <a:pt x="1394" y="5609"/>
                        <a:pt x="0" y="4204"/>
                        <a:pt x="0" y="2531"/>
                      </a:cubicBezTo>
                      <a:cubicBezTo>
                        <a:pt x="0" y="1594"/>
                        <a:pt x="398" y="724"/>
                        <a:pt x="1129" y="121"/>
                      </a:cubicBezTo>
                      <a:cubicBezTo>
                        <a:pt x="1328" y="-80"/>
                        <a:pt x="1660" y="-13"/>
                        <a:pt x="1859" y="188"/>
                      </a:cubicBezTo>
                      <a:cubicBezTo>
                        <a:pt x="2058" y="389"/>
                        <a:pt x="1992" y="724"/>
                        <a:pt x="1792" y="924"/>
                      </a:cubicBezTo>
                      <a:cubicBezTo>
                        <a:pt x="1328" y="1326"/>
                        <a:pt x="1062" y="1861"/>
                        <a:pt x="1062" y="2464"/>
                      </a:cubicBezTo>
                      <a:cubicBezTo>
                        <a:pt x="1062" y="3602"/>
                        <a:pt x="1925" y="4472"/>
                        <a:pt x="3054" y="4472"/>
                      </a:cubicBezTo>
                      <a:cubicBezTo>
                        <a:pt x="4182" y="4472"/>
                        <a:pt x="5045" y="3602"/>
                        <a:pt x="5045" y="2464"/>
                      </a:cubicBezTo>
                      <a:cubicBezTo>
                        <a:pt x="5045" y="1861"/>
                        <a:pt x="4780" y="1259"/>
                        <a:pt x="4315" y="924"/>
                      </a:cubicBezTo>
                      <a:cubicBezTo>
                        <a:pt x="4116" y="724"/>
                        <a:pt x="4050" y="389"/>
                        <a:pt x="4249" y="188"/>
                      </a:cubicBezTo>
                      <a:cubicBezTo>
                        <a:pt x="4448" y="-13"/>
                        <a:pt x="4780" y="-80"/>
                        <a:pt x="4979" y="121"/>
                      </a:cubicBezTo>
                      <a:cubicBezTo>
                        <a:pt x="5709" y="724"/>
                        <a:pt x="6108" y="1594"/>
                        <a:pt x="6108" y="2531"/>
                      </a:cubicBezTo>
                      <a:cubicBezTo>
                        <a:pt x="6108" y="4204"/>
                        <a:pt x="4713" y="5609"/>
                        <a:pt x="3054" y="5609"/>
                      </a:cubicBezTo>
                      <a:close/>
                    </a:path>
                  </a:pathLst>
                </a:custGeom>
                <a:solidFill>
                  <a:srgbClr val="2A3E7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38" name="任意多边形: 形状 3937">
                  <a:extLst>
                    <a:ext uri="{FF2B5EF4-FFF2-40B4-BE49-F238E27FC236}">
                      <a16:creationId xmlns:a16="http://schemas.microsoft.com/office/drawing/2014/main" id="{2119D1E6-0BF7-038B-9120-40A530686606}"/>
                    </a:ext>
                  </a:extLst>
                </p:cNvPr>
                <p:cNvSpPr/>
                <p:nvPr/>
              </p:nvSpPr>
              <p:spPr>
                <a:xfrm>
                  <a:off x="2386781" y="5117777"/>
                  <a:ext cx="7036" cy="3881"/>
                </a:xfrm>
                <a:custGeom>
                  <a:avLst/>
                  <a:gdLst>
                    <a:gd name="connsiteX0" fmla="*/ 0 w 7036"/>
                    <a:gd name="connsiteY0" fmla="*/ 402 h 3881"/>
                    <a:gd name="connsiteX1" fmla="*/ 7037 w 7036"/>
                    <a:gd name="connsiteY1" fmla="*/ 0 h 3881"/>
                    <a:gd name="connsiteX2" fmla="*/ 7037 w 7036"/>
                    <a:gd name="connsiteY2" fmla="*/ 3480 h 3881"/>
                    <a:gd name="connsiteX3" fmla="*/ 0 w 7036"/>
                    <a:gd name="connsiteY3" fmla="*/ 3882 h 3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36" h="3881">
                      <a:moveTo>
                        <a:pt x="0" y="402"/>
                      </a:moveTo>
                      <a:lnTo>
                        <a:pt x="7037" y="0"/>
                      </a:lnTo>
                      <a:lnTo>
                        <a:pt x="7037" y="3480"/>
                      </a:lnTo>
                      <a:lnTo>
                        <a:pt x="0" y="3882"/>
                      </a:lnTo>
                      <a:close/>
                    </a:path>
                  </a:pathLst>
                </a:custGeom>
                <a:solidFill>
                  <a:srgbClr val="FEFEF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39" name="任意多边形: 形状 3938">
                  <a:extLst>
                    <a:ext uri="{FF2B5EF4-FFF2-40B4-BE49-F238E27FC236}">
                      <a16:creationId xmlns:a16="http://schemas.microsoft.com/office/drawing/2014/main" id="{A9314AE1-7AC3-E21F-E7EF-3B4C51A46A95}"/>
                    </a:ext>
                  </a:extLst>
                </p:cNvPr>
                <p:cNvSpPr/>
                <p:nvPr/>
              </p:nvSpPr>
              <p:spPr>
                <a:xfrm>
                  <a:off x="2387445" y="5118580"/>
                  <a:ext cx="5642" cy="2275"/>
                </a:xfrm>
                <a:custGeom>
                  <a:avLst/>
                  <a:gdLst>
                    <a:gd name="connsiteX0" fmla="*/ 0 w 5642"/>
                    <a:gd name="connsiteY0" fmla="*/ 268 h 2275"/>
                    <a:gd name="connsiteX1" fmla="*/ 5643 w 5642"/>
                    <a:gd name="connsiteY1" fmla="*/ 0 h 2275"/>
                    <a:gd name="connsiteX2" fmla="*/ 5643 w 5642"/>
                    <a:gd name="connsiteY2" fmla="*/ 2008 h 2275"/>
                    <a:gd name="connsiteX3" fmla="*/ 0 w 5642"/>
                    <a:gd name="connsiteY3" fmla="*/ 2276 h 2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42" h="2275">
                      <a:moveTo>
                        <a:pt x="0" y="268"/>
                      </a:moveTo>
                      <a:lnTo>
                        <a:pt x="5643" y="0"/>
                      </a:lnTo>
                      <a:lnTo>
                        <a:pt x="5643" y="2008"/>
                      </a:lnTo>
                      <a:lnTo>
                        <a:pt x="0" y="2276"/>
                      </a:lnTo>
                      <a:close/>
                    </a:path>
                  </a:pathLst>
                </a:custGeom>
                <a:solidFill>
                  <a:srgbClr val="D8D7D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40" name="任意多边形: 形状 3939">
                  <a:extLst>
                    <a:ext uri="{FF2B5EF4-FFF2-40B4-BE49-F238E27FC236}">
                      <a16:creationId xmlns:a16="http://schemas.microsoft.com/office/drawing/2014/main" id="{0D126500-807D-C61E-78E5-B731E84A1D6F}"/>
                    </a:ext>
                  </a:extLst>
                </p:cNvPr>
                <p:cNvSpPr/>
                <p:nvPr/>
              </p:nvSpPr>
              <p:spPr>
                <a:xfrm>
                  <a:off x="2388109" y="5118580"/>
                  <a:ext cx="4978" cy="1606"/>
                </a:xfrm>
                <a:custGeom>
                  <a:avLst/>
                  <a:gdLst>
                    <a:gd name="connsiteX0" fmla="*/ 0 w 4978"/>
                    <a:gd name="connsiteY0" fmla="*/ 268 h 1606"/>
                    <a:gd name="connsiteX1" fmla="*/ 4979 w 4978"/>
                    <a:gd name="connsiteY1" fmla="*/ 0 h 1606"/>
                    <a:gd name="connsiteX2" fmla="*/ 4979 w 4978"/>
                    <a:gd name="connsiteY2" fmla="*/ 1339 h 1606"/>
                    <a:gd name="connsiteX3" fmla="*/ 0 w 4978"/>
                    <a:gd name="connsiteY3" fmla="*/ 1606 h 1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78" h="1606">
                      <a:moveTo>
                        <a:pt x="0" y="268"/>
                      </a:moveTo>
                      <a:lnTo>
                        <a:pt x="4979" y="0"/>
                      </a:lnTo>
                      <a:lnTo>
                        <a:pt x="4979" y="1339"/>
                      </a:lnTo>
                      <a:lnTo>
                        <a:pt x="0" y="1606"/>
                      </a:lnTo>
                      <a:close/>
                    </a:path>
                  </a:pathLst>
                </a:custGeom>
                <a:solidFill>
                  <a:srgbClr val="8B8B8C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41" name="任意多边形: 形状 3940">
                  <a:extLst>
                    <a:ext uri="{FF2B5EF4-FFF2-40B4-BE49-F238E27FC236}">
                      <a16:creationId xmlns:a16="http://schemas.microsoft.com/office/drawing/2014/main" id="{4DA6BF97-249B-A0A1-689C-B9F9F22644FA}"/>
                    </a:ext>
                  </a:extLst>
                </p:cNvPr>
                <p:cNvSpPr/>
                <p:nvPr/>
              </p:nvSpPr>
              <p:spPr>
                <a:xfrm>
                  <a:off x="2394681" y="5117376"/>
                  <a:ext cx="7036" cy="3814"/>
                </a:xfrm>
                <a:custGeom>
                  <a:avLst/>
                  <a:gdLst>
                    <a:gd name="connsiteX0" fmla="*/ 0 w 7036"/>
                    <a:gd name="connsiteY0" fmla="*/ 402 h 3814"/>
                    <a:gd name="connsiteX1" fmla="*/ 7037 w 7036"/>
                    <a:gd name="connsiteY1" fmla="*/ 0 h 3814"/>
                    <a:gd name="connsiteX2" fmla="*/ 7037 w 7036"/>
                    <a:gd name="connsiteY2" fmla="*/ 3480 h 3814"/>
                    <a:gd name="connsiteX3" fmla="*/ 0 w 7036"/>
                    <a:gd name="connsiteY3" fmla="*/ 3815 h 3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36" h="3814">
                      <a:moveTo>
                        <a:pt x="0" y="402"/>
                      </a:moveTo>
                      <a:lnTo>
                        <a:pt x="7037" y="0"/>
                      </a:lnTo>
                      <a:lnTo>
                        <a:pt x="7037" y="3480"/>
                      </a:lnTo>
                      <a:lnTo>
                        <a:pt x="0" y="3815"/>
                      </a:lnTo>
                      <a:close/>
                    </a:path>
                  </a:pathLst>
                </a:custGeom>
                <a:solidFill>
                  <a:srgbClr val="FEFEF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42" name="任意多边形: 形状 3941">
                  <a:extLst>
                    <a:ext uri="{FF2B5EF4-FFF2-40B4-BE49-F238E27FC236}">
                      <a16:creationId xmlns:a16="http://schemas.microsoft.com/office/drawing/2014/main" id="{7666CA17-402B-2ED0-F39A-1F11750888BE}"/>
                    </a:ext>
                  </a:extLst>
                </p:cNvPr>
                <p:cNvSpPr/>
                <p:nvPr/>
              </p:nvSpPr>
              <p:spPr>
                <a:xfrm>
                  <a:off x="2395345" y="5118179"/>
                  <a:ext cx="5642" cy="2275"/>
                </a:xfrm>
                <a:custGeom>
                  <a:avLst/>
                  <a:gdLst>
                    <a:gd name="connsiteX0" fmla="*/ 0 w 5642"/>
                    <a:gd name="connsiteY0" fmla="*/ 268 h 2275"/>
                    <a:gd name="connsiteX1" fmla="*/ 5643 w 5642"/>
                    <a:gd name="connsiteY1" fmla="*/ 0 h 2275"/>
                    <a:gd name="connsiteX2" fmla="*/ 5643 w 5642"/>
                    <a:gd name="connsiteY2" fmla="*/ 2008 h 2275"/>
                    <a:gd name="connsiteX3" fmla="*/ 0 w 5642"/>
                    <a:gd name="connsiteY3" fmla="*/ 2276 h 2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42" h="2275">
                      <a:moveTo>
                        <a:pt x="0" y="268"/>
                      </a:moveTo>
                      <a:lnTo>
                        <a:pt x="5643" y="0"/>
                      </a:lnTo>
                      <a:lnTo>
                        <a:pt x="5643" y="2008"/>
                      </a:lnTo>
                      <a:lnTo>
                        <a:pt x="0" y="2276"/>
                      </a:lnTo>
                      <a:close/>
                    </a:path>
                  </a:pathLst>
                </a:custGeom>
                <a:solidFill>
                  <a:srgbClr val="D8D7D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43" name="任意多边形: 形状 3942">
                  <a:extLst>
                    <a:ext uri="{FF2B5EF4-FFF2-40B4-BE49-F238E27FC236}">
                      <a16:creationId xmlns:a16="http://schemas.microsoft.com/office/drawing/2014/main" id="{E76776EF-1F2F-582A-9253-209907459DFB}"/>
                    </a:ext>
                  </a:extLst>
                </p:cNvPr>
                <p:cNvSpPr/>
                <p:nvPr/>
              </p:nvSpPr>
              <p:spPr>
                <a:xfrm>
                  <a:off x="2396075" y="5118179"/>
                  <a:ext cx="4912" cy="1539"/>
                </a:xfrm>
                <a:custGeom>
                  <a:avLst/>
                  <a:gdLst>
                    <a:gd name="connsiteX0" fmla="*/ 0 w 4912"/>
                    <a:gd name="connsiteY0" fmla="*/ 201 h 1539"/>
                    <a:gd name="connsiteX1" fmla="*/ 4913 w 4912"/>
                    <a:gd name="connsiteY1" fmla="*/ 0 h 1539"/>
                    <a:gd name="connsiteX2" fmla="*/ 4913 w 4912"/>
                    <a:gd name="connsiteY2" fmla="*/ 1339 h 1539"/>
                    <a:gd name="connsiteX3" fmla="*/ 0 w 4912"/>
                    <a:gd name="connsiteY3" fmla="*/ 1539 h 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12" h="1539">
                      <a:moveTo>
                        <a:pt x="0" y="201"/>
                      </a:moveTo>
                      <a:lnTo>
                        <a:pt x="4913" y="0"/>
                      </a:lnTo>
                      <a:lnTo>
                        <a:pt x="4913" y="1339"/>
                      </a:lnTo>
                      <a:lnTo>
                        <a:pt x="0" y="1539"/>
                      </a:lnTo>
                      <a:close/>
                    </a:path>
                  </a:pathLst>
                </a:custGeom>
                <a:solidFill>
                  <a:srgbClr val="8B8B8C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44" name="任意多边形: 形状 3943">
                  <a:extLst>
                    <a:ext uri="{FF2B5EF4-FFF2-40B4-BE49-F238E27FC236}">
                      <a16:creationId xmlns:a16="http://schemas.microsoft.com/office/drawing/2014/main" id="{BED1BE71-6AAF-47ED-6ED1-0D5A77FE3676}"/>
                    </a:ext>
                  </a:extLst>
                </p:cNvPr>
                <p:cNvSpPr/>
                <p:nvPr/>
              </p:nvSpPr>
              <p:spPr>
                <a:xfrm rot="21140287">
                  <a:off x="2404777" y="5118188"/>
                  <a:ext cx="1847" cy="1845"/>
                </a:xfrm>
                <a:custGeom>
                  <a:avLst/>
                  <a:gdLst>
                    <a:gd name="connsiteX0" fmla="*/ 1907 w 1847"/>
                    <a:gd name="connsiteY0" fmla="*/ 946 h 1845"/>
                    <a:gd name="connsiteX1" fmla="*/ 983 w 1847"/>
                    <a:gd name="connsiteY1" fmla="*/ 1868 h 1845"/>
                    <a:gd name="connsiteX2" fmla="*/ 59 w 1847"/>
                    <a:gd name="connsiteY2" fmla="*/ 946 h 1845"/>
                    <a:gd name="connsiteX3" fmla="*/ 983 w 1847"/>
                    <a:gd name="connsiteY3" fmla="*/ 23 h 1845"/>
                    <a:gd name="connsiteX4" fmla="*/ 1907 w 1847"/>
                    <a:gd name="connsiteY4" fmla="*/ 946 h 1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47" h="1845">
                      <a:moveTo>
                        <a:pt x="1907" y="946"/>
                      </a:moveTo>
                      <a:cubicBezTo>
                        <a:pt x="1907" y="1455"/>
                        <a:pt x="1493" y="1868"/>
                        <a:pt x="983" y="1868"/>
                      </a:cubicBezTo>
                      <a:cubicBezTo>
                        <a:pt x="473" y="1868"/>
                        <a:pt x="59" y="1455"/>
                        <a:pt x="59" y="946"/>
                      </a:cubicBezTo>
                      <a:cubicBezTo>
                        <a:pt x="59" y="436"/>
                        <a:pt x="473" y="23"/>
                        <a:pt x="983" y="23"/>
                      </a:cubicBezTo>
                      <a:cubicBezTo>
                        <a:pt x="1493" y="23"/>
                        <a:pt x="1907" y="436"/>
                        <a:pt x="1907" y="946"/>
                      </a:cubicBezTo>
                      <a:close/>
                    </a:path>
                  </a:pathLst>
                </a:custGeom>
                <a:solidFill>
                  <a:srgbClr val="A1A1A1"/>
                </a:solidFill>
                <a:ln w="2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45" name="任意多边形: 形状 3944">
                  <a:extLst>
                    <a:ext uri="{FF2B5EF4-FFF2-40B4-BE49-F238E27FC236}">
                      <a16:creationId xmlns:a16="http://schemas.microsoft.com/office/drawing/2014/main" id="{25F8169B-76F4-BF22-446C-3CD33F2E7E9E}"/>
                    </a:ext>
                  </a:extLst>
                </p:cNvPr>
                <p:cNvSpPr/>
                <p:nvPr/>
              </p:nvSpPr>
              <p:spPr>
                <a:xfrm rot="21140287">
                  <a:off x="2409511" y="5118080"/>
                  <a:ext cx="1847" cy="1845"/>
                </a:xfrm>
                <a:custGeom>
                  <a:avLst/>
                  <a:gdLst>
                    <a:gd name="connsiteX0" fmla="*/ 1907 w 1847"/>
                    <a:gd name="connsiteY0" fmla="*/ 946 h 1845"/>
                    <a:gd name="connsiteX1" fmla="*/ 984 w 1847"/>
                    <a:gd name="connsiteY1" fmla="*/ 1868 h 1845"/>
                    <a:gd name="connsiteX2" fmla="*/ 60 w 1847"/>
                    <a:gd name="connsiteY2" fmla="*/ 946 h 1845"/>
                    <a:gd name="connsiteX3" fmla="*/ 984 w 1847"/>
                    <a:gd name="connsiteY3" fmla="*/ 23 h 1845"/>
                    <a:gd name="connsiteX4" fmla="*/ 1907 w 1847"/>
                    <a:gd name="connsiteY4" fmla="*/ 946 h 1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47" h="1845">
                      <a:moveTo>
                        <a:pt x="1907" y="946"/>
                      </a:moveTo>
                      <a:cubicBezTo>
                        <a:pt x="1907" y="1455"/>
                        <a:pt x="1494" y="1868"/>
                        <a:pt x="984" y="1868"/>
                      </a:cubicBezTo>
                      <a:cubicBezTo>
                        <a:pt x="474" y="1868"/>
                        <a:pt x="60" y="1455"/>
                        <a:pt x="60" y="946"/>
                      </a:cubicBezTo>
                      <a:cubicBezTo>
                        <a:pt x="60" y="436"/>
                        <a:pt x="474" y="23"/>
                        <a:pt x="984" y="23"/>
                      </a:cubicBezTo>
                      <a:cubicBezTo>
                        <a:pt x="1494" y="23"/>
                        <a:pt x="1907" y="436"/>
                        <a:pt x="1907" y="946"/>
                      </a:cubicBezTo>
                      <a:close/>
                    </a:path>
                  </a:pathLst>
                </a:custGeom>
                <a:solidFill>
                  <a:srgbClr val="A1A1A1"/>
                </a:solidFill>
                <a:ln w="2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46" name="任意多边形: 形状 3945">
                  <a:extLst>
                    <a:ext uri="{FF2B5EF4-FFF2-40B4-BE49-F238E27FC236}">
                      <a16:creationId xmlns:a16="http://schemas.microsoft.com/office/drawing/2014/main" id="{9B5008BB-76AF-3149-3AC6-1BDB6854A69C}"/>
                    </a:ext>
                  </a:extLst>
                </p:cNvPr>
                <p:cNvSpPr/>
                <p:nvPr/>
              </p:nvSpPr>
              <p:spPr>
                <a:xfrm>
                  <a:off x="2418248" y="5113761"/>
                  <a:ext cx="7568" cy="7629"/>
                </a:xfrm>
                <a:custGeom>
                  <a:avLst/>
                  <a:gdLst>
                    <a:gd name="connsiteX0" fmla="*/ 7568 w 7568"/>
                    <a:gd name="connsiteY0" fmla="*/ 3815 h 7629"/>
                    <a:gd name="connsiteX1" fmla="*/ 3784 w 7568"/>
                    <a:gd name="connsiteY1" fmla="*/ 7630 h 7629"/>
                    <a:gd name="connsiteX2" fmla="*/ 0 w 7568"/>
                    <a:gd name="connsiteY2" fmla="*/ 3815 h 7629"/>
                    <a:gd name="connsiteX3" fmla="*/ 3784 w 7568"/>
                    <a:gd name="connsiteY3" fmla="*/ 0 h 7629"/>
                    <a:gd name="connsiteX4" fmla="*/ 7568 w 7568"/>
                    <a:gd name="connsiteY4" fmla="*/ 3815 h 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68" h="7629">
                      <a:moveTo>
                        <a:pt x="7568" y="3815"/>
                      </a:moveTo>
                      <a:cubicBezTo>
                        <a:pt x="7568" y="5922"/>
                        <a:pt x="5874" y="7630"/>
                        <a:pt x="3784" y="7630"/>
                      </a:cubicBezTo>
                      <a:cubicBezTo>
                        <a:pt x="1694" y="7630"/>
                        <a:pt x="0" y="5922"/>
                        <a:pt x="0" y="3815"/>
                      </a:cubicBezTo>
                      <a:cubicBezTo>
                        <a:pt x="0" y="1708"/>
                        <a:pt x="1694" y="0"/>
                        <a:pt x="3784" y="0"/>
                      </a:cubicBezTo>
                      <a:cubicBezTo>
                        <a:pt x="5874" y="0"/>
                        <a:pt x="7568" y="1708"/>
                        <a:pt x="7568" y="3815"/>
                      </a:cubicBezTo>
                      <a:close/>
                    </a:path>
                  </a:pathLst>
                </a:custGeom>
                <a:noFill/>
                <a:ln w="1246" cap="flat">
                  <a:solidFill>
                    <a:srgbClr val="332C2B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47" name="任意多边形: 形状 3946">
                  <a:extLst>
                    <a:ext uri="{FF2B5EF4-FFF2-40B4-BE49-F238E27FC236}">
                      <a16:creationId xmlns:a16="http://schemas.microsoft.com/office/drawing/2014/main" id="{8D2A14B6-9ED1-FA08-1F28-0664F9BC8764}"/>
                    </a:ext>
                  </a:extLst>
                </p:cNvPr>
                <p:cNvSpPr/>
                <p:nvPr/>
              </p:nvSpPr>
              <p:spPr>
                <a:xfrm>
                  <a:off x="2418448" y="5114029"/>
                  <a:ext cx="7169" cy="7094"/>
                </a:xfrm>
                <a:custGeom>
                  <a:avLst/>
                  <a:gdLst>
                    <a:gd name="connsiteX0" fmla="*/ 7170 w 7169"/>
                    <a:gd name="connsiteY0" fmla="*/ 3547 h 7094"/>
                    <a:gd name="connsiteX1" fmla="*/ 3585 w 7169"/>
                    <a:gd name="connsiteY1" fmla="*/ 7094 h 7094"/>
                    <a:gd name="connsiteX2" fmla="*/ 0 w 7169"/>
                    <a:gd name="connsiteY2" fmla="*/ 3547 h 7094"/>
                    <a:gd name="connsiteX3" fmla="*/ 3585 w 7169"/>
                    <a:gd name="connsiteY3" fmla="*/ 0 h 7094"/>
                    <a:gd name="connsiteX4" fmla="*/ 7170 w 7169"/>
                    <a:gd name="connsiteY4" fmla="*/ 3547 h 7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69" h="7094">
                      <a:moveTo>
                        <a:pt x="7170" y="3547"/>
                      </a:moveTo>
                      <a:cubicBezTo>
                        <a:pt x="7170" y="5506"/>
                        <a:pt x="5565" y="7094"/>
                        <a:pt x="3585" y="7094"/>
                      </a:cubicBezTo>
                      <a:cubicBezTo>
                        <a:pt x="1605" y="7094"/>
                        <a:pt x="0" y="5506"/>
                        <a:pt x="0" y="3547"/>
                      </a:cubicBezTo>
                      <a:cubicBezTo>
                        <a:pt x="0" y="1588"/>
                        <a:pt x="1605" y="0"/>
                        <a:pt x="3585" y="0"/>
                      </a:cubicBezTo>
                      <a:cubicBezTo>
                        <a:pt x="5565" y="0"/>
                        <a:pt x="7170" y="1588"/>
                        <a:pt x="7170" y="3547"/>
                      </a:cubicBezTo>
                      <a:close/>
                    </a:path>
                  </a:pathLst>
                </a:custGeom>
                <a:solidFill>
                  <a:srgbClr val="111D38"/>
                </a:solidFill>
                <a:ln w="1246" cap="flat">
                  <a:solidFill>
                    <a:srgbClr val="B6B6B7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48" name="任意多边形: 形状 3947">
                  <a:extLst>
                    <a:ext uri="{FF2B5EF4-FFF2-40B4-BE49-F238E27FC236}">
                      <a16:creationId xmlns:a16="http://schemas.microsoft.com/office/drawing/2014/main" id="{F3B02EF0-C512-0637-A9C5-CA9D224B0FCA}"/>
                    </a:ext>
                  </a:extLst>
                </p:cNvPr>
                <p:cNvSpPr/>
                <p:nvPr/>
              </p:nvSpPr>
              <p:spPr>
                <a:xfrm>
                  <a:off x="2414199" y="5117643"/>
                  <a:ext cx="1858" cy="1874"/>
                </a:xfrm>
                <a:custGeom>
                  <a:avLst/>
                  <a:gdLst>
                    <a:gd name="connsiteX0" fmla="*/ 1859 w 1858"/>
                    <a:gd name="connsiteY0" fmla="*/ 937 h 1874"/>
                    <a:gd name="connsiteX1" fmla="*/ 929 w 1858"/>
                    <a:gd name="connsiteY1" fmla="*/ 1874 h 1874"/>
                    <a:gd name="connsiteX2" fmla="*/ 0 w 1858"/>
                    <a:gd name="connsiteY2" fmla="*/ 937 h 1874"/>
                    <a:gd name="connsiteX3" fmla="*/ 929 w 1858"/>
                    <a:gd name="connsiteY3" fmla="*/ 0 h 1874"/>
                    <a:gd name="connsiteX4" fmla="*/ 1859 w 1858"/>
                    <a:gd name="connsiteY4" fmla="*/ 937 h 1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58" h="1874">
                      <a:moveTo>
                        <a:pt x="1859" y="937"/>
                      </a:moveTo>
                      <a:cubicBezTo>
                        <a:pt x="1859" y="1455"/>
                        <a:pt x="1443" y="1874"/>
                        <a:pt x="929" y="1874"/>
                      </a:cubicBezTo>
                      <a:cubicBezTo>
                        <a:pt x="416" y="1874"/>
                        <a:pt x="0" y="1455"/>
                        <a:pt x="0" y="937"/>
                      </a:cubicBezTo>
                      <a:cubicBezTo>
                        <a:pt x="0" y="420"/>
                        <a:pt x="416" y="0"/>
                        <a:pt x="929" y="0"/>
                      </a:cubicBezTo>
                      <a:cubicBezTo>
                        <a:pt x="1443" y="0"/>
                        <a:pt x="1859" y="420"/>
                        <a:pt x="1859" y="937"/>
                      </a:cubicBezTo>
                      <a:close/>
                    </a:path>
                  </a:pathLst>
                </a:custGeom>
                <a:solidFill>
                  <a:srgbClr val="757475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49" name="任意多边形: 形状 3948">
                  <a:extLst>
                    <a:ext uri="{FF2B5EF4-FFF2-40B4-BE49-F238E27FC236}">
                      <a16:creationId xmlns:a16="http://schemas.microsoft.com/office/drawing/2014/main" id="{5B0D2CFD-9EBB-D60E-B419-45DA7BD9EFA0}"/>
                    </a:ext>
                  </a:extLst>
                </p:cNvPr>
                <p:cNvSpPr/>
                <p:nvPr/>
              </p:nvSpPr>
              <p:spPr>
                <a:xfrm>
                  <a:off x="2414332" y="5117777"/>
                  <a:ext cx="1593" cy="1606"/>
                </a:xfrm>
                <a:custGeom>
                  <a:avLst/>
                  <a:gdLst>
                    <a:gd name="connsiteX0" fmla="*/ 1593 w 1593"/>
                    <a:gd name="connsiteY0" fmla="*/ 803 h 1606"/>
                    <a:gd name="connsiteX1" fmla="*/ 797 w 1593"/>
                    <a:gd name="connsiteY1" fmla="*/ 1606 h 1606"/>
                    <a:gd name="connsiteX2" fmla="*/ 0 w 1593"/>
                    <a:gd name="connsiteY2" fmla="*/ 803 h 1606"/>
                    <a:gd name="connsiteX3" fmla="*/ 797 w 1593"/>
                    <a:gd name="connsiteY3" fmla="*/ 0 h 1606"/>
                    <a:gd name="connsiteX4" fmla="*/ 1593 w 1593"/>
                    <a:gd name="connsiteY4" fmla="*/ 803 h 1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93" h="1606">
                      <a:moveTo>
                        <a:pt x="1593" y="803"/>
                      </a:moveTo>
                      <a:cubicBezTo>
                        <a:pt x="1593" y="1247"/>
                        <a:pt x="1237" y="1606"/>
                        <a:pt x="797" y="1606"/>
                      </a:cubicBezTo>
                      <a:cubicBezTo>
                        <a:pt x="357" y="1606"/>
                        <a:pt x="0" y="1247"/>
                        <a:pt x="0" y="803"/>
                      </a:cubicBezTo>
                      <a:cubicBezTo>
                        <a:pt x="0" y="360"/>
                        <a:pt x="357" y="0"/>
                        <a:pt x="797" y="0"/>
                      </a:cubicBezTo>
                      <a:cubicBezTo>
                        <a:pt x="1237" y="0"/>
                        <a:pt x="1593" y="360"/>
                        <a:pt x="1593" y="803"/>
                      </a:cubicBezTo>
                      <a:close/>
                    </a:path>
                  </a:pathLst>
                </a:custGeom>
                <a:solidFill>
                  <a:srgbClr val="474443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50" name="任意多边形: 形状 3949">
                  <a:extLst>
                    <a:ext uri="{FF2B5EF4-FFF2-40B4-BE49-F238E27FC236}">
                      <a16:creationId xmlns:a16="http://schemas.microsoft.com/office/drawing/2014/main" id="{ACF288EE-160A-4548-70C2-A8C9F35772C3}"/>
                    </a:ext>
                  </a:extLst>
                </p:cNvPr>
                <p:cNvSpPr/>
                <p:nvPr/>
              </p:nvSpPr>
              <p:spPr>
                <a:xfrm>
                  <a:off x="2383064" y="5100571"/>
                  <a:ext cx="46868" cy="8978"/>
                </a:xfrm>
                <a:custGeom>
                  <a:avLst/>
                  <a:gdLst>
                    <a:gd name="connsiteX0" fmla="*/ 1461 w 46868"/>
                    <a:gd name="connsiteY0" fmla="*/ 4021 h 8978"/>
                    <a:gd name="connsiteX1" fmla="*/ 45408 w 46868"/>
                    <a:gd name="connsiteY1" fmla="*/ 5 h 8978"/>
                    <a:gd name="connsiteX2" fmla="*/ 46869 w 46868"/>
                    <a:gd name="connsiteY2" fmla="*/ 1344 h 8978"/>
                    <a:gd name="connsiteX3" fmla="*/ 46869 w 46868"/>
                    <a:gd name="connsiteY3" fmla="*/ 3352 h 8978"/>
                    <a:gd name="connsiteX4" fmla="*/ 45408 w 46868"/>
                    <a:gd name="connsiteY4" fmla="*/ 4958 h 8978"/>
                    <a:gd name="connsiteX5" fmla="*/ 1461 w 46868"/>
                    <a:gd name="connsiteY5" fmla="*/ 8974 h 8978"/>
                    <a:gd name="connsiteX6" fmla="*/ 0 w 46868"/>
                    <a:gd name="connsiteY6" fmla="*/ 7635 h 8978"/>
                    <a:gd name="connsiteX7" fmla="*/ 0 w 46868"/>
                    <a:gd name="connsiteY7" fmla="*/ 5627 h 8978"/>
                    <a:gd name="connsiteX8" fmla="*/ 1461 w 46868"/>
                    <a:gd name="connsiteY8" fmla="*/ 4021 h 8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868" h="8978">
                      <a:moveTo>
                        <a:pt x="1461" y="4021"/>
                      </a:moveTo>
                      <a:lnTo>
                        <a:pt x="45408" y="5"/>
                      </a:lnTo>
                      <a:cubicBezTo>
                        <a:pt x="46205" y="-62"/>
                        <a:pt x="46869" y="541"/>
                        <a:pt x="46869" y="1344"/>
                      </a:cubicBezTo>
                      <a:lnTo>
                        <a:pt x="46869" y="3352"/>
                      </a:lnTo>
                      <a:cubicBezTo>
                        <a:pt x="46869" y="4155"/>
                        <a:pt x="46205" y="4891"/>
                        <a:pt x="45408" y="4958"/>
                      </a:cubicBezTo>
                      <a:lnTo>
                        <a:pt x="1461" y="8974"/>
                      </a:lnTo>
                      <a:cubicBezTo>
                        <a:pt x="664" y="9040"/>
                        <a:pt x="0" y="8438"/>
                        <a:pt x="0" y="7635"/>
                      </a:cubicBezTo>
                      <a:lnTo>
                        <a:pt x="0" y="5627"/>
                      </a:lnTo>
                      <a:cubicBezTo>
                        <a:pt x="0" y="4824"/>
                        <a:pt x="664" y="4088"/>
                        <a:pt x="1461" y="40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51" name="任意多边形: 形状 3950">
                  <a:extLst>
                    <a:ext uri="{FF2B5EF4-FFF2-40B4-BE49-F238E27FC236}">
                      <a16:creationId xmlns:a16="http://schemas.microsoft.com/office/drawing/2014/main" id="{04167649-DF65-D9E4-1320-82677C063348}"/>
                    </a:ext>
                  </a:extLst>
                </p:cNvPr>
                <p:cNvSpPr/>
                <p:nvPr/>
              </p:nvSpPr>
              <p:spPr>
                <a:xfrm>
                  <a:off x="2383196" y="5226516"/>
                  <a:ext cx="46935" cy="13292"/>
                </a:xfrm>
                <a:custGeom>
                  <a:avLst/>
                  <a:gdLst>
                    <a:gd name="connsiteX0" fmla="*/ 1394 w 46935"/>
                    <a:gd name="connsiteY0" fmla="*/ 87 h 13292"/>
                    <a:gd name="connsiteX1" fmla="*/ 45541 w 46935"/>
                    <a:gd name="connsiteY1" fmla="*/ 8922 h 13292"/>
                    <a:gd name="connsiteX2" fmla="*/ 46935 w 46935"/>
                    <a:gd name="connsiteY2" fmla="*/ 10662 h 13292"/>
                    <a:gd name="connsiteX3" fmla="*/ 46935 w 46935"/>
                    <a:gd name="connsiteY3" fmla="*/ 12068 h 13292"/>
                    <a:gd name="connsiteX4" fmla="*/ 45541 w 46935"/>
                    <a:gd name="connsiteY4" fmla="*/ 13272 h 13292"/>
                    <a:gd name="connsiteX5" fmla="*/ 1394 w 46935"/>
                    <a:gd name="connsiteY5" fmla="*/ 4438 h 13292"/>
                    <a:gd name="connsiteX6" fmla="*/ 0 w 46935"/>
                    <a:gd name="connsiteY6" fmla="*/ 2631 h 13292"/>
                    <a:gd name="connsiteX7" fmla="*/ 0 w 46935"/>
                    <a:gd name="connsiteY7" fmla="*/ 1225 h 13292"/>
                    <a:gd name="connsiteX8" fmla="*/ 1394 w 46935"/>
                    <a:gd name="connsiteY8" fmla="*/ 21 h 13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292">
                      <a:moveTo>
                        <a:pt x="1394" y="87"/>
                      </a:moveTo>
                      <a:lnTo>
                        <a:pt x="45541" y="8922"/>
                      </a:lnTo>
                      <a:cubicBezTo>
                        <a:pt x="46338" y="9056"/>
                        <a:pt x="46935" y="9859"/>
                        <a:pt x="46935" y="10662"/>
                      </a:cubicBezTo>
                      <a:lnTo>
                        <a:pt x="46935" y="12068"/>
                      </a:lnTo>
                      <a:cubicBezTo>
                        <a:pt x="46935" y="12871"/>
                        <a:pt x="46271" y="13406"/>
                        <a:pt x="45541" y="13272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501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52" name="任意多边形: 形状 3951">
                  <a:extLst>
                    <a:ext uri="{FF2B5EF4-FFF2-40B4-BE49-F238E27FC236}">
                      <a16:creationId xmlns:a16="http://schemas.microsoft.com/office/drawing/2014/main" id="{DA771233-3FD1-F28E-EA4D-17FE42E1EDFE}"/>
                    </a:ext>
                  </a:extLst>
                </p:cNvPr>
                <p:cNvSpPr/>
                <p:nvPr/>
              </p:nvSpPr>
              <p:spPr>
                <a:xfrm>
                  <a:off x="2383329" y="5227072"/>
                  <a:ext cx="47067" cy="11177"/>
                </a:xfrm>
                <a:custGeom>
                  <a:avLst/>
                  <a:gdLst>
                    <a:gd name="connsiteX0" fmla="*/ 4116 w 47067"/>
                    <a:gd name="connsiteY0" fmla="*/ 0 h 11177"/>
                    <a:gd name="connsiteX1" fmla="*/ 0 w 47067"/>
                    <a:gd name="connsiteY1" fmla="*/ 1406 h 11177"/>
                    <a:gd name="connsiteX2" fmla="*/ 46736 w 47067"/>
                    <a:gd name="connsiteY2" fmla="*/ 11177 h 11177"/>
                    <a:gd name="connsiteX3" fmla="*/ 47068 w 47067"/>
                    <a:gd name="connsiteY3" fmla="*/ 8165 h 11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177">
                      <a:moveTo>
                        <a:pt x="4116" y="0"/>
                      </a:moveTo>
                      <a:lnTo>
                        <a:pt x="0" y="1406"/>
                      </a:lnTo>
                      <a:lnTo>
                        <a:pt x="46736" y="11177"/>
                      </a:lnTo>
                      <a:lnTo>
                        <a:pt x="47068" y="816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53" name="任意多边形: 形状 3952">
                  <a:extLst>
                    <a:ext uri="{FF2B5EF4-FFF2-40B4-BE49-F238E27FC236}">
                      <a16:creationId xmlns:a16="http://schemas.microsoft.com/office/drawing/2014/main" id="{34022851-38FD-D1C7-610A-B7B1F066B37D}"/>
                    </a:ext>
                  </a:extLst>
                </p:cNvPr>
                <p:cNvSpPr/>
                <p:nvPr/>
              </p:nvSpPr>
              <p:spPr>
                <a:xfrm>
                  <a:off x="2383196" y="5226516"/>
                  <a:ext cx="46935" cy="13292"/>
                </a:xfrm>
                <a:custGeom>
                  <a:avLst/>
                  <a:gdLst>
                    <a:gd name="connsiteX0" fmla="*/ 1394 w 46935"/>
                    <a:gd name="connsiteY0" fmla="*/ 87 h 13292"/>
                    <a:gd name="connsiteX1" fmla="*/ 45541 w 46935"/>
                    <a:gd name="connsiteY1" fmla="*/ 8922 h 13292"/>
                    <a:gd name="connsiteX2" fmla="*/ 46935 w 46935"/>
                    <a:gd name="connsiteY2" fmla="*/ 10662 h 13292"/>
                    <a:gd name="connsiteX3" fmla="*/ 46935 w 46935"/>
                    <a:gd name="connsiteY3" fmla="*/ 12068 h 13292"/>
                    <a:gd name="connsiteX4" fmla="*/ 45541 w 46935"/>
                    <a:gd name="connsiteY4" fmla="*/ 13272 h 13292"/>
                    <a:gd name="connsiteX5" fmla="*/ 1394 w 46935"/>
                    <a:gd name="connsiteY5" fmla="*/ 4438 h 13292"/>
                    <a:gd name="connsiteX6" fmla="*/ 0 w 46935"/>
                    <a:gd name="connsiteY6" fmla="*/ 2631 h 13292"/>
                    <a:gd name="connsiteX7" fmla="*/ 0 w 46935"/>
                    <a:gd name="connsiteY7" fmla="*/ 1225 h 13292"/>
                    <a:gd name="connsiteX8" fmla="*/ 1394 w 46935"/>
                    <a:gd name="connsiteY8" fmla="*/ 21 h 13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292">
                      <a:moveTo>
                        <a:pt x="1394" y="87"/>
                      </a:moveTo>
                      <a:lnTo>
                        <a:pt x="45541" y="8922"/>
                      </a:lnTo>
                      <a:cubicBezTo>
                        <a:pt x="46338" y="9056"/>
                        <a:pt x="46935" y="9859"/>
                        <a:pt x="46935" y="10662"/>
                      </a:cubicBezTo>
                      <a:lnTo>
                        <a:pt x="46935" y="12068"/>
                      </a:lnTo>
                      <a:cubicBezTo>
                        <a:pt x="46935" y="12871"/>
                        <a:pt x="46271" y="13406"/>
                        <a:pt x="45541" y="13272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501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54" name="任意多边形: 形状 3953">
                  <a:extLst>
                    <a:ext uri="{FF2B5EF4-FFF2-40B4-BE49-F238E27FC236}">
                      <a16:creationId xmlns:a16="http://schemas.microsoft.com/office/drawing/2014/main" id="{4ABB5E58-0D98-DE6B-5BC9-5B7C413AB325}"/>
                    </a:ext>
                  </a:extLst>
                </p:cNvPr>
                <p:cNvSpPr/>
                <p:nvPr/>
              </p:nvSpPr>
              <p:spPr>
                <a:xfrm>
                  <a:off x="2383130" y="5228586"/>
                  <a:ext cx="47001" cy="11362"/>
                </a:xfrm>
                <a:custGeom>
                  <a:avLst/>
                  <a:gdLst>
                    <a:gd name="connsiteX0" fmla="*/ 1129 w 47001"/>
                    <a:gd name="connsiteY0" fmla="*/ 26 h 11362"/>
                    <a:gd name="connsiteX1" fmla="*/ 45873 w 47001"/>
                    <a:gd name="connsiteY1" fmla="*/ 8994 h 11362"/>
                    <a:gd name="connsiteX2" fmla="*/ 47002 w 47001"/>
                    <a:gd name="connsiteY2" fmla="*/ 10400 h 11362"/>
                    <a:gd name="connsiteX3" fmla="*/ 47002 w 47001"/>
                    <a:gd name="connsiteY3" fmla="*/ 10400 h 11362"/>
                    <a:gd name="connsiteX4" fmla="*/ 45873 w 47001"/>
                    <a:gd name="connsiteY4" fmla="*/ 11337 h 11362"/>
                    <a:gd name="connsiteX5" fmla="*/ 1129 w 47001"/>
                    <a:gd name="connsiteY5" fmla="*/ 2368 h 11362"/>
                    <a:gd name="connsiteX6" fmla="*/ 0 w 47001"/>
                    <a:gd name="connsiteY6" fmla="*/ 963 h 11362"/>
                    <a:gd name="connsiteX7" fmla="*/ 0 w 47001"/>
                    <a:gd name="connsiteY7" fmla="*/ 963 h 11362"/>
                    <a:gd name="connsiteX8" fmla="*/ 1129 w 47001"/>
                    <a:gd name="connsiteY8" fmla="*/ 26 h 11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362">
                      <a:moveTo>
                        <a:pt x="1129" y="26"/>
                      </a:moveTo>
                      <a:lnTo>
                        <a:pt x="45873" y="8994"/>
                      </a:lnTo>
                      <a:cubicBezTo>
                        <a:pt x="46470" y="9128"/>
                        <a:pt x="47002" y="9730"/>
                        <a:pt x="47002" y="10400"/>
                      </a:cubicBezTo>
                      <a:lnTo>
                        <a:pt x="47002" y="10400"/>
                      </a:lnTo>
                      <a:cubicBezTo>
                        <a:pt x="47002" y="11069"/>
                        <a:pt x="46537" y="11471"/>
                        <a:pt x="45873" y="11337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55" name="任意多边形: 形状 3954">
                  <a:extLst>
                    <a:ext uri="{FF2B5EF4-FFF2-40B4-BE49-F238E27FC236}">
                      <a16:creationId xmlns:a16="http://schemas.microsoft.com/office/drawing/2014/main" id="{D9ABA335-7E2F-E2DE-84DE-D9F9411EE7CA}"/>
                    </a:ext>
                  </a:extLst>
                </p:cNvPr>
                <p:cNvSpPr/>
                <p:nvPr/>
              </p:nvSpPr>
              <p:spPr>
                <a:xfrm>
                  <a:off x="2383196" y="5232339"/>
                  <a:ext cx="46935" cy="13694"/>
                </a:xfrm>
                <a:custGeom>
                  <a:avLst/>
                  <a:gdLst>
                    <a:gd name="connsiteX0" fmla="*/ 1394 w 46935"/>
                    <a:gd name="connsiteY0" fmla="*/ 21 h 13694"/>
                    <a:gd name="connsiteX1" fmla="*/ 45541 w 46935"/>
                    <a:gd name="connsiteY1" fmla="*/ 9257 h 13694"/>
                    <a:gd name="connsiteX2" fmla="*/ 46935 w 46935"/>
                    <a:gd name="connsiteY2" fmla="*/ 11064 h 13694"/>
                    <a:gd name="connsiteX3" fmla="*/ 46935 w 46935"/>
                    <a:gd name="connsiteY3" fmla="*/ 12469 h 13694"/>
                    <a:gd name="connsiteX4" fmla="*/ 45541 w 46935"/>
                    <a:gd name="connsiteY4" fmla="*/ 13674 h 13694"/>
                    <a:gd name="connsiteX5" fmla="*/ 1394 w 46935"/>
                    <a:gd name="connsiteY5" fmla="*/ 4438 h 13694"/>
                    <a:gd name="connsiteX6" fmla="*/ 0 w 46935"/>
                    <a:gd name="connsiteY6" fmla="*/ 2631 h 13694"/>
                    <a:gd name="connsiteX7" fmla="*/ 0 w 46935"/>
                    <a:gd name="connsiteY7" fmla="*/ 1225 h 13694"/>
                    <a:gd name="connsiteX8" fmla="*/ 1394 w 46935"/>
                    <a:gd name="connsiteY8" fmla="*/ 21 h 13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694">
                      <a:moveTo>
                        <a:pt x="1394" y="21"/>
                      </a:moveTo>
                      <a:lnTo>
                        <a:pt x="45541" y="9257"/>
                      </a:lnTo>
                      <a:cubicBezTo>
                        <a:pt x="46338" y="9457"/>
                        <a:pt x="46935" y="10261"/>
                        <a:pt x="46935" y="11064"/>
                      </a:cubicBezTo>
                      <a:lnTo>
                        <a:pt x="46935" y="12469"/>
                      </a:lnTo>
                      <a:cubicBezTo>
                        <a:pt x="46935" y="13272"/>
                        <a:pt x="46271" y="13808"/>
                        <a:pt x="45541" y="13674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56" name="任意多边形: 形状 3955">
                  <a:extLst>
                    <a:ext uri="{FF2B5EF4-FFF2-40B4-BE49-F238E27FC236}">
                      <a16:creationId xmlns:a16="http://schemas.microsoft.com/office/drawing/2014/main" id="{621B82F3-5E27-E0D7-D5AF-74417E8D9355}"/>
                    </a:ext>
                  </a:extLst>
                </p:cNvPr>
                <p:cNvSpPr/>
                <p:nvPr/>
              </p:nvSpPr>
              <p:spPr>
                <a:xfrm>
                  <a:off x="2383329" y="5232895"/>
                  <a:ext cx="47067" cy="11578"/>
                </a:xfrm>
                <a:custGeom>
                  <a:avLst/>
                  <a:gdLst>
                    <a:gd name="connsiteX0" fmla="*/ 4116 w 47067"/>
                    <a:gd name="connsiteY0" fmla="*/ 0 h 11578"/>
                    <a:gd name="connsiteX1" fmla="*/ 0 w 47067"/>
                    <a:gd name="connsiteY1" fmla="*/ 1339 h 11578"/>
                    <a:gd name="connsiteX2" fmla="*/ 46736 w 47067"/>
                    <a:gd name="connsiteY2" fmla="*/ 11579 h 11578"/>
                    <a:gd name="connsiteX3" fmla="*/ 47068 w 47067"/>
                    <a:gd name="connsiteY3" fmla="*/ 8500 h 11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578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579"/>
                      </a:lnTo>
                      <a:lnTo>
                        <a:pt x="47068" y="8500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57" name="任意多边形: 形状 3956">
                  <a:extLst>
                    <a:ext uri="{FF2B5EF4-FFF2-40B4-BE49-F238E27FC236}">
                      <a16:creationId xmlns:a16="http://schemas.microsoft.com/office/drawing/2014/main" id="{A3A323C7-3F4D-D9C9-0EEB-31BCC626BBDB}"/>
                    </a:ext>
                  </a:extLst>
                </p:cNvPr>
                <p:cNvSpPr/>
                <p:nvPr/>
              </p:nvSpPr>
              <p:spPr>
                <a:xfrm>
                  <a:off x="2383196" y="5232339"/>
                  <a:ext cx="46935" cy="13694"/>
                </a:xfrm>
                <a:custGeom>
                  <a:avLst/>
                  <a:gdLst>
                    <a:gd name="connsiteX0" fmla="*/ 1394 w 46935"/>
                    <a:gd name="connsiteY0" fmla="*/ 21 h 13694"/>
                    <a:gd name="connsiteX1" fmla="*/ 45541 w 46935"/>
                    <a:gd name="connsiteY1" fmla="*/ 9257 h 13694"/>
                    <a:gd name="connsiteX2" fmla="*/ 46935 w 46935"/>
                    <a:gd name="connsiteY2" fmla="*/ 11064 h 13694"/>
                    <a:gd name="connsiteX3" fmla="*/ 46935 w 46935"/>
                    <a:gd name="connsiteY3" fmla="*/ 12469 h 13694"/>
                    <a:gd name="connsiteX4" fmla="*/ 45541 w 46935"/>
                    <a:gd name="connsiteY4" fmla="*/ 13674 h 13694"/>
                    <a:gd name="connsiteX5" fmla="*/ 1394 w 46935"/>
                    <a:gd name="connsiteY5" fmla="*/ 4438 h 13694"/>
                    <a:gd name="connsiteX6" fmla="*/ 0 w 46935"/>
                    <a:gd name="connsiteY6" fmla="*/ 2631 h 13694"/>
                    <a:gd name="connsiteX7" fmla="*/ 0 w 46935"/>
                    <a:gd name="connsiteY7" fmla="*/ 1225 h 13694"/>
                    <a:gd name="connsiteX8" fmla="*/ 1394 w 46935"/>
                    <a:gd name="connsiteY8" fmla="*/ 21 h 13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694">
                      <a:moveTo>
                        <a:pt x="1394" y="21"/>
                      </a:moveTo>
                      <a:lnTo>
                        <a:pt x="45541" y="9257"/>
                      </a:lnTo>
                      <a:cubicBezTo>
                        <a:pt x="46338" y="9457"/>
                        <a:pt x="46935" y="10261"/>
                        <a:pt x="46935" y="11064"/>
                      </a:cubicBezTo>
                      <a:lnTo>
                        <a:pt x="46935" y="12469"/>
                      </a:lnTo>
                      <a:cubicBezTo>
                        <a:pt x="46935" y="13272"/>
                        <a:pt x="46271" y="13808"/>
                        <a:pt x="45541" y="13674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58" name="任意多边形: 形状 3957">
                  <a:extLst>
                    <a:ext uri="{FF2B5EF4-FFF2-40B4-BE49-F238E27FC236}">
                      <a16:creationId xmlns:a16="http://schemas.microsoft.com/office/drawing/2014/main" id="{6598326E-9F08-9182-D789-6D58E94AA01B}"/>
                    </a:ext>
                  </a:extLst>
                </p:cNvPr>
                <p:cNvSpPr/>
                <p:nvPr/>
              </p:nvSpPr>
              <p:spPr>
                <a:xfrm>
                  <a:off x="2383064" y="5234342"/>
                  <a:ext cx="47001" cy="11763"/>
                </a:xfrm>
                <a:custGeom>
                  <a:avLst/>
                  <a:gdLst>
                    <a:gd name="connsiteX0" fmla="*/ 1129 w 47001"/>
                    <a:gd name="connsiteY0" fmla="*/ 26 h 11763"/>
                    <a:gd name="connsiteX1" fmla="*/ 45873 w 47001"/>
                    <a:gd name="connsiteY1" fmla="*/ 9396 h 11763"/>
                    <a:gd name="connsiteX2" fmla="*/ 47002 w 47001"/>
                    <a:gd name="connsiteY2" fmla="*/ 10801 h 11763"/>
                    <a:gd name="connsiteX3" fmla="*/ 47002 w 47001"/>
                    <a:gd name="connsiteY3" fmla="*/ 10801 h 11763"/>
                    <a:gd name="connsiteX4" fmla="*/ 45873 w 47001"/>
                    <a:gd name="connsiteY4" fmla="*/ 11738 h 11763"/>
                    <a:gd name="connsiteX5" fmla="*/ 1129 w 47001"/>
                    <a:gd name="connsiteY5" fmla="*/ 2368 h 11763"/>
                    <a:gd name="connsiteX6" fmla="*/ 0 w 47001"/>
                    <a:gd name="connsiteY6" fmla="*/ 963 h 11763"/>
                    <a:gd name="connsiteX7" fmla="*/ 0 w 47001"/>
                    <a:gd name="connsiteY7" fmla="*/ 963 h 11763"/>
                    <a:gd name="connsiteX8" fmla="*/ 1129 w 47001"/>
                    <a:gd name="connsiteY8" fmla="*/ 26 h 11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763">
                      <a:moveTo>
                        <a:pt x="1129" y="26"/>
                      </a:moveTo>
                      <a:lnTo>
                        <a:pt x="45873" y="9396"/>
                      </a:lnTo>
                      <a:cubicBezTo>
                        <a:pt x="46470" y="9530"/>
                        <a:pt x="47002" y="10132"/>
                        <a:pt x="47002" y="10801"/>
                      </a:cubicBezTo>
                      <a:lnTo>
                        <a:pt x="47002" y="10801"/>
                      </a:lnTo>
                      <a:cubicBezTo>
                        <a:pt x="47002" y="11471"/>
                        <a:pt x="46537" y="11872"/>
                        <a:pt x="45873" y="11738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59" name="任意多边形: 形状 3958">
                  <a:extLst>
                    <a:ext uri="{FF2B5EF4-FFF2-40B4-BE49-F238E27FC236}">
                      <a16:creationId xmlns:a16="http://schemas.microsoft.com/office/drawing/2014/main" id="{8FD4B4A5-9FED-8B6B-150B-45AB0C4210DB}"/>
                    </a:ext>
                  </a:extLst>
                </p:cNvPr>
                <p:cNvSpPr/>
                <p:nvPr/>
              </p:nvSpPr>
              <p:spPr>
                <a:xfrm>
                  <a:off x="2383196" y="523809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60" name="任意多边形: 形状 3959">
                  <a:extLst>
                    <a:ext uri="{FF2B5EF4-FFF2-40B4-BE49-F238E27FC236}">
                      <a16:creationId xmlns:a16="http://schemas.microsoft.com/office/drawing/2014/main" id="{54C22F67-262A-860C-C3A2-11961DFB7470}"/>
                    </a:ext>
                  </a:extLst>
                </p:cNvPr>
                <p:cNvSpPr/>
                <p:nvPr/>
              </p:nvSpPr>
              <p:spPr>
                <a:xfrm>
                  <a:off x="2383329" y="5238651"/>
                  <a:ext cx="47067" cy="11712"/>
                </a:xfrm>
                <a:custGeom>
                  <a:avLst/>
                  <a:gdLst>
                    <a:gd name="connsiteX0" fmla="*/ 4116 w 47067"/>
                    <a:gd name="connsiteY0" fmla="*/ 0 h 11712"/>
                    <a:gd name="connsiteX1" fmla="*/ 0 w 47067"/>
                    <a:gd name="connsiteY1" fmla="*/ 1339 h 11712"/>
                    <a:gd name="connsiteX2" fmla="*/ 46736 w 47067"/>
                    <a:gd name="connsiteY2" fmla="*/ 11713 h 11712"/>
                    <a:gd name="connsiteX3" fmla="*/ 47068 w 47067"/>
                    <a:gd name="connsiteY3" fmla="*/ 8701 h 11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712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713"/>
                      </a:lnTo>
                      <a:lnTo>
                        <a:pt x="47068" y="8701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61" name="任意多边形: 形状 3960">
                  <a:extLst>
                    <a:ext uri="{FF2B5EF4-FFF2-40B4-BE49-F238E27FC236}">
                      <a16:creationId xmlns:a16="http://schemas.microsoft.com/office/drawing/2014/main" id="{2A5DE40F-ED65-EBB9-FB33-07983DA8071B}"/>
                    </a:ext>
                  </a:extLst>
                </p:cNvPr>
                <p:cNvSpPr/>
                <p:nvPr/>
              </p:nvSpPr>
              <p:spPr>
                <a:xfrm>
                  <a:off x="2383196" y="523809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62" name="任意多边形: 形状 3961">
                  <a:extLst>
                    <a:ext uri="{FF2B5EF4-FFF2-40B4-BE49-F238E27FC236}">
                      <a16:creationId xmlns:a16="http://schemas.microsoft.com/office/drawing/2014/main" id="{D193EC9C-1550-21D8-76BD-7CAA895C45B0}"/>
                    </a:ext>
                  </a:extLst>
                </p:cNvPr>
                <p:cNvSpPr/>
                <p:nvPr/>
              </p:nvSpPr>
              <p:spPr>
                <a:xfrm>
                  <a:off x="2383064" y="5240098"/>
                  <a:ext cx="47001" cy="11964"/>
                </a:xfrm>
                <a:custGeom>
                  <a:avLst/>
                  <a:gdLst>
                    <a:gd name="connsiteX0" fmla="*/ 1129 w 47001"/>
                    <a:gd name="connsiteY0" fmla="*/ 26 h 11964"/>
                    <a:gd name="connsiteX1" fmla="*/ 45873 w 47001"/>
                    <a:gd name="connsiteY1" fmla="*/ 9596 h 11964"/>
                    <a:gd name="connsiteX2" fmla="*/ 47002 w 47001"/>
                    <a:gd name="connsiteY2" fmla="*/ 11002 h 11964"/>
                    <a:gd name="connsiteX3" fmla="*/ 47002 w 47001"/>
                    <a:gd name="connsiteY3" fmla="*/ 11002 h 11964"/>
                    <a:gd name="connsiteX4" fmla="*/ 45873 w 47001"/>
                    <a:gd name="connsiteY4" fmla="*/ 11939 h 11964"/>
                    <a:gd name="connsiteX5" fmla="*/ 1129 w 47001"/>
                    <a:gd name="connsiteY5" fmla="*/ 2368 h 11964"/>
                    <a:gd name="connsiteX6" fmla="*/ 0 w 47001"/>
                    <a:gd name="connsiteY6" fmla="*/ 963 h 11964"/>
                    <a:gd name="connsiteX7" fmla="*/ 0 w 47001"/>
                    <a:gd name="connsiteY7" fmla="*/ 963 h 11964"/>
                    <a:gd name="connsiteX8" fmla="*/ 1129 w 47001"/>
                    <a:gd name="connsiteY8" fmla="*/ 26 h 11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964">
                      <a:moveTo>
                        <a:pt x="1129" y="26"/>
                      </a:moveTo>
                      <a:lnTo>
                        <a:pt x="45873" y="9596"/>
                      </a:lnTo>
                      <a:cubicBezTo>
                        <a:pt x="46470" y="9730"/>
                        <a:pt x="47002" y="10333"/>
                        <a:pt x="47002" y="11002"/>
                      </a:cubicBezTo>
                      <a:lnTo>
                        <a:pt x="47002" y="11002"/>
                      </a:lnTo>
                      <a:cubicBezTo>
                        <a:pt x="47002" y="11671"/>
                        <a:pt x="46537" y="12073"/>
                        <a:pt x="45873" y="11939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63" name="任意多边形: 形状 3962">
                  <a:extLst>
                    <a:ext uri="{FF2B5EF4-FFF2-40B4-BE49-F238E27FC236}">
                      <a16:creationId xmlns:a16="http://schemas.microsoft.com/office/drawing/2014/main" id="{D928099A-360E-CC3B-70A6-62894247E59A}"/>
                    </a:ext>
                  </a:extLst>
                </p:cNvPr>
                <p:cNvSpPr/>
                <p:nvPr/>
              </p:nvSpPr>
              <p:spPr>
                <a:xfrm>
                  <a:off x="2383196" y="524398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64" name="任意多边形: 形状 3963">
                  <a:extLst>
                    <a:ext uri="{FF2B5EF4-FFF2-40B4-BE49-F238E27FC236}">
                      <a16:creationId xmlns:a16="http://schemas.microsoft.com/office/drawing/2014/main" id="{6B0A650F-D4AA-4492-F7D7-8BFC88511C51}"/>
                    </a:ext>
                  </a:extLst>
                </p:cNvPr>
                <p:cNvSpPr/>
                <p:nvPr/>
              </p:nvSpPr>
              <p:spPr>
                <a:xfrm>
                  <a:off x="2383329" y="5244608"/>
                  <a:ext cx="47067" cy="11712"/>
                </a:xfrm>
                <a:custGeom>
                  <a:avLst/>
                  <a:gdLst>
                    <a:gd name="connsiteX0" fmla="*/ 4116 w 47067"/>
                    <a:gd name="connsiteY0" fmla="*/ 0 h 11712"/>
                    <a:gd name="connsiteX1" fmla="*/ 0 w 47067"/>
                    <a:gd name="connsiteY1" fmla="*/ 1339 h 11712"/>
                    <a:gd name="connsiteX2" fmla="*/ 46736 w 47067"/>
                    <a:gd name="connsiteY2" fmla="*/ 11713 h 11712"/>
                    <a:gd name="connsiteX3" fmla="*/ 47068 w 47067"/>
                    <a:gd name="connsiteY3" fmla="*/ 8701 h 11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712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713"/>
                      </a:lnTo>
                      <a:lnTo>
                        <a:pt x="47068" y="8701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65" name="任意多边形: 形状 3964">
                  <a:extLst>
                    <a:ext uri="{FF2B5EF4-FFF2-40B4-BE49-F238E27FC236}">
                      <a16:creationId xmlns:a16="http://schemas.microsoft.com/office/drawing/2014/main" id="{B035ACC9-FD66-193D-61F7-C3B6B6939DC2}"/>
                    </a:ext>
                  </a:extLst>
                </p:cNvPr>
                <p:cNvSpPr/>
                <p:nvPr/>
              </p:nvSpPr>
              <p:spPr>
                <a:xfrm>
                  <a:off x="2383196" y="524398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66" name="任意多边形: 形状 3965">
                  <a:extLst>
                    <a:ext uri="{FF2B5EF4-FFF2-40B4-BE49-F238E27FC236}">
                      <a16:creationId xmlns:a16="http://schemas.microsoft.com/office/drawing/2014/main" id="{66A8E8A3-BB31-E840-9221-1E2404C21B0C}"/>
                    </a:ext>
                  </a:extLst>
                </p:cNvPr>
                <p:cNvSpPr/>
                <p:nvPr/>
              </p:nvSpPr>
              <p:spPr>
                <a:xfrm>
                  <a:off x="2383064" y="5246054"/>
                  <a:ext cx="47001" cy="11964"/>
                </a:xfrm>
                <a:custGeom>
                  <a:avLst/>
                  <a:gdLst>
                    <a:gd name="connsiteX0" fmla="*/ 1129 w 47001"/>
                    <a:gd name="connsiteY0" fmla="*/ 26 h 11964"/>
                    <a:gd name="connsiteX1" fmla="*/ 45873 w 47001"/>
                    <a:gd name="connsiteY1" fmla="*/ 9596 h 11964"/>
                    <a:gd name="connsiteX2" fmla="*/ 47002 w 47001"/>
                    <a:gd name="connsiteY2" fmla="*/ 11002 h 11964"/>
                    <a:gd name="connsiteX3" fmla="*/ 47002 w 47001"/>
                    <a:gd name="connsiteY3" fmla="*/ 11002 h 11964"/>
                    <a:gd name="connsiteX4" fmla="*/ 45873 w 47001"/>
                    <a:gd name="connsiteY4" fmla="*/ 11939 h 11964"/>
                    <a:gd name="connsiteX5" fmla="*/ 1129 w 47001"/>
                    <a:gd name="connsiteY5" fmla="*/ 2368 h 11964"/>
                    <a:gd name="connsiteX6" fmla="*/ 0 w 47001"/>
                    <a:gd name="connsiteY6" fmla="*/ 963 h 11964"/>
                    <a:gd name="connsiteX7" fmla="*/ 0 w 47001"/>
                    <a:gd name="connsiteY7" fmla="*/ 963 h 11964"/>
                    <a:gd name="connsiteX8" fmla="*/ 1129 w 47001"/>
                    <a:gd name="connsiteY8" fmla="*/ 26 h 11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964">
                      <a:moveTo>
                        <a:pt x="1129" y="26"/>
                      </a:moveTo>
                      <a:lnTo>
                        <a:pt x="45873" y="9596"/>
                      </a:lnTo>
                      <a:cubicBezTo>
                        <a:pt x="46470" y="9730"/>
                        <a:pt x="47002" y="10333"/>
                        <a:pt x="47002" y="11002"/>
                      </a:cubicBezTo>
                      <a:lnTo>
                        <a:pt x="47002" y="11002"/>
                      </a:lnTo>
                      <a:cubicBezTo>
                        <a:pt x="47002" y="11671"/>
                        <a:pt x="46537" y="12073"/>
                        <a:pt x="45873" y="11939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67" name="任意多边形: 形状 3966">
                  <a:extLst>
                    <a:ext uri="{FF2B5EF4-FFF2-40B4-BE49-F238E27FC236}">
                      <a16:creationId xmlns:a16="http://schemas.microsoft.com/office/drawing/2014/main" id="{3ED6FA3E-C839-44E5-4460-5333C276E505}"/>
                    </a:ext>
                  </a:extLst>
                </p:cNvPr>
                <p:cNvSpPr/>
                <p:nvPr/>
              </p:nvSpPr>
              <p:spPr>
                <a:xfrm>
                  <a:off x="2383196" y="5249941"/>
                  <a:ext cx="46935" cy="14229"/>
                </a:xfrm>
                <a:custGeom>
                  <a:avLst/>
                  <a:gdLst>
                    <a:gd name="connsiteX0" fmla="*/ 1394 w 46935"/>
                    <a:gd name="connsiteY0" fmla="*/ 21 h 14229"/>
                    <a:gd name="connsiteX1" fmla="*/ 45541 w 46935"/>
                    <a:gd name="connsiteY1" fmla="*/ 9792 h 14229"/>
                    <a:gd name="connsiteX2" fmla="*/ 46935 w 46935"/>
                    <a:gd name="connsiteY2" fmla="*/ 11599 h 14229"/>
                    <a:gd name="connsiteX3" fmla="*/ 46935 w 46935"/>
                    <a:gd name="connsiteY3" fmla="*/ 13005 h 14229"/>
                    <a:gd name="connsiteX4" fmla="*/ 45541 w 46935"/>
                    <a:gd name="connsiteY4" fmla="*/ 14209 h 14229"/>
                    <a:gd name="connsiteX5" fmla="*/ 1394 w 46935"/>
                    <a:gd name="connsiteY5" fmla="*/ 4438 h 14229"/>
                    <a:gd name="connsiteX6" fmla="*/ 0 w 46935"/>
                    <a:gd name="connsiteY6" fmla="*/ 2631 h 14229"/>
                    <a:gd name="connsiteX7" fmla="*/ 0 w 46935"/>
                    <a:gd name="connsiteY7" fmla="*/ 1225 h 14229"/>
                    <a:gd name="connsiteX8" fmla="*/ 1394 w 46935"/>
                    <a:gd name="connsiteY8" fmla="*/ 21 h 14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229">
                      <a:moveTo>
                        <a:pt x="1394" y="21"/>
                      </a:moveTo>
                      <a:lnTo>
                        <a:pt x="45541" y="9792"/>
                      </a:lnTo>
                      <a:cubicBezTo>
                        <a:pt x="46338" y="9993"/>
                        <a:pt x="46935" y="10796"/>
                        <a:pt x="46935" y="11599"/>
                      </a:cubicBezTo>
                      <a:lnTo>
                        <a:pt x="46935" y="13005"/>
                      </a:lnTo>
                      <a:cubicBezTo>
                        <a:pt x="46935" y="13808"/>
                        <a:pt x="46271" y="14343"/>
                        <a:pt x="45541" y="14209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68" name="任意多边形: 形状 3967">
                  <a:extLst>
                    <a:ext uri="{FF2B5EF4-FFF2-40B4-BE49-F238E27FC236}">
                      <a16:creationId xmlns:a16="http://schemas.microsoft.com/office/drawing/2014/main" id="{8A71FB1E-9483-0B17-AC46-FE4F03BCB78D}"/>
                    </a:ext>
                  </a:extLst>
                </p:cNvPr>
                <p:cNvSpPr/>
                <p:nvPr/>
              </p:nvSpPr>
              <p:spPr>
                <a:xfrm>
                  <a:off x="2383329" y="5250564"/>
                  <a:ext cx="47067" cy="12114"/>
                </a:xfrm>
                <a:custGeom>
                  <a:avLst/>
                  <a:gdLst>
                    <a:gd name="connsiteX0" fmla="*/ 4116 w 47067"/>
                    <a:gd name="connsiteY0" fmla="*/ 0 h 12114"/>
                    <a:gd name="connsiteX1" fmla="*/ 0 w 47067"/>
                    <a:gd name="connsiteY1" fmla="*/ 1339 h 12114"/>
                    <a:gd name="connsiteX2" fmla="*/ 46736 w 47067"/>
                    <a:gd name="connsiteY2" fmla="*/ 12114 h 12114"/>
                    <a:gd name="connsiteX3" fmla="*/ 47068 w 47067"/>
                    <a:gd name="connsiteY3" fmla="*/ 9035 h 12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114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2114"/>
                      </a:lnTo>
                      <a:lnTo>
                        <a:pt x="47068" y="903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69" name="任意多边形: 形状 3968">
                  <a:extLst>
                    <a:ext uri="{FF2B5EF4-FFF2-40B4-BE49-F238E27FC236}">
                      <a16:creationId xmlns:a16="http://schemas.microsoft.com/office/drawing/2014/main" id="{8F14B71D-88FE-4828-9C65-0C653E9009A6}"/>
                    </a:ext>
                  </a:extLst>
                </p:cNvPr>
                <p:cNvSpPr/>
                <p:nvPr/>
              </p:nvSpPr>
              <p:spPr>
                <a:xfrm>
                  <a:off x="2383196" y="5249941"/>
                  <a:ext cx="46935" cy="14229"/>
                </a:xfrm>
                <a:custGeom>
                  <a:avLst/>
                  <a:gdLst>
                    <a:gd name="connsiteX0" fmla="*/ 1394 w 46935"/>
                    <a:gd name="connsiteY0" fmla="*/ 21 h 14229"/>
                    <a:gd name="connsiteX1" fmla="*/ 45541 w 46935"/>
                    <a:gd name="connsiteY1" fmla="*/ 9792 h 14229"/>
                    <a:gd name="connsiteX2" fmla="*/ 46935 w 46935"/>
                    <a:gd name="connsiteY2" fmla="*/ 11599 h 14229"/>
                    <a:gd name="connsiteX3" fmla="*/ 46935 w 46935"/>
                    <a:gd name="connsiteY3" fmla="*/ 13005 h 14229"/>
                    <a:gd name="connsiteX4" fmla="*/ 45541 w 46935"/>
                    <a:gd name="connsiteY4" fmla="*/ 14209 h 14229"/>
                    <a:gd name="connsiteX5" fmla="*/ 1394 w 46935"/>
                    <a:gd name="connsiteY5" fmla="*/ 4438 h 14229"/>
                    <a:gd name="connsiteX6" fmla="*/ 0 w 46935"/>
                    <a:gd name="connsiteY6" fmla="*/ 2631 h 14229"/>
                    <a:gd name="connsiteX7" fmla="*/ 0 w 46935"/>
                    <a:gd name="connsiteY7" fmla="*/ 1225 h 14229"/>
                    <a:gd name="connsiteX8" fmla="*/ 1394 w 46935"/>
                    <a:gd name="connsiteY8" fmla="*/ 21 h 14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229">
                      <a:moveTo>
                        <a:pt x="1394" y="21"/>
                      </a:moveTo>
                      <a:lnTo>
                        <a:pt x="45541" y="9792"/>
                      </a:lnTo>
                      <a:cubicBezTo>
                        <a:pt x="46338" y="9993"/>
                        <a:pt x="46935" y="10796"/>
                        <a:pt x="46935" y="11599"/>
                      </a:cubicBezTo>
                      <a:lnTo>
                        <a:pt x="46935" y="13005"/>
                      </a:lnTo>
                      <a:cubicBezTo>
                        <a:pt x="46935" y="13808"/>
                        <a:pt x="46271" y="14343"/>
                        <a:pt x="45541" y="14209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70" name="任意多边形: 形状 3969">
                  <a:extLst>
                    <a:ext uri="{FF2B5EF4-FFF2-40B4-BE49-F238E27FC236}">
                      <a16:creationId xmlns:a16="http://schemas.microsoft.com/office/drawing/2014/main" id="{DFD73AD3-D2C6-F83B-05D7-695F17CFED0B}"/>
                    </a:ext>
                  </a:extLst>
                </p:cNvPr>
                <p:cNvSpPr/>
                <p:nvPr/>
              </p:nvSpPr>
              <p:spPr>
                <a:xfrm>
                  <a:off x="2383064" y="5252011"/>
                  <a:ext cx="47001" cy="12299"/>
                </a:xfrm>
                <a:custGeom>
                  <a:avLst/>
                  <a:gdLst>
                    <a:gd name="connsiteX0" fmla="*/ 1129 w 47001"/>
                    <a:gd name="connsiteY0" fmla="*/ 26 h 12299"/>
                    <a:gd name="connsiteX1" fmla="*/ 45873 w 47001"/>
                    <a:gd name="connsiteY1" fmla="*/ 9931 h 12299"/>
                    <a:gd name="connsiteX2" fmla="*/ 47002 w 47001"/>
                    <a:gd name="connsiteY2" fmla="*/ 11337 h 12299"/>
                    <a:gd name="connsiteX3" fmla="*/ 47002 w 47001"/>
                    <a:gd name="connsiteY3" fmla="*/ 11337 h 12299"/>
                    <a:gd name="connsiteX4" fmla="*/ 45873 w 47001"/>
                    <a:gd name="connsiteY4" fmla="*/ 12274 h 12299"/>
                    <a:gd name="connsiteX5" fmla="*/ 1129 w 47001"/>
                    <a:gd name="connsiteY5" fmla="*/ 2368 h 12299"/>
                    <a:gd name="connsiteX6" fmla="*/ 0 w 47001"/>
                    <a:gd name="connsiteY6" fmla="*/ 963 h 12299"/>
                    <a:gd name="connsiteX7" fmla="*/ 0 w 47001"/>
                    <a:gd name="connsiteY7" fmla="*/ 963 h 12299"/>
                    <a:gd name="connsiteX8" fmla="*/ 1129 w 47001"/>
                    <a:gd name="connsiteY8" fmla="*/ 26 h 12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2299">
                      <a:moveTo>
                        <a:pt x="1129" y="26"/>
                      </a:moveTo>
                      <a:lnTo>
                        <a:pt x="45873" y="9931"/>
                      </a:lnTo>
                      <a:cubicBezTo>
                        <a:pt x="46470" y="10065"/>
                        <a:pt x="47002" y="10667"/>
                        <a:pt x="47002" y="11337"/>
                      </a:cubicBezTo>
                      <a:lnTo>
                        <a:pt x="47002" y="11337"/>
                      </a:lnTo>
                      <a:cubicBezTo>
                        <a:pt x="47002" y="12006"/>
                        <a:pt x="46537" y="12408"/>
                        <a:pt x="45873" y="12274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71" name="任意多边形: 形状 3970">
                  <a:extLst>
                    <a:ext uri="{FF2B5EF4-FFF2-40B4-BE49-F238E27FC236}">
                      <a16:creationId xmlns:a16="http://schemas.microsoft.com/office/drawing/2014/main" id="{C14A53DC-45A0-B197-B3F4-9453C73FF95C}"/>
                    </a:ext>
                  </a:extLst>
                </p:cNvPr>
                <p:cNvSpPr/>
                <p:nvPr/>
              </p:nvSpPr>
              <p:spPr>
                <a:xfrm>
                  <a:off x="2383196" y="5256010"/>
                  <a:ext cx="46935" cy="14675"/>
                </a:xfrm>
                <a:custGeom>
                  <a:avLst/>
                  <a:gdLst>
                    <a:gd name="connsiteX0" fmla="*/ 1394 w 46935"/>
                    <a:gd name="connsiteY0" fmla="*/ 42 h 14675"/>
                    <a:gd name="connsiteX1" fmla="*/ 45541 w 46935"/>
                    <a:gd name="connsiteY1" fmla="*/ 10282 h 14675"/>
                    <a:gd name="connsiteX2" fmla="*/ 46935 w 46935"/>
                    <a:gd name="connsiteY2" fmla="*/ 12090 h 14675"/>
                    <a:gd name="connsiteX3" fmla="*/ 46935 w 46935"/>
                    <a:gd name="connsiteY3" fmla="*/ 13495 h 14675"/>
                    <a:gd name="connsiteX4" fmla="*/ 45541 w 46935"/>
                    <a:gd name="connsiteY4" fmla="*/ 14633 h 14675"/>
                    <a:gd name="connsiteX5" fmla="*/ 1394 w 46935"/>
                    <a:gd name="connsiteY5" fmla="*/ 4393 h 14675"/>
                    <a:gd name="connsiteX6" fmla="*/ 0 w 46935"/>
                    <a:gd name="connsiteY6" fmla="*/ 2586 h 14675"/>
                    <a:gd name="connsiteX7" fmla="*/ 0 w 46935"/>
                    <a:gd name="connsiteY7" fmla="*/ 1180 h 14675"/>
                    <a:gd name="connsiteX8" fmla="*/ 1394 w 46935"/>
                    <a:gd name="connsiteY8" fmla="*/ 42 h 14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675">
                      <a:moveTo>
                        <a:pt x="1394" y="42"/>
                      </a:moveTo>
                      <a:lnTo>
                        <a:pt x="45541" y="10282"/>
                      </a:lnTo>
                      <a:cubicBezTo>
                        <a:pt x="46338" y="10483"/>
                        <a:pt x="46935" y="11286"/>
                        <a:pt x="46935" y="12090"/>
                      </a:cubicBezTo>
                      <a:lnTo>
                        <a:pt x="46935" y="13495"/>
                      </a:lnTo>
                      <a:cubicBezTo>
                        <a:pt x="46935" y="14298"/>
                        <a:pt x="46271" y="14834"/>
                        <a:pt x="45541" y="14633"/>
                      </a:cubicBezTo>
                      <a:lnTo>
                        <a:pt x="1394" y="4393"/>
                      </a:lnTo>
                      <a:cubicBezTo>
                        <a:pt x="597" y="4192"/>
                        <a:pt x="0" y="3389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72" name="任意多边形: 形状 3971">
                  <a:extLst>
                    <a:ext uri="{FF2B5EF4-FFF2-40B4-BE49-F238E27FC236}">
                      <a16:creationId xmlns:a16="http://schemas.microsoft.com/office/drawing/2014/main" id="{A28B418D-7011-E839-666A-DF1831DA7880}"/>
                    </a:ext>
                  </a:extLst>
                </p:cNvPr>
                <p:cNvSpPr/>
                <p:nvPr/>
              </p:nvSpPr>
              <p:spPr>
                <a:xfrm>
                  <a:off x="2383329" y="5256655"/>
                  <a:ext cx="47067" cy="12515"/>
                </a:xfrm>
                <a:custGeom>
                  <a:avLst/>
                  <a:gdLst>
                    <a:gd name="connsiteX0" fmla="*/ 4116 w 47067"/>
                    <a:gd name="connsiteY0" fmla="*/ 0 h 12515"/>
                    <a:gd name="connsiteX1" fmla="*/ 0 w 47067"/>
                    <a:gd name="connsiteY1" fmla="*/ 1272 h 12515"/>
                    <a:gd name="connsiteX2" fmla="*/ 46736 w 47067"/>
                    <a:gd name="connsiteY2" fmla="*/ 12516 h 12515"/>
                    <a:gd name="connsiteX3" fmla="*/ 47068 w 47067"/>
                    <a:gd name="connsiteY3" fmla="*/ 9504 h 12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515">
                      <a:moveTo>
                        <a:pt x="4116" y="0"/>
                      </a:moveTo>
                      <a:lnTo>
                        <a:pt x="0" y="1272"/>
                      </a:lnTo>
                      <a:lnTo>
                        <a:pt x="46736" y="12516"/>
                      </a:lnTo>
                      <a:lnTo>
                        <a:pt x="47068" y="9504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73" name="任意多边形: 形状 3972">
                  <a:extLst>
                    <a:ext uri="{FF2B5EF4-FFF2-40B4-BE49-F238E27FC236}">
                      <a16:creationId xmlns:a16="http://schemas.microsoft.com/office/drawing/2014/main" id="{D925005D-79A2-70DF-481E-C7E1D83FD393}"/>
                    </a:ext>
                  </a:extLst>
                </p:cNvPr>
                <p:cNvSpPr/>
                <p:nvPr/>
              </p:nvSpPr>
              <p:spPr>
                <a:xfrm>
                  <a:off x="2383196" y="5256010"/>
                  <a:ext cx="46935" cy="14675"/>
                </a:xfrm>
                <a:custGeom>
                  <a:avLst/>
                  <a:gdLst>
                    <a:gd name="connsiteX0" fmla="*/ 1394 w 46935"/>
                    <a:gd name="connsiteY0" fmla="*/ 42 h 14675"/>
                    <a:gd name="connsiteX1" fmla="*/ 45541 w 46935"/>
                    <a:gd name="connsiteY1" fmla="*/ 10282 h 14675"/>
                    <a:gd name="connsiteX2" fmla="*/ 46935 w 46935"/>
                    <a:gd name="connsiteY2" fmla="*/ 12090 h 14675"/>
                    <a:gd name="connsiteX3" fmla="*/ 46935 w 46935"/>
                    <a:gd name="connsiteY3" fmla="*/ 13495 h 14675"/>
                    <a:gd name="connsiteX4" fmla="*/ 45541 w 46935"/>
                    <a:gd name="connsiteY4" fmla="*/ 14633 h 14675"/>
                    <a:gd name="connsiteX5" fmla="*/ 1394 w 46935"/>
                    <a:gd name="connsiteY5" fmla="*/ 4393 h 14675"/>
                    <a:gd name="connsiteX6" fmla="*/ 0 w 46935"/>
                    <a:gd name="connsiteY6" fmla="*/ 2586 h 14675"/>
                    <a:gd name="connsiteX7" fmla="*/ 0 w 46935"/>
                    <a:gd name="connsiteY7" fmla="*/ 1180 h 14675"/>
                    <a:gd name="connsiteX8" fmla="*/ 1394 w 46935"/>
                    <a:gd name="connsiteY8" fmla="*/ 42 h 14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675">
                      <a:moveTo>
                        <a:pt x="1394" y="42"/>
                      </a:moveTo>
                      <a:lnTo>
                        <a:pt x="45541" y="10282"/>
                      </a:lnTo>
                      <a:cubicBezTo>
                        <a:pt x="46338" y="10483"/>
                        <a:pt x="46935" y="11286"/>
                        <a:pt x="46935" y="12090"/>
                      </a:cubicBezTo>
                      <a:lnTo>
                        <a:pt x="46935" y="13495"/>
                      </a:lnTo>
                      <a:cubicBezTo>
                        <a:pt x="46935" y="14298"/>
                        <a:pt x="46271" y="14834"/>
                        <a:pt x="45541" y="14633"/>
                      </a:cubicBezTo>
                      <a:lnTo>
                        <a:pt x="1394" y="4393"/>
                      </a:lnTo>
                      <a:cubicBezTo>
                        <a:pt x="597" y="4192"/>
                        <a:pt x="0" y="3389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74" name="任意多边形: 形状 3973">
                  <a:extLst>
                    <a:ext uri="{FF2B5EF4-FFF2-40B4-BE49-F238E27FC236}">
                      <a16:creationId xmlns:a16="http://schemas.microsoft.com/office/drawing/2014/main" id="{8562290E-ACE1-59E6-B99F-9B0CFF1BC408}"/>
                    </a:ext>
                  </a:extLst>
                </p:cNvPr>
                <p:cNvSpPr/>
                <p:nvPr/>
              </p:nvSpPr>
              <p:spPr>
                <a:xfrm>
                  <a:off x="2383130" y="5258009"/>
                  <a:ext cx="46935" cy="12753"/>
                </a:xfrm>
                <a:custGeom>
                  <a:avLst/>
                  <a:gdLst>
                    <a:gd name="connsiteX0" fmla="*/ 1062 w 46935"/>
                    <a:gd name="connsiteY0" fmla="*/ 52 h 12753"/>
                    <a:gd name="connsiteX1" fmla="*/ 45873 w 46935"/>
                    <a:gd name="connsiteY1" fmla="*/ 10426 h 12753"/>
                    <a:gd name="connsiteX2" fmla="*/ 46935 w 46935"/>
                    <a:gd name="connsiteY2" fmla="*/ 11831 h 12753"/>
                    <a:gd name="connsiteX3" fmla="*/ 46935 w 46935"/>
                    <a:gd name="connsiteY3" fmla="*/ 11831 h 12753"/>
                    <a:gd name="connsiteX4" fmla="*/ 45873 w 46935"/>
                    <a:gd name="connsiteY4" fmla="*/ 12701 h 12753"/>
                    <a:gd name="connsiteX5" fmla="*/ 1062 w 46935"/>
                    <a:gd name="connsiteY5" fmla="*/ 2327 h 12753"/>
                    <a:gd name="connsiteX6" fmla="*/ 0 w 46935"/>
                    <a:gd name="connsiteY6" fmla="*/ 922 h 12753"/>
                    <a:gd name="connsiteX7" fmla="*/ 0 w 46935"/>
                    <a:gd name="connsiteY7" fmla="*/ 922 h 12753"/>
                    <a:gd name="connsiteX8" fmla="*/ 1062 w 46935"/>
                    <a:gd name="connsiteY8" fmla="*/ 52 h 127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2753">
                      <a:moveTo>
                        <a:pt x="1062" y="52"/>
                      </a:moveTo>
                      <a:lnTo>
                        <a:pt x="45873" y="10426"/>
                      </a:lnTo>
                      <a:cubicBezTo>
                        <a:pt x="46470" y="10560"/>
                        <a:pt x="46935" y="11229"/>
                        <a:pt x="46935" y="11831"/>
                      </a:cubicBezTo>
                      <a:lnTo>
                        <a:pt x="46935" y="11831"/>
                      </a:lnTo>
                      <a:cubicBezTo>
                        <a:pt x="46935" y="12501"/>
                        <a:pt x="46470" y="12902"/>
                        <a:pt x="45873" y="12701"/>
                      </a:cubicBezTo>
                      <a:lnTo>
                        <a:pt x="1062" y="2327"/>
                      </a:lnTo>
                      <a:cubicBezTo>
                        <a:pt x="465" y="2194"/>
                        <a:pt x="0" y="1524"/>
                        <a:pt x="0" y="922"/>
                      </a:cubicBezTo>
                      <a:lnTo>
                        <a:pt x="0" y="922"/>
                      </a:lnTo>
                      <a:cubicBezTo>
                        <a:pt x="0" y="253"/>
                        <a:pt x="465" y="-149"/>
                        <a:pt x="1062" y="52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75" name="任意多边形: 形状 3974">
                  <a:extLst>
                    <a:ext uri="{FF2B5EF4-FFF2-40B4-BE49-F238E27FC236}">
                      <a16:creationId xmlns:a16="http://schemas.microsoft.com/office/drawing/2014/main" id="{B3A7398F-41E9-D1CF-C438-4C480DE240A6}"/>
                    </a:ext>
                  </a:extLst>
                </p:cNvPr>
                <p:cNvSpPr/>
                <p:nvPr/>
              </p:nvSpPr>
              <p:spPr>
                <a:xfrm>
                  <a:off x="2383130" y="5262235"/>
                  <a:ext cx="46935" cy="15009"/>
                </a:xfrm>
                <a:custGeom>
                  <a:avLst/>
                  <a:gdLst>
                    <a:gd name="connsiteX0" fmla="*/ 1394 w 46935"/>
                    <a:gd name="connsiteY0" fmla="*/ 42 h 15009"/>
                    <a:gd name="connsiteX1" fmla="*/ 45541 w 46935"/>
                    <a:gd name="connsiteY1" fmla="*/ 10550 h 15009"/>
                    <a:gd name="connsiteX2" fmla="*/ 46935 w 46935"/>
                    <a:gd name="connsiteY2" fmla="*/ 12424 h 15009"/>
                    <a:gd name="connsiteX3" fmla="*/ 46935 w 46935"/>
                    <a:gd name="connsiteY3" fmla="*/ 13830 h 15009"/>
                    <a:gd name="connsiteX4" fmla="*/ 45541 w 46935"/>
                    <a:gd name="connsiteY4" fmla="*/ 14968 h 15009"/>
                    <a:gd name="connsiteX5" fmla="*/ 1394 w 46935"/>
                    <a:gd name="connsiteY5" fmla="*/ 4460 h 15009"/>
                    <a:gd name="connsiteX6" fmla="*/ 0 w 46935"/>
                    <a:gd name="connsiteY6" fmla="*/ 2586 h 15009"/>
                    <a:gd name="connsiteX7" fmla="*/ 0 w 46935"/>
                    <a:gd name="connsiteY7" fmla="*/ 1180 h 15009"/>
                    <a:gd name="connsiteX8" fmla="*/ 1394 w 46935"/>
                    <a:gd name="connsiteY8" fmla="*/ 42 h 15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5009">
                      <a:moveTo>
                        <a:pt x="1394" y="42"/>
                      </a:moveTo>
                      <a:lnTo>
                        <a:pt x="45541" y="10550"/>
                      </a:lnTo>
                      <a:cubicBezTo>
                        <a:pt x="46338" y="10751"/>
                        <a:pt x="46935" y="11554"/>
                        <a:pt x="46935" y="12424"/>
                      </a:cubicBezTo>
                      <a:lnTo>
                        <a:pt x="46935" y="13830"/>
                      </a:lnTo>
                      <a:cubicBezTo>
                        <a:pt x="46935" y="14633"/>
                        <a:pt x="46271" y="15168"/>
                        <a:pt x="45541" y="14968"/>
                      </a:cubicBezTo>
                      <a:lnTo>
                        <a:pt x="1394" y="4460"/>
                      </a:lnTo>
                      <a:cubicBezTo>
                        <a:pt x="597" y="4259"/>
                        <a:pt x="0" y="3456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76" name="任意多边形: 形状 3975">
                  <a:extLst>
                    <a:ext uri="{FF2B5EF4-FFF2-40B4-BE49-F238E27FC236}">
                      <a16:creationId xmlns:a16="http://schemas.microsoft.com/office/drawing/2014/main" id="{84E12304-AFD9-341F-3D6A-66B7CE12C651}"/>
                    </a:ext>
                  </a:extLst>
                </p:cNvPr>
                <p:cNvSpPr/>
                <p:nvPr/>
              </p:nvSpPr>
              <p:spPr>
                <a:xfrm>
                  <a:off x="2383329" y="5262946"/>
                  <a:ext cx="47067" cy="12716"/>
                </a:xfrm>
                <a:custGeom>
                  <a:avLst/>
                  <a:gdLst>
                    <a:gd name="connsiteX0" fmla="*/ 4116 w 47067"/>
                    <a:gd name="connsiteY0" fmla="*/ 0 h 12716"/>
                    <a:gd name="connsiteX1" fmla="*/ 0 w 47067"/>
                    <a:gd name="connsiteY1" fmla="*/ 1205 h 12716"/>
                    <a:gd name="connsiteX2" fmla="*/ 46736 w 47067"/>
                    <a:gd name="connsiteY2" fmla="*/ 12716 h 12716"/>
                    <a:gd name="connsiteX3" fmla="*/ 47068 w 47067"/>
                    <a:gd name="connsiteY3" fmla="*/ 9705 h 12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716">
                      <a:moveTo>
                        <a:pt x="4116" y="0"/>
                      </a:moveTo>
                      <a:lnTo>
                        <a:pt x="0" y="1205"/>
                      </a:lnTo>
                      <a:lnTo>
                        <a:pt x="46736" y="12716"/>
                      </a:lnTo>
                      <a:lnTo>
                        <a:pt x="47068" y="970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77" name="任意多边形: 形状 3976">
                  <a:extLst>
                    <a:ext uri="{FF2B5EF4-FFF2-40B4-BE49-F238E27FC236}">
                      <a16:creationId xmlns:a16="http://schemas.microsoft.com/office/drawing/2014/main" id="{D8FFC0BA-3336-732C-5A53-4E0E9E1886CB}"/>
                    </a:ext>
                  </a:extLst>
                </p:cNvPr>
                <p:cNvSpPr/>
                <p:nvPr/>
              </p:nvSpPr>
              <p:spPr>
                <a:xfrm>
                  <a:off x="2383130" y="5262235"/>
                  <a:ext cx="46935" cy="15009"/>
                </a:xfrm>
                <a:custGeom>
                  <a:avLst/>
                  <a:gdLst>
                    <a:gd name="connsiteX0" fmla="*/ 1394 w 46935"/>
                    <a:gd name="connsiteY0" fmla="*/ 42 h 15009"/>
                    <a:gd name="connsiteX1" fmla="*/ 45541 w 46935"/>
                    <a:gd name="connsiteY1" fmla="*/ 10550 h 15009"/>
                    <a:gd name="connsiteX2" fmla="*/ 46935 w 46935"/>
                    <a:gd name="connsiteY2" fmla="*/ 12424 h 15009"/>
                    <a:gd name="connsiteX3" fmla="*/ 46935 w 46935"/>
                    <a:gd name="connsiteY3" fmla="*/ 13830 h 15009"/>
                    <a:gd name="connsiteX4" fmla="*/ 45541 w 46935"/>
                    <a:gd name="connsiteY4" fmla="*/ 14968 h 15009"/>
                    <a:gd name="connsiteX5" fmla="*/ 1394 w 46935"/>
                    <a:gd name="connsiteY5" fmla="*/ 4460 h 15009"/>
                    <a:gd name="connsiteX6" fmla="*/ 0 w 46935"/>
                    <a:gd name="connsiteY6" fmla="*/ 2586 h 15009"/>
                    <a:gd name="connsiteX7" fmla="*/ 0 w 46935"/>
                    <a:gd name="connsiteY7" fmla="*/ 1180 h 15009"/>
                    <a:gd name="connsiteX8" fmla="*/ 1394 w 46935"/>
                    <a:gd name="connsiteY8" fmla="*/ 42 h 15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5009">
                      <a:moveTo>
                        <a:pt x="1394" y="42"/>
                      </a:moveTo>
                      <a:lnTo>
                        <a:pt x="45541" y="10550"/>
                      </a:lnTo>
                      <a:cubicBezTo>
                        <a:pt x="46338" y="10751"/>
                        <a:pt x="46935" y="11554"/>
                        <a:pt x="46935" y="12424"/>
                      </a:cubicBezTo>
                      <a:lnTo>
                        <a:pt x="46935" y="13830"/>
                      </a:lnTo>
                      <a:cubicBezTo>
                        <a:pt x="46935" y="14633"/>
                        <a:pt x="46271" y="15168"/>
                        <a:pt x="45541" y="14968"/>
                      </a:cubicBezTo>
                      <a:lnTo>
                        <a:pt x="1394" y="4460"/>
                      </a:lnTo>
                      <a:cubicBezTo>
                        <a:pt x="597" y="4259"/>
                        <a:pt x="0" y="3456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78" name="任意多边形: 形状 3977">
                  <a:extLst>
                    <a:ext uri="{FF2B5EF4-FFF2-40B4-BE49-F238E27FC236}">
                      <a16:creationId xmlns:a16="http://schemas.microsoft.com/office/drawing/2014/main" id="{85826AB2-F053-7B8C-4DB6-F240E649283F}"/>
                    </a:ext>
                  </a:extLst>
                </p:cNvPr>
                <p:cNvSpPr/>
                <p:nvPr/>
              </p:nvSpPr>
              <p:spPr>
                <a:xfrm>
                  <a:off x="2383130" y="5264300"/>
                  <a:ext cx="46935" cy="13021"/>
                </a:xfrm>
                <a:custGeom>
                  <a:avLst/>
                  <a:gdLst>
                    <a:gd name="connsiteX0" fmla="*/ 1062 w 46935"/>
                    <a:gd name="connsiteY0" fmla="*/ 52 h 13021"/>
                    <a:gd name="connsiteX1" fmla="*/ 45873 w 46935"/>
                    <a:gd name="connsiteY1" fmla="*/ 10694 h 13021"/>
                    <a:gd name="connsiteX2" fmla="*/ 46935 w 46935"/>
                    <a:gd name="connsiteY2" fmla="*/ 12099 h 13021"/>
                    <a:gd name="connsiteX3" fmla="*/ 46935 w 46935"/>
                    <a:gd name="connsiteY3" fmla="*/ 12099 h 13021"/>
                    <a:gd name="connsiteX4" fmla="*/ 45873 w 46935"/>
                    <a:gd name="connsiteY4" fmla="*/ 12969 h 13021"/>
                    <a:gd name="connsiteX5" fmla="*/ 1062 w 46935"/>
                    <a:gd name="connsiteY5" fmla="*/ 2327 h 13021"/>
                    <a:gd name="connsiteX6" fmla="*/ 0 w 46935"/>
                    <a:gd name="connsiteY6" fmla="*/ 922 h 13021"/>
                    <a:gd name="connsiteX7" fmla="*/ 0 w 46935"/>
                    <a:gd name="connsiteY7" fmla="*/ 922 h 13021"/>
                    <a:gd name="connsiteX8" fmla="*/ 1062 w 46935"/>
                    <a:gd name="connsiteY8" fmla="*/ 52 h 13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021">
                      <a:moveTo>
                        <a:pt x="1062" y="52"/>
                      </a:moveTo>
                      <a:lnTo>
                        <a:pt x="45873" y="10694"/>
                      </a:lnTo>
                      <a:cubicBezTo>
                        <a:pt x="46470" y="10827"/>
                        <a:pt x="46935" y="11497"/>
                        <a:pt x="46935" y="12099"/>
                      </a:cubicBezTo>
                      <a:lnTo>
                        <a:pt x="46935" y="12099"/>
                      </a:lnTo>
                      <a:cubicBezTo>
                        <a:pt x="46935" y="12768"/>
                        <a:pt x="46470" y="13170"/>
                        <a:pt x="45873" y="12969"/>
                      </a:cubicBezTo>
                      <a:lnTo>
                        <a:pt x="1062" y="2327"/>
                      </a:lnTo>
                      <a:cubicBezTo>
                        <a:pt x="465" y="2194"/>
                        <a:pt x="0" y="1524"/>
                        <a:pt x="0" y="922"/>
                      </a:cubicBezTo>
                      <a:lnTo>
                        <a:pt x="0" y="922"/>
                      </a:lnTo>
                      <a:cubicBezTo>
                        <a:pt x="0" y="253"/>
                        <a:pt x="465" y="-149"/>
                        <a:pt x="1062" y="52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grpSp>
          <p:nvGrpSpPr>
            <p:cNvPr id="3794" name="组合 3793">
              <a:extLst>
                <a:ext uri="{FF2B5EF4-FFF2-40B4-BE49-F238E27FC236}">
                  <a16:creationId xmlns:a16="http://schemas.microsoft.com/office/drawing/2014/main" id="{14F13CAB-9CF3-B792-AE04-8308F435CA7B}"/>
                </a:ext>
              </a:extLst>
            </p:cNvPr>
            <p:cNvGrpSpPr/>
            <p:nvPr/>
          </p:nvGrpSpPr>
          <p:grpSpPr>
            <a:xfrm>
              <a:off x="1637738" y="5970396"/>
              <a:ext cx="1514130" cy="637071"/>
              <a:chOff x="714745" y="5441797"/>
              <a:chExt cx="1514130" cy="637071"/>
            </a:xfrm>
          </p:grpSpPr>
          <p:sp>
            <p:nvSpPr>
              <p:cNvPr id="3857" name="矩形 3856">
                <a:extLst>
                  <a:ext uri="{FF2B5EF4-FFF2-40B4-BE49-F238E27FC236}">
                    <a16:creationId xmlns:a16="http://schemas.microsoft.com/office/drawing/2014/main" id="{C2AF977C-F588-7C0A-C376-E53304A06D49}"/>
                  </a:ext>
                </a:extLst>
              </p:cNvPr>
              <p:cNvSpPr/>
              <p:nvPr/>
            </p:nvSpPr>
            <p:spPr>
              <a:xfrm>
                <a:off x="714745" y="5817258"/>
                <a:ext cx="1514130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050" dirty="0">
                    <a:latin typeface="微软雅黑" pitchFamily="34" charset="-122"/>
                    <a:ea typeface="微软雅黑" pitchFamily="34" charset="-122"/>
                    <a:cs typeface="微软雅黑 Light" charset="-122"/>
                  </a:rPr>
                  <a:t>内网电脑</a:t>
                </a:r>
              </a:p>
            </p:txBody>
          </p:sp>
          <p:sp>
            <p:nvSpPr>
              <p:cNvPr id="3858" name="任意多边形: 形状 3857">
                <a:extLst>
                  <a:ext uri="{FF2B5EF4-FFF2-40B4-BE49-F238E27FC236}">
                    <a16:creationId xmlns:a16="http://schemas.microsoft.com/office/drawing/2014/main" id="{865BAF09-05AB-FCE3-8FDE-983D835CC680}"/>
                  </a:ext>
                </a:extLst>
              </p:cNvPr>
              <p:cNvSpPr/>
              <p:nvPr/>
            </p:nvSpPr>
            <p:spPr>
              <a:xfrm>
                <a:off x="1359392" y="5651083"/>
                <a:ext cx="61141" cy="24763"/>
              </a:xfrm>
              <a:custGeom>
                <a:avLst/>
                <a:gdLst>
                  <a:gd name="connsiteX0" fmla="*/ 61142 w 61141"/>
                  <a:gd name="connsiteY0" fmla="*/ 0 h 24763"/>
                  <a:gd name="connsiteX1" fmla="*/ 0 w 61141"/>
                  <a:gd name="connsiteY1" fmla="*/ 0 h 24763"/>
                  <a:gd name="connsiteX2" fmla="*/ 0 w 61141"/>
                  <a:gd name="connsiteY2" fmla="*/ 24764 h 24763"/>
                  <a:gd name="connsiteX3" fmla="*/ 61142 w 61141"/>
                  <a:gd name="connsiteY3" fmla="*/ 24764 h 24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141" h="24763">
                    <a:moveTo>
                      <a:pt x="61142" y="0"/>
                    </a:moveTo>
                    <a:lnTo>
                      <a:pt x="0" y="0"/>
                    </a:lnTo>
                    <a:lnTo>
                      <a:pt x="0" y="24764"/>
                    </a:lnTo>
                    <a:lnTo>
                      <a:pt x="61142" y="24764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59" name="任意多边形: 形状 3858">
                <a:extLst>
                  <a:ext uri="{FF2B5EF4-FFF2-40B4-BE49-F238E27FC236}">
                    <a16:creationId xmlns:a16="http://schemas.microsoft.com/office/drawing/2014/main" id="{13C797DA-3A93-A88C-F3E8-553D83877D29}"/>
                  </a:ext>
                </a:extLst>
              </p:cNvPr>
              <p:cNvSpPr/>
              <p:nvPr/>
            </p:nvSpPr>
            <p:spPr>
              <a:xfrm>
                <a:off x="1325004" y="5707237"/>
                <a:ext cx="129851" cy="6023"/>
              </a:xfrm>
              <a:custGeom>
                <a:avLst/>
                <a:gdLst>
                  <a:gd name="connsiteX0" fmla="*/ 129852 w 129851"/>
                  <a:gd name="connsiteY0" fmla="*/ 3012 h 6023"/>
                  <a:gd name="connsiteX1" fmla="*/ 126864 w 129851"/>
                  <a:gd name="connsiteY1" fmla="*/ 0 h 6023"/>
                  <a:gd name="connsiteX2" fmla="*/ 2987 w 129851"/>
                  <a:gd name="connsiteY2" fmla="*/ 0 h 6023"/>
                  <a:gd name="connsiteX3" fmla="*/ 0 w 129851"/>
                  <a:gd name="connsiteY3" fmla="*/ 3012 h 6023"/>
                  <a:gd name="connsiteX4" fmla="*/ 2987 w 129851"/>
                  <a:gd name="connsiteY4" fmla="*/ 6024 h 6023"/>
                  <a:gd name="connsiteX5" fmla="*/ 126864 w 129851"/>
                  <a:gd name="connsiteY5" fmla="*/ 6024 h 6023"/>
                  <a:gd name="connsiteX6" fmla="*/ 129852 w 129851"/>
                  <a:gd name="connsiteY6" fmla="*/ 3012 h 6023"/>
                  <a:gd name="connsiteX7" fmla="*/ 129852 w 129851"/>
                  <a:gd name="connsiteY7" fmla="*/ 3012 h 6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851" h="6023">
                    <a:moveTo>
                      <a:pt x="129852" y="3012"/>
                    </a:moveTo>
                    <a:cubicBezTo>
                      <a:pt x="129852" y="1406"/>
                      <a:pt x="128458" y="0"/>
                      <a:pt x="126864" y="0"/>
                    </a:cubicBezTo>
                    <a:lnTo>
                      <a:pt x="2987" y="0"/>
                    </a:lnTo>
                    <a:cubicBezTo>
                      <a:pt x="1394" y="0"/>
                      <a:pt x="0" y="1406"/>
                      <a:pt x="0" y="3012"/>
                    </a:cubicBezTo>
                    <a:cubicBezTo>
                      <a:pt x="0" y="4618"/>
                      <a:pt x="1394" y="6024"/>
                      <a:pt x="2987" y="6024"/>
                    </a:cubicBezTo>
                    <a:lnTo>
                      <a:pt x="126864" y="6024"/>
                    </a:lnTo>
                    <a:cubicBezTo>
                      <a:pt x="128458" y="6024"/>
                      <a:pt x="129852" y="4618"/>
                      <a:pt x="129852" y="3012"/>
                    </a:cubicBezTo>
                    <a:lnTo>
                      <a:pt x="129852" y="3012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60" name="任意多边形: 形状 3859">
                <a:extLst>
                  <a:ext uri="{FF2B5EF4-FFF2-40B4-BE49-F238E27FC236}">
                    <a16:creationId xmlns:a16="http://schemas.microsoft.com/office/drawing/2014/main" id="{66DE432D-45F1-2E1A-B774-7288A664BA30}"/>
                  </a:ext>
                </a:extLst>
              </p:cNvPr>
              <p:cNvSpPr/>
              <p:nvPr/>
            </p:nvSpPr>
            <p:spPr>
              <a:xfrm>
                <a:off x="1325469" y="5675178"/>
                <a:ext cx="128988" cy="33330"/>
              </a:xfrm>
              <a:custGeom>
                <a:avLst/>
                <a:gdLst>
                  <a:gd name="connsiteX0" fmla="*/ 128989 w 128988"/>
                  <a:gd name="connsiteY0" fmla="*/ 33331 h 33330"/>
                  <a:gd name="connsiteX1" fmla="*/ 0 w 128988"/>
                  <a:gd name="connsiteY1" fmla="*/ 33331 h 33330"/>
                  <a:gd name="connsiteX2" fmla="*/ 33127 w 128988"/>
                  <a:gd name="connsiteY2" fmla="*/ 0 h 33330"/>
                  <a:gd name="connsiteX3" fmla="*/ 95796 w 128988"/>
                  <a:gd name="connsiteY3" fmla="*/ 0 h 33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988" h="33330">
                    <a:moveTo>
                      <a:pt x="128989" y="33331"/>
                    </a:moveTo>
                    <a:lnTo>
                      <a:pt x="0" y="33331"/>
                    </a:lnTo>
                    <a:lnTo>
                      <a:pt x="33127" y="0"/>
                    </a:lnTo>
                    <a:lnTo>
                      <a:pt x="95796" y="0"/>
                    </a:lnTo>
                    <a:close/>
                  </a:path>
                </a:pathLst>
              </a:custGeom>
              <a:solidFill>
                <a:srgbClr val="2B354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61" name="任意多边形: 形状 3860">
                <a:extLst>
                  <a:ext uri="{FF2B5EF4-FFF2-40B4-BE49-F238E27FC236}">
                    <a16:creationId xmlns:a16="http://schemas.microsoft.com/office/drawing/2014/main" id="{9406533B-577A-DC55-D43D-9DDC692677B7}"/>
                  </a:ext>
                </a:extLst>
              </p:cNvPr>
              <p:cNvSpPr/>
              <p:nvPr/>
            </p:nvSpPr>
            <p:spPr>
              <a:xfrm>
                <a:off x="1235847" y="5458997"/>
                <a:ext cx="308231" cy="192688"/>
              </a:xfrm>
              <a:custGeom>
                <a:avLst/>
                <a:gdLst>
                  <a:gd name="connsiteX0" fmla="*/ 308099 w 308231"/>
                  <a:gd name="connsiteY0" fmla="*/ 3882 h 192688"/>
                  <a:gd name="connsiteX1" fmla="*/ 304249 w 308231"/>
                  <a:gd name="connsiteY1" fmla="*/ 0 h 192688"/>
                  <a:gd name="connsiteX2" fmla="*/ 3850 w 308231"/>
                  <a:gd name="connsiteY2" fmla="*/ 0 h 192688"/>
                  <a:gd name="connsiteX3" fmla="*/ 0 w 308231"/>
                  <a:gd name="connsiteY3" fmla="*/ 3882 h 192688"/>
                  <a:gd name="connsiteX4" fmla="*/ 0 w 308231"/>
                  <a:gd name="connsiteY4" fmla="*/ 188807 h 192688"/>
                  <a:gd name="connsiteX5" fmla="*/ 3850 w 308231"/>
                  <a:gd name="connsiteY5" fmla="*/ 192689 h 192688"/>
                  <a:gd name="connsiteX6" fmla="*/ 304381 w 308231"/>
                  <a:gd name="connsiteY6" fmla="*/ 192689 h 192688"/>
                  <a:gd name="connsiteX7" fmla="*/ 308232 w 308231"/>
                  <a:gd name="connsiteY7" fmla="*/ 188807 h 192688"/>
                  <a:gd name="connsiteX8" fmla="*/ 308232 w 308231"/>
                  <a:gd name="connsiteY8" fmla="*/ 3882 h 192688"/>
                  <a:gd name="connsiteX9" fmla="*/ 308099 w 308231"/>
                  <a:gd name="connsiteY9" fmla="*/ 3882 h 19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8231" h="192688">
                    <a:moveTo>
                      <a:pt x="308099" y="3882"/>
                    </a:moveTo>
                    <a:cubicBezTo>
                      <a:pt x="308099" y="1740"/>
                      <a:pt x="306373" y="0"/>
                      <a:pt x="304249" y="0"/>
                    </a:cubicBezTo>
                    <a:lnTo>
                      <a:pt x="3850" y="0"/>
                    </a:lnTo>
                    <a:cubicBezTo>
                      <a:pt x="1726" y="0"/>
                      <a:pt x="0" y="1740"/>
                      <a:pt x="0" y="3882"/>
                    </a:cubicBezTo>
                    <a:lnTo>
                      <a:pt x="0" y="188807"/>
                    </a:lnTo>
                    <a:cubicBezTo>
                      <a:pt x="0" y="190948"/>
                      <a:pt x="1726" y="192689"/>
                      <a:pt x="3850" y="192689"/>
                    </a:cubicBezTo>
                    <a:lnTo>
                      <a:pt x="304381" y="192689"/>
                    </a:lnTo>
                    <a:cubicBezTo>
                      <a:pt x="306506" y="192689"/>
                      <a:pt x="308232" y="190948"/>
                      <a:pt x="308232" y="188807"/>
                    </a:cubicBezTo>
                    <a:lnTo>
                      <a:pt x="308232" y="3882"/>
                    </a:lnTo>
                    <a:lnTo>
                      <a:pt x="308099" y="3882"/>
                    </a:lnTo>
                    <a:close/>
                  </a:path>
                </a:pathLst>
              </a:custGeom>
              <a:solidFill>
                <a:srgbClr val="B1B2F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62" name="任意多边形: 形状 3861">
                <a:extLst>
                  <a:ext uri="{FF2B5EF4-FFF2-40B4-BE49-F238E27FC236}">
                    <a16:creationId xmlns:a16="http://schemas.microsoft.com/office/drawing/2014/main" id="{FB6D92B1-CFDD-419B-0DFF-29655E9349EF}"/>
                  </a:ext>
                </a:extLst>
              </p:cNvPr>
              <p:cNvSpPr/>
              <p:nvPr/>
            </p:nvSpPr>
            <p:spPr>
              <a:xfrm>
                <a:off x="1217193" y="5441797"/>
                <a:ext cx="345607" cy="209889"/>
              </a:xfrm>
              <a:custGeom>
                <a:avLst/>
                <a:gdLst>
                  <a:gd name="connsiteX0" fmla="*/ 345475 w 345607"/>
                  <a:gd name="connsiteY0" fmla="*/ 4217 h 209889"/>
                  <a:gd name="connsiteX1" fmla="*/ 341624 w 345607"/>
                  <a:gd name="connsiteY1" fmla="*/ 0 h 209889"/>
                  <a:gd name="connsiteX2" fmla="*/ 3850 w 345607"/>
                  <a:gd name="connsiteY2" fmla="*/ 0 h 209889"/>
                  <a:gd name="connsiteX3" fmla="*/ 0 w 345607"/>
                  <a:gd name="connsiteY3" fmla="*/ 4217 h 209889"/>
                  <a:gd name="connsiteX4" fmla="*/ 0 w 345607"/>
                  <a:gd name="connsiteY4" fmla="*/ 205673 h 209889"/>
                  <a:gd name="connsiteX5" fmla="*/ 3850 w 345607"/>
                  <a:gd name="connsiteY5" fmla="*/ 209889 h 209889"/>
                  <a:gd name="connsiteX6" fmla="*/ 341757 w 345607"/>
                  <a:gd name="connsiteY6" fmla="*/ 209889 h 209889"/>
                  <a:gd name="connsiteX7" fmla="*/ 345607 w 345607"/>
                  <a:gd name="connsiteY7" fmla="*/ 205673 h 209889"/>
                  <a:gd name="connsiteX8" fmla="*/ 345607 w 345607"/>
                  <a:gd name="connsiteY8" fmla="*/ 4217 h 209889"/>
                  <a:gd name="connsiteX9" fmla="*/ 345475 w 345607"/>
                  <a:gd name="connsiteY9" fmla="*/ 4217 h 209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5607" h="209889">
                    <a:moveTo>
                      <a:pt x="345475" y="4217"/>
                    </a:moveTo>
                    <a:cubicBezTo>
                      <a:pt x="345475" y="1874"/>
                      <a:pt x="343749" y="0"/>
                      <a:pt x="341624" y="0"/>
                    </a:cubicBezTo>
                    <a:lnTo>
                      <a:pt x="3850" y="0"/>
                    </a:lnTo>
                    <a:cubicBezTo>
                      <a:pt x="1726" y="0"/>
                      <a:pt x="0" y="1941"/>
                      <a:pt x="0" y="4217"/>
                    </a:cubicBezTo>
                    <a:lnTo>
                      <a:pt x="0" y="205673"/>
                    </a:lnTo>
                    <a:cubicBezTo>
                      <a:pt x="0" y="208015"/>
                      <a:pt x="1726" y="209889"/>
                      <a:pt x="3850" y="209889"/>
                    </a:cubicBezTo>
                    <a:lnTo>
                      <a:pt x="341757" y="209889"/>
                    </a:lnTo>
                    <a:cubicBezTo>
                      <a:pt x="343881" y="209889"/>
                      <a:pt x="345607" y="207948"/>
                      <a:pt x="345607" y="205673"/>
                    </a:cubicBezTo>
                    <a:lnTo>
                      <a:pt x="345607" y="4217"/>
                    </a:lnTo>
                    <a:lnTo>
                      <a:pt x="345475" y="4217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63" name="任意多边形: 形状 3862">
                <a:extLst>
                  <a:ext uri="{FF2B5EF4-FFF2-40B4-BE49-F238E27FC236}">
                    <a16:creationId xmlns:a16="http://schemas.microsoft.com/office/drawing/2014/main" id="{A4DC103E-0851-FC38-0435-1EF969564238}"/>
                  </a:ext>
                </a:extLst>
              </p:cNvPr>
              <p:cNvSpPr/>
              <p:nvPr/>
            </p:nvSpPr>
            <p:spPr>
              <a:xfrm>
                <a:off x="1257091" y="5488915"/>
                <a:ext cx="263553" cy="121609"/>
              </a:xfrm>
              <a:custGeom>
                <a:avLst/>
                <a:gdLst>
                  <a:gd name="connsiteX0" fmla="*/ 141469 w 263553"/>
                  <a:gd name="connsiteY0" fmla="*/ 0 h 121609"/>
                  <a:gd name="connsiteX1" fmla="*/ 263554 w 263553"/>
                  <a:gd name="connsiteY1" fmla="*/ 0 h 121609"/>
                  <a:gd name="connsiteX2" fmla="*/ 263554 w 263553"/>
                  <a:gd name="connsiteY2" fmla="*/ 121610 h 121609"/>
                  <a:gd name="connsiteX3" fmla="*/ 141469 w 263553"/>
                  <a:gd name="connsiteY3" fmla="*/ 121610 h 121609"/>
                  <a:gd name="connsiteX4" fmla="*/ 141469 w 263553"/>
                  <a:gd name="connsiteY4" fmla="*/ 0 h 121609"/>
                  <a:gd name="connsiteX5" fmla="*/ 0 w 263553"/>
                  <a:gd name="connsiteY5" fmla="*/ 0 h 121609"/>
                  <a:gd name="connsiteX6" fmla="*/ 122085 w 263553"/>
                  <a:gd name="connsiteY6" fmla="*/ 0 h 121609"/>
                  <a:gd name="connsiteX7" fmla="*/ 122085 w 263553"/>
                  <a:gd name="connsiteY7" fmla="*/ 121610 h 121609"/>
                  <a:gd name="connsiteX8" fmla="*/ 0 w 263553"/>
                  <a:gd name="connsiteY8" fmla="*/ 121610 h 121609"/>
                  <a:gd name="connsiteX9" fmla="*/ 0 w 263553"/>
                  <a:gd name="connsiteY9" fmla="*/ 0 h 121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3553" h="121609">
                    <a:moveTo>
                      <a:pt x="141469" y="0"/>
                    </a:moveTo>
                    <a:lnTo>
                      <a:pt x="263554" y="0"/>
                    </a:lnTo>
                    <a:lnTo>
                      <a:pt x="263554" y="121610"/>
                    </a:lnTo>
                    <a:lnTo>
                      <a:pt x="141469" y="121610"/>
                    </a:lnTo>
                    <a:lnTo>
                      <a:pt x="141469" y="0"/>
                    </a:lnTo>
                    <a:close/>
                    <a:moveTo>
                      <a:pt x="0" y="0"/>
                    </a:moveTo>
                    <a:lnTo>
                      <a:pt x="122085" y="0"/>
                    </a:lnTo>
                    <a:lnTo>
                      <a:pt x="122085" y="121610"/>
                    </a:lnTo>
                    <a:lnTo>
                      <a:pt x="0" y="1216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D9D9"/>
              </a:solidFill>
              <a:ln w="14358" cap="flat">
                <a:solidFill>
                  <a:srgbClr val="D9D9D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64" name="任意多边形: 形状 3863">
                <a:extLst>
                  <a:ext uri="{FF2B5EF4-FFF2-40B4-BE49-F238E27FC236}">
                    <a16:creationId xmlns:a16="http://schemas.microsoft.com/office/drawing/2014/main" id="{125B36DF-6B9E-1E5C-90F0-58295869EEDE}"/>
                  </a:ext>
                </a:extLst>
              </p:cNvPr>
              <p:cNvSpPr/>
              <p:nvPr/>
            </p:nvSpPr>
            <p:spPr>
              <a:xfrm>
                <a:off x="1237706" y="5457391"/>
                <a:ext cx="305244" cy="180172"/>
              </a:xfrm>
              <a:custGeom>
                <a:avLst/>
                <a:gdLst>
                  <a:gd name="connsiteX0" fmla="*/ 0 w 305244"/>
                  <a:gd name="connsiteY0" fmla="*/ 0 h 180172"/>
                  <a:gd name="connsiteX1" fmla="*/ 0 w 305244"/>
                  <a:gd name="connsiteY1" fmla="*/ 180173 h 180172"/>
                  <a:gd name="connsiteX2" fmla="*/ 305245 w 305244"/>
                  <a:gd name="connsiteY2" fmla="*/ 180173 h 180172"/>
                  <a:gd name="connsiteX3" fmla="*/ 305245 w 305244"/>
                  <a:gd name="connsiteY3" fmla="*/ 0 h 180172"/>
                  <a:gd name="connsiteX4" fmla="*/ 0 w 305244"/>
                  <a:gd name="connsiteY4" fmla="*/ 0 h 180172"/>
                  <a:gd name="connsiteX5" fmla="*/ 160854 w 305244"/>
                  <a:gd name="connsiteY5" fmla="*/ 31524 h 180172"/>
                  <a:gd name="connsiteX6" fmla="*/ 282939 w 305244"/>
                  <a:gd name="connsiteY6" fmla="*/ 31524 h 180172"/>
                  <a:gd name="connsiteX7" fmla="*/ 282939 w 305244"/>
                  <a:gd name="connsiteY7" fmla="*/ 153134 h 180172"/>
                  <a:gd name="connsiteX8" fmla="*/ 160854 w 305244"/>
                  <a:gd name="connsiteY8" fmla="*/ 153134 h 180172"/>
                  <a:gd name="connsiteX9" fmla="*/ 160854 w 305244"/>
                  <a:gd name="connsiteY9" fmla="*/ 31524 h 180172"/>
                  <a:gd name="connsiteX10" fmla="*/ 19385 w 305244"/>
                  <a:gd name="connsiteY10" fmla="*/ 31524 h 180172"/>
                  <a:gd name="connsiteX11" fmla="*/ 141469 w 305244"/>
                  <a:gd name="connsiteY11" fmla="*/ 31524 h 180172"/>
                  <a:gd name="connsiteX12" fmla="*/ 141469 w 305244"/>
                  <a:gd name="connsiteY12" fmla="*/ 153134 h 180172"/>
                  <a:gd name="connsiteX13" fmla="*/ 19385 w 305244"/>
                  <a:gd name="connsiteY13" fmla="*/ 153134 h 180172"/>
                  <a:gd name="connsiteX14" fmla="*/ 19385 w 305244"/>
                  <a:gd name="connsiteY14" fmla="*/ 31524 h 180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5244" h="180172">
                    <a:moveTo>
                      <a:pt x="0" y="0"/>
                    </a:moveTo>
                    <a:lnTo>
                      <a:pt x="0" y="180173"/>
                    </a:lnTo>
                    <a:lnTo>
                      <a:pt x="305245" y="180173"/>
                    </a:lnTo>
                    <a:lnTo>
                      <a:pt x="305245" y="0"/>
                    </a:lnTo>
                    <a:lnTo>
                      <a:pt x="0" y="0"/>
                    </a:lnTo>
                    <a:close/>
                    <a:moveTo>
                      <a:pt x="160854" y="31524"/>
                    </a:moveTo>
                    <a:lnTo>
                      <a:pt x="282939" y="31524"/>
                    </a:lnTo>
                    <a:lnTo>
                      <a:pt x="282939" y="153134"/>
                    </a:lnTo>
                    <a:lnTo>
                      <a:pt x="160854" y="153134"/>
                    </a:lnTo>
                    <a:lnTo>
                      <a:pt x="160854" y="31524"/>
                    </a:lnTo>
                    <a:close/>
                    <a:moveTo>
                      <a:pt x="19385" y="31524"/>
                    </a:moveTo>
                    <a:lnTo>
                      <a:pt x="141469" y="31524"/>
                    </a:lnTo>
                    <a:lnTo>
                      <a:pt x="141469" y="153134"/>
                    </a:lnTo>
                    <a:lnTo>
                      <a:pt x="19385" y="153134"/>
                    </a:lnTo>
                    <a:lnTo>
                      <a:pt x="19385" y="31524"/>
                    </a:lnTo>
                    <a:close/>
                  </a:path>
                </a:pathLst>
              </a:custGeom>
              <a:solidFill>
                <a:srgbClr val="F2F2F2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65" name="任意多边形: 形状 3864">
                <a:extLst>
                  <a:ext uri="{FF2B5EF4-FFF2-40B4-BE49-F238E27FC236}">
                    <a16:creationId xmlns:a16="http://schemas.microsoft.com/office/drawing/2014/main" id="{14CCB93F-8300-064B-509B-A25B9BC453A3}"/>
                  </a:ext>
                </a:extLst>
              </p:cNvPr>
              <p:cNvSpPr/>
              <p:nvPr/>
            </p:nvSpPr>
            <p:spPr>
              <a:xfrm>
                <a:off x="1412037" y="5512942"/>
                <a:ext cx="89356" cy="70743"/>
              </a:xfrm>
              <a:custGeom>
                <a:avLst/>
                <a:gdLst>
                  <a:gd name="connsiteX0" fmla="*/ 20779 w 89356"/>
                  <a:gd name="connsiteY0" fmla="*/ 0 h 70743"/>
                  <a:gd name="connsiteX1" fmla="*/ 23766 w 89356"/>
                  <a:gd name="connsiteY1" fmla="*/ 0 h 70743"/>
                  <a:gd name="connsiteX2" fmla="*/ 28214 w 89356"/>
                  <a:gd name="connsiteY2" fmla="*/ 1472 h 70743"/>
                  <a:gd name="connsiteX3" fmla="*/ 31202 w 89356"/>
                  <a:gd name="connsiteY3" fmla="*/ 2945 h 70743"/>
                  <a:gd name="connsiteX4" fmla="*/ 34189 w 89356"/>
                  <a:gd name="connsiteY4" fmla="*/ 5957 h 70743"/>
                  <a:gd name="connsiteX5" fmla="*/ 37176 w 89356"/>
                  <a:gd name="connsiteY5" fmla="*/ 8968 h 70743"/>
                  <a:gd name="connsiteX6" fmla="*/ 38637 w 89356"/>
                  <a:gd name="connsiteY6" fmla="*/ 11980 h 70743"/>
                  <a:gd name="connsiteX7" fmla="*/ 40097 w 89356"/>
                  <a:gd name="connsiteY7" fmla="*/ 16465 h 70743"/>
                  <a:gd name="connsiteX8" fmla="*/ 40097 w 89356"/>
                  <a:gd name="connsiteY8" fmla="*/ 20949 h 70743"/>
                  <a:gd name="connsiteX9" fmla="*/ 40097 w 89356"/>
                  <a:gd name="connsiteY9" fmla="*/ 25433 h 70743"/>
                  <a:gd name="connsiteX10" fmla="*/ 38637 w 89356"/>
                  <a:gd name="connsiteY10" fmla="*/ 28445 h 70743"/>
                  <a:gd name="connsiteX11" fmla="*/ 37176 w 89356"/>
                  <a:gd name="connsiteY11" fmla="*/ 32929 h 70743"/>
                  <a:gd name="connsiteX12" fmla="*/ 34189 w 89356"/>
                  <a:gd name="connsiteY12" fmla="*/ 35941 h 70743"/>
                  <a:gd name="connsiteX13" fmla="*/ 31202 w 89356"/>
                  <a:gd name="connsiteY13" fmla="*/ 37413 h 70743"/>
                  <a:gd name="connsiteX14" fmla="*/ 28214 w 89356"/>
                  <a:gd name="connsiteY14" fmla="*/ 40425 h 70743"/>
                  <a:gd name="connsiteX15" fmla="*/ 23766 w 89356"/>
                  <a:gd name="connsiteY15" fmla="*/ 41898 h 70743"/>
                  <a:gd name="connsiteX16" fmla="*/ 20779 w 89356"/>
                  <a:gd name="connsiteY16" fmla="*/ 41898 h 70743"/>
                  <a:gd name="connsiteX17" fmla="*/ 16331 w 89356"/>
                  <a:gd name="connsiteY17" fmla="*/ 41898 h 70743"/>
                  <a:gd name="connsiteX18" fmla="*/ 11883 w 89356"/>
                  <a:gd name="connsiteY18" fmla="*/ 40425 h 70743"/>
                  <a:gd name="connsiteX19" fmla="*/ 8896 w 89356"/>
                  <a:gd name="connsiteY19" fmla="*/ 37413 h 70743"/>
                  <a:gd name="connsiteX20" fmla="*/ 5908 w 89356"/>
                  <a:gd name="connsiteY20" fmla="*/ 35941 h 70743"/>
                  <a:gd name="connsiteX21" fmla="*/ 2921 w 89356"/>
                  <a:gd name="connsiteY21" fmla="*/ 32929 h 70743"/>
                  <a:gd name="connsiteX22" fmla="*/ 1460 w 89356"/>
                  <a:gd name="connsiteY22" fmla="*/ 28445 h 70743"/>
                  <a:gd name="connsiteX23" fmla="*/ 0 w 89356"/>
                  <a:gd name="connsiteY23" fmla="*/ 25433 h 70743"/>
                  <a:gd name="connsiteX24" fmla="*/ 0 w 89356"/>
                  <a:gd name="connsiteY24" fmla="*/ 20949 h 70743"/>
                  <a:gd name="connsiteX25" fmla="*/ 0 w 89356"/>
                  <a:gd name="connsiteY25" fmla="*/ 16465 h 70743"/>
                  <a:gd name="connsiteX26" fmla="*/ 1460 w 89356"/>
                  <a:gd name="connsiteY26" fmla="*/ 11980 h 70743"/>
                  <a:gd name="connsiteX27" fmla="*/ 2921 w 89356"/>
                  <a:gd name="connsiteY27" fmla="*/ 8968 h 70743"/>
                  <a:gd name="connsiteX28" fmla="*/ 5908 w 89356"/>
                  <a:gd name="connsiteY28" fmla="*/ 5957 h 70743"/>
                  <a:gd name="connsiteX29" fmla="*/ 8896 w 89356"/>
                  <a:gd name="connsiteY29" fmla="*/ 2945 h 70743"/>
                  <a:gd name="connsiteX30" fmla="*/ 11883 w 89356"/>
                  <a:gd name="connsiteY30" fmla="*/ 1472 h 70743"/>
                  <a:gd name="connsiteX31" fmla="*/ 16331 w 89356"/>
                  <a:gd name="connsiteY31" fmla="*/ 0 h 70743"/>
                  <a:gd name="connsiteX32" fmla="*/ 20779 w 89356"/>
                  <a:gd name="connsiteY32" fmla="*/ 0 h 70743"/>
                  <a:gd name="connsiteX33" fmla="*/ 20779 w 89356"/>
                  <a:gd name="connsiteY33" fmla="*/ 0 h 70743"/>
                  <a:gd name="connsiteX34" fmla="*/ 89290 w 89356"/>
                  <a:gd name="connsiteY34" fmla="*/ 6024 h 70743"/>
                  <a:gd name="connsiteX35" fmla="*/ 89290 w 89356"/>
                  <a:gd name="connsiteY35" fmla="*/ 57090 h 70743"/>
                  <a:gd name="connsiteX36" fmla="*/ 13344 w 89356"/>
                  <a:gd name="connsiteY36" fmla="*/ 57090 h 70743"/>
                  <a:gd name="connsiteX37" fmla="*/ 13344 w 89356"/>
                  <a:gd name="connsiteY37" fmla="*/ 43571 h 70743"/>
                  <a:gd name="connsiteX38" fmla="*/ 16331 w 89356"/>
                  <a:gd name="connsiteY38" fmla="*/ 45043 h 70743"/>
                  <a:gd name="connsiteX39" fmla="*/ 19318 w 89356"/>
                  <a:gd name="connsiteY39" fmla="*/ 45043 h 70743"/>
                  <a:gd name="connsiteX40" fmla="*/ 19318 w 89356"/>
                  <a:gd name="connsiteY40" fmla="*/ 51067 h 70743"/>
                  <a:gd name="connsiteX41" fmla="*/ 81854 w 89356"/>
                  <a:gd name="connsiteY41" fmla="*/ 51067 h 70743"/>
                  <a:gd name="connsiteX42" fmla="*/ 81854 w 89356"/>
                  <a:gd name="connsiteY42" fmla="*/ 12047 h 70743"/>
                  <a:gd name="connsiteX43" fmla="*/ 43151 w 89356"/>
                  <a:gd name="connsiteY43" fmla="*/ 12047 h 70743"/>
                  <a:gd name="connsiteX44" fmla="*/ 41691 w 89356"/>
                  <a:gd name="connsiteY44" fmla="*/ 9035 h 70743"/>
                  <a:gd name="connsiteX45" fmla="*/ 38703 w 89356"/>
                  <a:gd name="connsiteY45" fmla="*/ 6024 h 70743"/>
                  <a:gd name="connsiteX46" fmla="*/ 89356 w 89356"/>
                  <a:gd name="connsiteY46" fmla="*/ 6024 h 70743"/>
                  <a:gd name="connsiteX47" fmla="*/ 89356 w 89356"/>
                  <a:gd name="connsiteY47" fmla="*/ 6024 h 70743"/>
                  <a:gd name="connsiteX48" fmla="*/ 89356 w 89356"/>
                  <a:gd name="connsiteY48" fmla="*/ 6024 h 70743"/>
                  <a:gd name="connsiteX49" fmla="*/ 28214 w 89356"/>
                  <a:gd name="connsiteY49" fmla="*/ 19543 h 70743"/>
                  <a:gd name="connsiteX50" fmla="*/ 37176 w 89356"/>
                  <a:gd name="connsiteY50" fmla="*/ 19543 h 70743"/>
                  <a:gd name="connsiteX51" fmla="*/ 37176 w 89356"/>
                  <a:gd name="connsiteY51" fmla="*/ 16531 h 70743"/>
                  <a:gd name="connsiteX52" fmla="*/ 35716 w 89356"/>
                  <a:gd name="connsiteY52" fmla="*/ 13520 h 70743"/>
                  <a:gd name="connsiteX53" fmla="*/ 28281 w 89356"/>
                  <a:gd name="connsiteY53" fmla="*/ 13520 h 70743"/>
                  <a:gd name="connsiteX54" fmla="*/ 28281 w 89356"/>
                  <a:gd name="connsiteY54" fmla="*/ 19543 h 70743"/>
                  <a:gd name="connsiteX55" fmla="*/ 28281 w 89356"/>
                  <a:gd name="connsiteY55" fmla="*/ 19543 h 70743"/>
                  <a:gd name="connsiteX56" fmla="*/ 2921 w 89356"/>
                  <a:gd name="connsiteY56" fmla="*/ 19543 h 70743"/>
                  <a:gd name="connsiteX57" fmla="*/ 11883 w 89356"/>
                  <a:gd name="connsiteY57" fmla="*/ 19543 h 70743"/>
                  <a:gd name="connsiteX58" fmla="*/ 11883 w 89356"/>
                  <a:gd name="connsiteY58" fmla="*/ 13520 h 70743"/>
                  <a:gd name="connsiteX59" fmla="*/ 4448 w 89356"/>
                  <a:gd name="connsiteY59" fmla="*/ 13520 h 70743"/>
                  <a:gd name="connsiteX60" fmla="*/ 2921 w 89356"/>
                  <a:gd name="connsiteY60" fmla="*/ 16531 h 70743"/>
                  <a:gd name="connsiteX61" fmla="*/ 2921 w 89356"/>
                  <a:gd name="connsiteY61" fmla="*/ 19543 h 70743"/>
                  <a:gd name="connsiteX62" fmla="*/ 2921 w 89356"/>
                  <a:gd name="connsiteY62" fmla="*/ 19543 h 70743"/>
                  <a:gd name="connsiteX63" fmla="*/ 14804 w 89356"/>
                  <a:gd name="connsiteY63" fmla="*/ 13520 h 70743"/>
                  <a:gd name="connsiteX64" fmla="*/ 14804 w 89356"/>
                  <a:gd name="connsiteY64" fmla="*/ 16531 h 70743"/>
                  <a:gd name="connsiteX65" fmla="*/ 14804 w 89356"/>
                  <a:gd name="connsiteY65" fmla="*/ 19543 h 70743"/>
                  <a:gd name="connsiteX66" fmla="*/ 26687 w 89356"/>
                  <a:gd name="connsiteY66" fmla="*/ 19543 h 70743"/>
                  <a:gd name="connsiteX67" fmla="*/ 25227 w 89356"/>
                  <a:gd name="connsiteY67" fmla="*/ 16531 h 70743"/>
                  <a:gd name="connsiteX68" fmla="*/ 25227 w 89356"/>
                  <a:gd name="connsiteY68" fmla="*/ 13520 h 70743"/>
                  <a:gd name="connsiteX69" fmla="*/ 14804 w 89356"/>
                  <a:gd name="connsiteY69" fmla="*/ 13520 h 70743"/>
                  <a:gd name="connsiteX70" fmla="*/ 14804 w 89356"/>
                  <a:gd name="connsiteY70" fmla="*/ 13520 h 70743"/>
                  <a:gd name="connsiteX71" fmla="*/ 2921 w 89356"/>
                  <a:gd name="connsiteY71" fmla="*/ 22555 h 70743"/>
                  <a:gd name="connsiteX72" fmla="*/ 2921 w 89356"/>
                  <a:gd name="connsiteY72" fmla="*/ 25567 h 70743"/>
                  <a:gd name="connsiteX73" fmla="*/ 4448 w 89356"/>
                  <a:gd name="connsiteY73" fmla="*/ 28579 h 70743"/>
                  <a:gd name="connsiteX74" fmla="*/ 11883 w 89356"/>
                  <a:gd name="connsiteY74" fmla="*/ 28579 h 70743"/>
                  <a:gd name="connsiteX75" fmla="*/ 11883 w 89356"/>
                  <a:gd name="connsiteY75" fmla="*/ 25567 h 70743"/>
                  <a:gd name="connsiteX76" fmla="*/ 11883 w 89356"/>
                  <a:gd name="connsiteY76" fmla="*/ 22555 h 70743"/>
                  <a:gd name="connsiteX77" fmla="*/ 2921 w 89356"/>
                  <a:gd name="connsiteY77" fmla="*/ 22555 h 70743"/>
                  <a:gd name="connsiteX78" fmla="*/ 2921 w 89356"/>
                  <a:gd name="connsiteY78" fmla="*/ 22555 h 70743"/>
                  <a:gd name="connsiteX79" fmla="*/ 14804 w 89356"/>
                  <a:gd name="connsiteY79" fmla="*/ 22555 h 70743"/>
                  <a:gd name="connsiteX80" fmla="*/ 14804 w 89356"/>
                  <a:gd name="connsiteY80" fmla="*/ 25567 h 70743"/>
                  <a:gd name="connsiteX81" fmla="*/ 14804 w 89356"/>
                  <a:gd name="connsiteY81" fmla="*/ 28579 h 70743"/>
                  <a:gd name="connsiteX82" fmla="*/ 25227 w 89356"/>
                  <a:gd name="connsiteY82" fmla="*/ 28579 h 70743"/>
                  <a:gd name="connsiteX83" fmla="*/ 25227 w 89356"/>
                  <a:gd name="connsiteY83" fmla="*/ 25567 h 70743"/>
                  <a:gd name="connsiteX84" fmla="*/ 26687 w 89356"/>
                  <a:gd name="connsiteY84" fmla="*/ 22555 h 70743"/>
                  <a:gd name="connsiteX85" fmla="*/ 14804 w 89356"/>
                  <a:gd name="connsiteY85" fmla="*/ 22555 h 70743"/>
                  <a:gd name="connsiteX86" fmla="*/ 14804 w 89356"/>
                  <a:gd name="connsiteY86" fmla="*/ 22555 h 70743"/>
                  <a:gd name="connsiteX87" fmla="*/ 28214 w 89356"/>
                  <a:gd name="connsiteY87" fmla="*/ 22555 h 70743"/>
                  <a:gd name="connsiteX88" fmla="*/ 28214 w 89356"/>
                  <a:gd name="connsiteY88" fmla="*/ 28579 h 70743"/>
                  <a:gd name="connsiteX89" fmla="*/ 35649 w 89356"/>
                  <a:gd name="connsiteY89" fmla="*/ 28579 h 70743"/>
                  <a:gd name="connsiteX90" fmla="*/ 37110 w 89356"/>
                  <a:gd name="connsiteY90" fmla="*/ 25567 h 70743"/>
                  <a:gd name="connsiteX91" fmla="*/ 37110 w 89356"/>
                  <a:gd name="connsiteY91" fmla="*/ 22555 h 70743"/>
                  <a:gd name="connsiteX92" fmla="*/ 28148 w 89356"/>
                  <a:gd name="connsiteY92" fmla="*/ 22555 h 70743"/>
                  <a:gd name="connsiteX93" fmla="*/ 28148 w 89356"/>
                  <a:gd name="connsiteY93" fmla="*/ 22555 h 70743"/>
                  <a:gd name="connsiteX94" fmla="*/ 34189 w 89356"/>
                  <a:gd name="connsiteY94" fmla="*/ 10575 h 70743"/>
                  <a:gd name="connsiteX95" fmla="*/ 31202 w 89356"/>
                  <a:gd name="connsiteY95" fmla="*/ 6091 h 70743"/>
                  <a:gd name="connsiteX96" fmla="*/ 28214 w 89356"/>
                  <a:gd name="connsiteY96" fmla="*/ 4618 h 70743"/>
                  <a:gd name="connsiteX97" fmla="*/ 25227 w 89356"/>
                  <a:gd name="connsiteY97" fmla="*/ 4618 h 70743"/>
                  <a:gd name="connsiteX98" fmla="*/ 26687 w 89356"/>
                  <a:gd name="connsiteY98" fmla="*/ 7630 h 70743"/>
                  <a:gd name="connsiteX99" fmla="*/ 28148 w 89356"/>
                  <a:gd name="connsiteY99" fmla="*/ 10642 h 70743"/>
                  <a:gd name="connsiteX100" fmla="*/ 34123 w 89356"/>
                  <a:gd name="connsiteY100" fmla="*/ 10642 h 70743"/>
                  <a:gd name="connsiteX101" fmla="*/ 34123 w 89356"/>
                  <a:gd name="connsiteY101" fmla="*/ 10642 h 70743"/>
                  <a:gd name="connsiteX102" fmla="*/ 22306 w 89356"/>
                  <a:gd name="connsiteY102" fmla="*/ 3079 h 70743"/>
                  <a:gd name="connsiteX103" fmla="*/ 20845 w 89356"/>
                  <a:gd name="connsiteY103" fmla="*/ 3079 h 70743"/>
                  <a:gd name="connsiteX104" fmla="*/ 17858 w 89356"/>
                  <a:gd name="connsiteY104" fmla="*/ 3079 h 70743"/>
                  <a:gd name="connsiteX105" fmla="*/ 16331 w 89356"/>
                  <a:gd name="connsiteY105" fmla="*/ 6091 h 70743"/>
                  <a:gd name="connsiteX106" fmla="*/ 14871 w 89356"/>
                  <a:gd name="connsiteY106" fmla="*/ 10575 h 70743"/>
                  <a:gd name="connsiteX107" fmla="*/ 25293 w 89356"/>
                  <a:gd name="connsiteY107" fmla="*/ 10575 h 70743"/>
                  <a:gd name="connsiteX108" fmla="*/ 23833 w 89356"/>
                  <a:gd name="connsiteY108" fmla="*/ 6091 h 70743"/>
                  <a:gd name="connsiteX109" fmla="*/ 22306 w 89356"/>
                  <a:gd name="connsiteY109" fmla="*/ 3079 h 70743"/>
                  <a:gd name="connsiteX110" fmla="*/ 22306 w 89356"/>
                  <a:gd name="connsiteY110" fmla="*/ 3079 h 70743"/>
                  <a:gd name="connsiteX111" fmla="*/ 22306 w 89356"/>
                  <a:gd name="connsiteY111" fmla="*/ 3079 h 70743"/>
                  <a:gd name="connsiteX112" fmla="*/ 14871 w 89356"/>
                  <a:gd name="connsiteY112" fmla="*/ 4618 h 70743"/>
                  <a:gd name="connsiteX113" fmla="*/ 11883 w 89356"/>
                  <a:gd name="connsiteY113" fmla="*/ 4618 h 70743"/>
                  <a:gd name="connsiteX114" fmla="*/ 8896 w 89356"/>
                  <a:gd name="connsiteY114" fmla="*/ 6091 h 70743"/>
                  <a:gd name="connsiteX115" fmla="*/ 5908 w 89356"/>
                  <a:gd name="connsiteY115" fmla="*/ 10575 h 70743"/>
                  <a:gd name="connsiteX116" fmla="*/ 11883 w 89356"/>
                  <a:gd name="connsiteY116" fmla="*/ 10575 h 70743"/>
                  <a:gd name="connsiteX117" fmla="*/ 13344 w 89356"/>
                  <a:gd name="connsiteY117" fmla="*/ 7563 h 70743"/>
                  <a:gd name="connsiteX118" fmla="*/ 14804 w 89356"/>
                  <a:gd name="connsiteY118" fmla="*/ 4551 h 70743"/>
                  <a:gd name="connsiteX119" fmla="*/ 14804 w 89356"/>
                  <a:gd name="connsiteY119" fmla="*/ 4551 h 70743"/>
                  <a:gd name="connsiteX120" fmla="*/ 5908 w 89356"/>
                  <a:gd name="connsiteY120" fmla="*/ 31657 h 70743"/>
                  <a:gd name="connsiteX121" fmla="*/ 8896 w 89356"/>
                  <a:gd name="connsiteY121" fmla="*/ 34669 h 70743"/>
                  <a:gd name="connsiteX122" fmla="*/ 11883 w 89356"/>
                  <a:gd name="connsiteY122" fmla="*/ 36142 h 70743"/>
                  <a:gd name="connsiteX123" fmla="*/ 14871 w 89356"/>
                  <a:gd name="connsiteY123" fmla="*/ 37614 h 70743"/>
                  <a:gd name="connsiteX124" fmla="*/ 13410 w 89356"/>
                  <a:gd name="connsiteY124" fmla="*/ 34602 h 70743"/>
                  <a:gd name="connsiteX125" fmla="*/ 11950 w 89356"/>
                  <a:gd name="connsiteY125" fmla="*/ 31590 h 70743"/>
                  <a:gd name="connsiteX126" fmla="*/ 5975 w 89356"/>
                  <a:gd name="connsiteY126" fmla="*/ 31590 h 70743"/>
                  <a:gd name="connsiteX127" fmla="*/ 5975 w 89356"/>
                  <a:gd name="connsiteY127" fmla="*/ 31590 h 70743"/>
                  <a:gd name="connsiteX128" fmla="*/ 17792 w 89356"/>
                  <a:gd name="connsiteY128" fmla="*/ 39153 h 70743"/>
                  <a:gd name="connsiteX129" fmla="*/ 20779 w 89356"/>
                  <a:gd name="connsiteY129" fmla="*/ 39153 h 70743"/>
                  <a:gd name="connsiteX130" fmla="*/ 22239 w 89356"/>
                  <a:gd name="connsiteY130" fmla="*/ 39153 h 70743"/>
                  <a:gd name="connsiteX131" fmla="*/ 23766 w 89356"/>
                  <a:gd name="connsiteY131" fmla="*/ 34669 h 70743"/>
                  <a:gd name="connsiteX132" fmla="*/ 25227 w 89356"/>
                  <a:gd name="connsiteY132" fmla="*/ 31657 h 70743"/>
                  <a:gd name="connsiteX133" fmla="*/ 14804 w 89356"/>
                  <a:gd name="connsiteY133" fmla="*/ 31657 h 70743"/>
                  <a:gd name="connsiteX134" fmla="*/ 16265 w 89356"/>
                  <a:gd name="connsiteY134" fmla="*/ 34669 h 70743"/>
                  <a:gd name="connsiteX135" fmla="*/ 17792 w 89356"/>
                  <a:gd name="connsiteY135" fmla="*/ 39153 h 70743"/>
                  <a:gd name="connsiteX136" fmla="*/ 17792 w 89356"/>
                  <a:gd name="connsiteY136" fmla="*/ 39153 h 70743"/>
                  <a:gd name="connsiteX137" fmla="*/ 17792 w 89356"/>
                  <a:gd name="connsiteY137" fmla="*/ 39153 h 70743"/>
                  <a:gd name="connsiteX138" fmla="*/ 25227 w 89356"/>
                  <a:gd name="connsiteY138" fmla="*/ 37681 h 70743"/>
                  <a:gd name="connsiteX139" fmla="*/ 31202 w 89356"/>
                  <a:gd name="connsiteY139" fmla="*/ 34669 h 70743"/>
                  <a:gd name="connsiteX140" fmla="*/ 32662 w 89356"/>
                  <a:gd name="connsiteY140" fmla="*/ 33130 h 70743"/>
                  <a:gd name="connsiteX141" fmla="*/ 34123 w 89356"/>
                  <a:gd name="connsiteY141" fmla="*/ 31657 h 70743"/>
                  <a:gd name="connsiteX142" fmla="*/ 28148 w 89356"/>
                  <a:gd name="connsiteY142" fmla="*/ 31657 h 70743"/>
                  <a:gd name="connsiteX143" fmla="*/ 26687 w 89356"/>
                  <a:gd name="connsiteY143" fmla="*/ 34669 h 70743"/>
                  <a:gd name="connsiteX144" fmla="*/ 25227 w 89356"/>
                  <a:gd name="connsiteY144" fmla="*/ 37681 h 70743"/>
                  <a:gd name="connsiteX145" fmla="*/ 25227 w 89356"/>
                  <a:gd name="connsiteY145" fmla="*/ 37681 h 70743"/>
                  <a:gd name="connsiteX146" fmla="*/ 32662 w 89356"/>
                  <a:gd name="connsiteY146" fmla="*/ 61709 h 70743"/>
                  <a:gd name="connsiteX147" fmla="*/ 26687 w 89356"/>
                  <a:gd name="connsiteY147" fmla="*/ 70744 h 70743"/>
                  <a:gd name="connsiteX148" fmla="*/ 74353 w 89356"/>
                  <a:gd name="connsiteY148" fmla="*/ 70744 h 70743"/>
                  <a:gd name="connsiteX149" fmla="*/ 68378 w 89356"/>
                  <a:gd name="connsiteY149" fmla="*/ 61709 h 70743"/>
                  <a:gd name="connsiteX150" fmla="*/ 32662 w 89356"/>
                  <a:gd name="connsiteY150" fmla="*/ 61709 h 70743"/>
                  <a:gd name="connsiteX151" fmla="*/ 32662 w 89356"/>
                  <a:gd name="connsiteY151" fmla="*/ 61709 h 7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89356" h="70743">
                    <a:moveTo>
                      <a:pt x="20779" y="0"/>
                    </a:moveTo>
                    <a:lnTo>
                      <a:pt x="23766" y="0"/>
                    </a:lnTo>
                    <a:lnTo>
                      <a:pt x="28214" y="1472"/>
                    </a:lnTo>
                    <a:lnTo>
                      <a:pt x="31202" y="2945"/>
                    </a:lnTo>
                    <a:lnTo>
                      <a:pt x="34189" y="5957"/>
                    </a:lnTo>
                    <a:lnTo>
                      <a:pt x="37176" y="8968"/>
                    </a:lnTo>
                    <a:lnTo>
                      <a:pt x="38637" y="11980"/>
                    </a:lnTo>
                    <a:lnTo>
                      <a:pt x="40097" y="16465"/>
                    </a:lnTo>
                    <a:lnTo>
                      <a:pt x="40097" y="20949"/>
                    </a:lnTo>
                    <a:lnTo>
                      <a:pt x="40097" y="25433"/>
                    </a:lnTo>
                    <a:lnTo>
                      <a:pt x="38637" y="28445"/>
                    </a:lnTo>
                    <a:lnTo>
                      <a:pt x="37176" y="32929"/>
                    </a:lnTo>
                    <a:lnTo>
                      <a:pt x="34189" y="35941"/>
                    </a:lnTo>
                    <a:lnTo>
                      <a:pt x="31202" y="37413"/>
                    </a:lnTo>
                    <a:lnTo>
                      <a:pt x="28214" y="40425"/>
                    </a:lnTo>
                    <a:lnTo>
                      <a:pt x="23766" y="41898"/>
                    </a:lnTo>
                    <a:lnTo>
                      <a:pt x="20779" y="41898"/>
                    </a:lnTo>
                    <a:lnTo>
                      <a:pt x="16331" y="41898"/>
                    </a:lnTo>
                    <a:lnTo>
                      <a:pt x="11883" y="40425"/>
                    </a:lnTo>
                    <a:lnTo>
                      <a:pt x="8896" y="37413"/>
                    </a:lnTo>
                    <a:lnTo>
                      <a:pt x="5908" y="35941"/>
                    </a:lnTo>
                    <a:lnTo>
                      <a:pt x="2921" y="32929"/>
                    </a:lnTo>
                    <a:lnTo>
                      <a:pt x="1460" y="28445"/>
                    </a:lnTo>
                    <a:lnTo>
                      <a:pt x="0" y="25433"/>
                    </a:lnTo>
                    <a:lnTo>
                      <a:pt x="0" y="20949"/>
                    </a:lnTo>
                    <a:lnTo>
                      <a:pt x="0" y="16465"/>
                    </a:lnTo>
                    <a:lnTo>
                      <a:pt x="1460" y="11980"/>
                    </a:lnTo>
                    <a:lnTo>
                      <a:pt x="2921" y="8968"/>
                    </a:lnTo>
                    <a:lnTo>
                      <a:pt x="5908" y="5957"/>
                    </a:lnTo>
                    <a:lnTo>
                      <a:pt x="8896" y="2945"/>
                    </a:lnTo>
                    <a:lnTo>
                      <a:pt x="11883" y="1472"/>
                    </a:lnTo>
                    <a:lnTo>
                      <a:pt x="16331" y="0"/>
                    </a:lnTo>
                    <a:lnTo>
                      <a:pt x="20779" y="0"/>
                    </a:lnTo>
                    <a:lnTo>
                      <a:pt x="20779" y="0"/>
                    </a:lnTo>
                    <a:close/>
                    <a:moveTo>
                      <a:pt x="89290" y="6024"/>
                    </a:moveTo>
                    <a:lnTo>
                      <a:pt x="89290" y="57090"/>
                    </a:lnTo>
                    <a:lnTo>
                      <a:pt x="13344" y="57090"/>
                    </a:lnTo>
                    <a:lnTo>
                      <a:pt x="13344" y="43571"/>
                    </a:lnTo>
                    <a:lnTo>
                      <a:pt x="16331" y="45043"/>
                    </a:lnTo>
                    <a:lnTo>
                      <a:pt x="19318" y="45043"/>
                    </a:lnTo>
                    <a:lnTo>
                      <a:pt x="19318" y="51067"/>
                    </a:lnTo>
                    <a:lnTo>
                      <a:pt x="81854" y="51067"/>
                    </a:lnTo>
                    <a:lnTo>
                      <a:pt x="81854" y="12047"/>
                    </a:lnTo>
                    <a:lnTo>
                      <a:pt x="43151" y="12047"/>
                    </a:lnTo>
                    <a:lnTo>
                      <a:pt x="41691" y="9035"/>
                    </a:lnTo>
                    <a:lnTo>
                      <a:pt x="38703" y="6024"/>
                    </a:lnTo>
                    <a:lnTo>
                      <a:pt x="89356" y="6024"/>
                    </a:lnTo>
                    <a:lnTo>
                      <a:pt x="89356" y="6024"/>
                    </a:lnTo>
                    <a:lnTo>
                      <a:pt x="89356" y="6024"/>
                    </a:lnTo>
                    <a:close/>
                    <a:moveTo>
                      <a:pt x="28214" y="19543"/>
                    </a:moveTo>
                    <a:lnTo>
                      <a:pt x="37176" y="19543"/>
                    </a:lnTo>
                    <a:lnTo>
                      <a:pt x="37176" y="16531"/>
                    </a:lnTo>
                    <a:lnTo>
                      <a:pt x="35716" y="13520"/>
                    </a:lnTo>
                    <a:lnTo>
                      <a:pt x="28281" y="13520"/>
                    </a:lnTo>
                    <a:lnTo>
                      <a:pt x="28281" y="19543"/>
                    </a:lnTo>
                    <a:lnTo>
                      <a:pt x="28281" y="19543"/>
                    </a:lnTo>
                    <a:close/>
                    <a:moveTo>
                      <a:pt x="2921" y="19543"/>
                    </a:moveTo>
                    <a:lnTo>
                      <a:pt x="11883" y="19543"/>
                    </a:lnTo>
                    <a:lnTo>
                      <a:pt x="11883" y="13520"/>
                    </a:lnTo>
                    <a:lnTo>
                      <a:pt x="4448" y="13520"/>
                    </a:lnTo>
                    <a:lnTo>
                      <a:pt x="2921" y="16531"/>
                    </a:lnTo>
                    <a:lnTo>
                      <a:pt x="2921" y="19543"/>
                    </a:lnTo>
                    <a:lnTo>
                      <a:pt x="2921" y="19543"/>
                    </a:lnTo>
                    <a:close/>
                    <a:moveTo>
                      <a:pt x="14804" y="13520"/>
                    </a:moveTo>
                    <a:lnTo>
                      <a:pt x="14804" y="16531"/>
                    </a:lnTo>
                    <a:lnTo>
                      <a:pt x="14804" y="19543"/>
                    </a:lnTo>
                    <a:lnTo>
                      <a:pt x="26687" y="19543"/>
                    </a:lnTo>
                    <a:lnTo>
                      <a:pt x="25227" y="16531"/>
                    </a:lnTo>
                    <a:lnTo>
                      <a:pt x="25227" y="13520"/>
                    </a:lnTo>
                    <a:lnTo>
                      <a:pt x="14804" y="13520"/>
                    </a:lnTo>
                    <a:lnTo>
                      <a:pt x="14804" y="13520"/>
                    </a:lnTo>
                    <a:close/>
                    <a:moveTo>
                      <a:pt x="2921" y="22555"/>
                    </a:moveTo>
                    <a:lnTo>
                      <a:pt x="2921" y="25567"/>
                    </a:lnTo>
                    <a:lnTo>
                      <a:pt x="4448" y="28579"/>
                    </a:lnTo>
                    <a:lnTo>
                      <a:pt x="11883" y="28579"/>
                    </a:lnTo>
                    <a:lnTo>
                      <a:pt x="11883" y="25567"/>
                    </a:lnTo>
                    <a:lnTo>
                      <a:pt x="11883" y="22555"/>
                    </a:lnTo>
                    <a:lnTo>
                      <a:pt x="2921" y="22555"/>
                    </a:lnTo>
                    <a:lnTo>
                      <a:pt x="2921" y="22555"/>
                    </a:lnTo>
                    <a:close/>
                    <a:moveTo>
                      <a:pt x="14804" y="22555"/>
                    </a:moveTo>
                    <a:lnTo>
                      <a:pt x="14804" y="25567"/>
                    </a:lnTo>
                    <a:lnTo>
                      <a:pt x="14804" y="28579"/>
                    </a:lnTo>
                    <a:lnTo>
                      <a:pt x="25227" y="28579"/>
                    </a:lnTo>
                    <a:lnTo>
                      <a:pt x="25227" y="25567"/>
                    </a:lnTo>
                    <a:lnTo>
                      <a:pt x="26687" y="22555"/>
                    </a:lnTo>
                    <a:lnTo>
                      <a:pt x="14804" y="22555"/>
                    </a:lnTo>
                    <a:lnTo>
                      <a:pt x="14804" y="22555"/>
                    </a:lnTo>
                    <a:close/>
                    <a:moveTo>
                      <a:pt x="28214" y="22555"/>
                    </a:moveTo>
                    <a:lnTo>
                      <a:pt x="28214" y="28579"/>
                    </a:lnTo>
                    <a:lnTo>
                      <a:pt x="35649" y="28579"/>
                    </a:lnTo>
                    <a:lnTo>
                      <a:pt x="37110" y="25567"/>
                    </a:lnTo>
                    <a:lnTo>
                      <a:pt x="37110" y="22555"/>
                    </a:lnTo>
                    <a:lnTo>
                      <a:pt x="28148" y="22555"/>
                    </a:lnTo>
                    <a:lnTo>
                      <a:pt x="28148" y="22555"/>
                    </a:lnTo>
                    <a:close/>
                    <a:moveTo>
                      <a:pt x="34189" y="10575"/>
                    </a:moveTo>
                    <a:lnTo>
                      <a:pt x="31202" y="6091"/>
                    </a:lnTo>
                    <a:lnTo>
                      <a:pt x="28214" y="4618"/>
                    </a:lnTo>
                    <a:lnTo>
                      <a:pt x="25227" y="4618"/>
                    </a:lnTo>
                    <a:lnTo>
                      <a:pt x="26687" y="7630"/>
                    </a:lnTo>
                    <a:lnTo>
                      <a:pt x="28148" y="10642"/>
                    </a:lnTo>
                    <a:lnTo>
                      <a:pt x="34123" y="10642"/>
                    </a:lnTo>
                    <a:lnTo>
                      <a:pt x="34123" y="10642"/>
                    </a:lnTo>
                    <a:close/>
                    <a:moveTo>
                      <a:pt x="22306" y="3079"/>
                    </a:moveTo>
                    <a:lnTo>
                      <a:pt x="20845" y="3079"/>
                    </a:lnTo>
                    <a:lnTo>
                      <a:pt x="17858" y="3079"/>
                    </a:lnTo>
                    <a:lnTo>
                      <a:pt x="16331" y="6091"/>
                    </a:lnTo>
                    <a:lnTo>
                      <a:pt x="14871" y="10575"/>
                    </a:lnTo>
                    <a:lnTo>
                      <a:pt x="25293" y="10575"/>
                    </a:lnTo>
                    <a:lnTo>
                      <a:pt x="23833" y="6091"/>
                    </a:lnTo>
                    <a:lnTo>
                      <a:pt x="22306" y="3079"/>
                    </a:lnTo>
                    <a:lnTo>
                      <a:pt x="22306" y="3079"/>
                    </a:lnTo>
                    <a:lnTo>
                      <a:pt x="22306" y="3079"/>
                    </a:lnTo>
                    <a:close/>
                    <a:moveTo>
                      <a:pt x="14871" y="4618"/>
                    </a:moveTo>
                    <a:lnTo>
                      <a:pt x="11883" y="4618"/>
                    </a:lnTo>
                    <a:lnTo>
                      <a:pt x="8896" y="6091"/>
                    </a:lnTo>
                    <a:lnTo>
                      <a:pt x="5908" y="10575"/>
                    </a:lnTo>
                    <a:lnTo>
                      <a:pt x="11883" y="10575"/>
                    </a:lnTo>
                    <a:lnTo>
                      <a:pt x="13344" y="7563"/>
                    </a:lnTo>
                    <a:lnTo>
                      <a:pt x="14804" y="4551"/>
                    </a:lnTo>
                    <a:lnTo>
                      <a:pt x="14804" y="4551"/>
                    </a:lnTo>
                    <a:close/>
                    <a:moveTo>
                      <a:pt x="5908" y="31657"/>
                    </a:moveTo>
                    <a:lnTo>
                      <a:pt x="8896" y="34669"/>
                    </a:lnTo>
                    <a:lnTo>
                      <a:pt x="11883" y="36142"/>
                    </a:lnTo>
                    <a:lnTo>
                      <a:pt x="14871" y="37614"/>
                    </a:lnTo>
                    <a:lnTo>
                      <a:pt x="13410" y="34602"/>
                    </a:lnTo>
                    <a:lnTo>
                      <a:pt x="11950" y="31590"/>
                    </a:lnTo>
                    <a:lnTo>
                      <a:pt x="5975" y="31590"/>
                    </a:lnTo>
                    <a:lnTo>
                      <a:pt x="5975" y="31590"/>
                    </a:lnTo>
                    <a:close/>
                    <a:moveTo>
                      <a:pt x="17792" y="39153"/>
                    </a:moveTo>
                    <a:lnTo>
                      <a:pt x="20779" y="39153"/>
                    </a:lnTo>
                    <a:lnTo>
                      <a:pt x="22239" y="39153"/>
                    </a:lnTo>
                    <a:lnTo>
                      <a:pt x="23766" y="34669"/>
                    </a:lnTo>
                    <a:lnTo>
                      <a:pt x="25227" y="31657"/>
                    </a:lnTo>
                    <a:lnTo>
                      <a:pt x="14804" y="31657"/>
                    </a:lnTo>
                    <a:lnTo>
                      <a:pt x="16265" y="34669"/>
                    </a:lnTo>
                    <a:lnTo>
                      <a:pt x="17792" y="39153"/>
                    </a:lnTo>
                    <a:lnTo>
                      <a:pt x="17792" y="39153"/>
                    </a:lnTo>
                    <a:lnTo>
                      <a:pt x="17792" y="39153"/>
                    </a:lnTo>
                    <a:close/>
                    <a:moveTo>
                      <a:pt x="25227" y="37681"/>
                    </a:moveTo>
                    <a:lnTo>
                      <a:pt x="31202" y="34669"/>
                    </a:lnTo>
                    <a:lnTo>
                      <a:pt x="32662" y="33130"/>
                    </a:lnTo>
                    <a:lnTo>
                      <a:pt x="34123" y="31657"/>
                    </a:lnTo>
                    <a:lnTo>
                      <a:pt x="28148" y="31657"/>
                    </a:lnTo>
                    <a:lnTo>
                      <a:pt x="26687" y="34669"/>
                    </a:lnTo>
                    <a:lnTo>
                      <a:pt x="25227" y="37681"/>
                    </a:lnTo>
                    <a:lnTo>
                      <a:pt x="25227" y="37681"/>
                    </a:lnTo>
                    <a:close/>
                    <a:moveTo>
                      <a:pt x="32662" y="61709"/>
                    </a:moveTo>
                    <a:lnTo>
                      <a:pt x="26687" y="70744"/>
                    </a:lnTo>
                    <a:lnTo>
                      <a:pt x="74353" y="70744"/>
                    </a:lnTo>
                    <a:lnTo>
                      <a:pt x="68378" y="61709"/>
                    </a:lnTo>
                    <a:lnTo>
                      <a:pt x="32662" y="61709"/>
                    </a:lnTo>
                    <a:lnTo>
                      <a:pt x="32662" y="61709"/>
                    </a:lnTo>
                    <a:close/>
                  </a:path>
                </a:pathLst>
              </a:custGeom>
              <a:solidFill>
                <a:srgbClr val="F6641B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66" name="任意多边形: 形状 3865">
                <a:extLst>
                  <a:ext uri="{FF2B5EF4-FFF2-40B4-BE49-F238E27FC236}">
                    <a16:creationId xmlns:a16="http://schemas.microsoft.com/office/drawing/2014/main" id="{394D2611-FB79-428E-22AE-A021608C8EF4}"/>
                  </a:ext>
                </a:extLst>
              </p:cNvPr>
              <p:cNvSpPr/>
              <p:nvPr/>
            </p:nvSpPr>
            <p:spPr>
              <a:xfrm>
                <a:off x="1273489" y="5511470"/>
                <a:ext cx="83381" cy="70543"/>
              </a:xfrm>
              <a:custGeom>
                <a:avLst/>
                <a:gdLst>
                  <a:gd name="connsiteX0" fmla="*/ 43151 w 83381"/>
                  <a:gd name="connsiteY0" fmla="*/ 19476 h 70543"/>
                  <a:gd name="connsiteX1" fmla="*/ 38703 w 83381"/>
                  <a:gd name="connsiteY1" fmla="*/ 19476 h 70543"/>
                  <a:gd name="connsiteX2" fmla="*/ 38703 w 83381"/>
                  <a:gd name="connsiteY2" fmla="*/ 16465 h 70543"/>
                  <a:gd name="connsiteX3" fmla="*/ 40230 w 83381"/>
                  <a:gd name="connsiteY3" fmla="*/ 14992 h 70543"/>
                  <a:gd name="connsiteX4" fmla="*/ 40230 w 83381"/>
                  <a:gd name="connsiteY4" fmla="*/ 14992 h 70543"/>
                  <a:gd name="connsiteX5" fmla="*/ 43218 w 83381"/>
                  <a:gd name="connsiteY5" fmla="*/ 14992 h 70543"/>
                  <a:gd name="connsiteX6" fmla="*/ 43218 w 83381"/>
                  <a:gd name="connsiteY6" fmla="*/ 14992 h 70543"/>
                  <a:gd name="connsiteX7" fmla="*/ 43218 w 83381"/>
                  <a:gd name="connsiteY7" fmla="*/ 16465 h 70543"/>
                  <a:gd name="connsiteX8" fmla="*/ 43218 w 83381"/>
                  <a:gd name="connsiteY8" fmla="*/ 19476 h 70543"/>
                  <a:gd name="connsiteX9" fmla="*/ 43218 w 83381"/>
                  <a:gd name="connsiteY9" fmla="*/ 19476 h 70543"/>
                  <a:gd name="connsiteX10" fmla="*/ 43218 w 83381"/>
                  <a:gd name="connsiteY10" fmla="*/ 19476 h 70543"/>
                  <a:gd name="connsiteX11" fmla="*/ 83381 w 83381"/>
                  <a:gd name="connsiteY11" fmla="*/ 70543 h 70543"/>
                  <a:gd name="connsiteX12" fmla="*/ 0 w 83381"/>
                  <a:gd name="connsiteY12" fmla="*/ 70543 h 70543"/>
                  <a:gd name="connsiteX13" fmla="*/ 4448 w 83381"/>
                  <a:gd name="connsiteY13" fmla="*/ 45043 h 70543"/>
                  <a:gd name="connsiteX14" fmla="*/ 77407 w 83381"/>
                  <a:gd name="connsiteY14" fmla="*/ 45043 h 70543"/>
                  <a:gd name="connsiteX15" fmla="*/ 83381 w 83381"/>
                  <a:gd name="connsiteY15" fmla="*/ 70543 h 70543"/>
                  <a:gd name="connsiteX16" fmla="*/ 83381 w 83381"/>
                  <a:gd name="connsiteY16" fmla="*/ 70543 h 70543"/>
                  <a:gd name="connsiteX17" fmla="*/ 83381 w 83381"/>
                  <a:gd name="connsiteY17" fmla="*/ 70543 h 70543"/>
                  <a:gd name="connsiteX18" fmla="*/ 43151 w 83381"/>
                  <a:gd name="connsiteY18" fmla="*/ 27039 h 70543"/>
                  <a:gd name="connsiteX19" fmla="*/ 40164 w 83381"/>
                  <a:gd name="connsiteY19" fmla="*/ 27039 h 70543"/>
                  <a:gd name="connsiteX20" fmla="*/ 40164 w 83381"/>
                  <a:gd name="connsiteY20" fmla="*/ 25567 h 70543"/>
                  <a:gd name="connsiteX21" fmla="*/ 40164 w 83381"/>
                  <a:gd name="connsiteY21" fmla="*/ 24094 h 70543"/>
                  <a:gd name="connsiteX22" fmla="*/ 40164 w 83381"/>
                  <a:gd name="connsiteY22" fmla="*/ 24094 h 70543"/>
                  <a:gd name="connsiteX23" fmla="*/ 41624 w 83381"/>
                  <a:gd name="connsiteY23" fmla="*/ 22555 h 70543"/>
                  <a:gd name="connsiteX24" fmla="*/ 41624 w 83381"/>
                  <a:gd name="connsiteY24" fmla="*/ 24094 h 70543"/>
                  <a:gd name="connsiteX25" fmla="*/ 43085 w 83381"/>
                  <a:gd name="connsiteY25" fmla="*/ 24094 h 70543"/>
                  <a:gd name="connsiteX26" fmla="*/ 41624 w 83381"/>
                  <a:gd name="connsiteY26" fmla="*/ 25567 h 70543"/>
                  <a:gd name="connsiteX27" fmla="*/ 43085 w 83381"/>
                  <a:gd name="connsiteY27" fmla="*/ 27039 h 70543"/>
                  <a:gd name="connsiteX28" fmla="*/ 43085 w 83381"/>
                  <a:gd name="connsiteY28" fmla="*/ 27039 h 70543"/>
                  <a:gd name="connsiteX29" fmla="*/ 43085 w 83381"/>
                  <a:gd name="connsiteY29" fmla="*/ 27039 h 70543"/>
                  <a:gd name="connsiteX30" fmla="*/ 46139 w 83381"/>
                  <a:gd name="connsiteY30" fmla="*/ 19543 h 70543"/>
                  <a:gd name="connsiteX31" fmla="*/ 46139 w 83381"/>
                  <a:gd name="connsiteY31" fmla="*/ 19543 h 70543"/>
                  <a:gd name="connsiteX32" fmla="*/ 46139 w 83381"/>
                  <a:gd name="connsiteY32" fmla="*/ 16531 h 70543"/>
                  <a:gd name="connsiteX33" fmla="*/ 46139 w 83381"/>
                  <a:gd name="connsiteY33" fmla="*/ 15059 h 70543"/>
                  <a:gd name="connsiteX34" fmla="*/ 44612 w 83381"/>
                  <a:gd name="connsiteY34" fmla="*/ 13587 h 70543"/>
                  <a:gd name="connsiteX35" fmla="*/ 44612 w 83381"/>
                  <a:gd name="connsiteY35" fmla="*/ 13587 h 70543"/>
                  <a:gd name="connsiteX36" fmla="*/ 43151 w 83381"/>
                  <a:gd name="connsiteY36" fmla="*/ 12114 h 70543"/>
                  <a:gd name="connsiteX37" fmla="*/ 40164 w 83381"/>
                  <a:gd name="connsiteY37" fmla="*/ 12114 h 70543"/>
                  <a:gd name="connsiteX38" fmla="*/ 38637 w 83381"/>
                  <a:gd name="connsiteY38" fmla="*/ 13587 h 70543"/>
                  <a:gd name="connsiteX39" fmla="*/ 38637 w 83381"/>
                  <a:gd name="connsiteY39" fmla="*/ 13587 h 70543"/>
                  <a:gd name="connsiteX40" fmla="*/ 37176 w 83381"/>
                  <a:gd name="connsiteY40" fmla="*/ 15059 h 70543"/>
                  <a:gd name="connsiteX41" fmla="*/ 37176 w 83381"/>
                  <a:gd name="connsiteY41" fmla="*/ 16531 h 70543"/>
                  <a:gd name="connsiteX42" fmla="*/ 37176 w 83381"/>
                  <a:gd name="connsiteY42" fmla="*/ 19543 h 70543"/>
                  <a:gd name="connsiteX43" fmla="*/ 37176 w 83381"/>
                  <a:gd name="connsiteY43" fmla="*/ 19543 h 70543"/>
                  <a:gd name="connsiteX44" fmla="*/ 35716 w 83381"/>
                  <a:gd name="connsiteY44" fmla="*/ 19543 h 70543"/>
                  <a:gd name="connsiteX45" fmla="*/ 35716 w 83381"/>
                  <a:gd name="connsiteY45" fmla="*/ 21016 h 70543"/>
                  <a:gd name="connsiteX46" fmla="*/ 35716 w 83381"/>
                  <a:gd name="connsiteY46" fmla="*/ 28512 h 70543"/>
                  <a:gd name="connsiteX47" fmla="*/ 35716 w 83381"/>
                  <a:gd name="connsiteY47" fmla="*/ 30051 h 70543"/>
                  <a:gd name="connsiteX48" fmla="*/ 37176 w 83381"/>
                  <a:gd name="connsiteY48" fmla="*/ 30051 h 70543"/>
                  <a:gd name="connsiteX49" fmla="*/ 46139 w 83381"/>
                  <a:gd name="connsiteY49" fmla="*/ 30051 h 70543"/>
                  <a:gd name="connsiteX50" fmla="*/ 47599 w 83381"/>
                  <a:gd name="connsiteY50" fmla="*/ 30051 h 70543"/>
                  <a:gd name="connsiteX51" fmla="*/ 47599 w 83381"/>
                  <a:gd name="connsiteY51" fmla="*/ 28512 h 70543"/>
                  <a:gd name="connsiteX52" fmla="*/ 47599 w 83381"/>
                  <a:gd name="connsiteY52" fmla="*/ 21016 h 70543"/>
                  <a:gd name="connsiteX53" fmla="*/ 47599 w 83381"/>
                  <a:gd name="connsiteY53" fmla="*/ 19543 h 70543"/>
                  <a:gd name="connsiteX54" fmla="*/ 46139 w 83381"/>
                  <a:gd name="connsiteY54" fmla="*/ 19543 h 70543"/>
                  <a:gd name="connsiteX55" fmla="*/ 46139 w 83381"/>
                  <a:gd name="connsiteY55" fmla="*/ 19543 h 70543"/>
                  <a:gd name="connsiteX56" fmla="*/ 8896 w 83381"/>
                  <a:gd name="connsiteY56" fmla="*/ 48055 h 70543"/>
                  <a:gd name="connsiteX57" fmla="*/ 7369 w 83381"/>
                  <a:gd name="connsiteY57" fmla="*/ 60035 h 70543"/>
                  <a:gd name="connsiteX58" fmla="*/ 75880 w 83381"/>
                  <a:gd name="connsiteY58" fmla="*/ 60035 h 70543"/>
                  <a:gd name="connsiteX59" fmla="*/ 72892 w 83381"/>
                  <a:gd name="connsiteY59" fmla="*/ 48055 h 70543"/>
                  <a:gd name="connsiteX60" fmla="*/ 8896 w 83381"/>
                  <a:gd name="connsiteY60" fmla="*/ 48055 h 70543"/>
                  <a:gd name="connsiteX61" fmla="*/ 8896 w 83381"/>
                  <a:gd name="connsiteY61" fmla="*/ 48055 h 70543"/>
                  <a:gd name="connsiteX62" fmla="*/ 8896 w 83381"/>
                  <a:gd name="connsiteY62" fmla="*/ 48055 h 70543"/>
                  <a:gd name="connsiteX63" fmla="*/ 34189 w 83381"/>
                  <a:gd name="connsiteY63" fmla="*/ 61575 h 70543"/>
                  <a:gd name="connsiteX64" fmla="*/ 32662 w 83381"/>
                  <a:gd name="connsiteY64" fmla="*/ 67598 h 70543"/>
                  <a:gd name="connsiteX65" fmla="*/ 50520 w 83381"/>
                  <a:gd name="connsiteY65" fmla="*/ 67598 h 70543"/>
                  <a:gd name="connsiteX66" fmla="*/ 47533 w 83381"/>
                  <a:gd name="connsiteY66" fmla="*/ 61575 h 70543"/>
                  <a:gd name="connsiteX67" fmla="*/ 34123 w 83381"/>
                  <a:gd name="connsiteY67" fmla="*/ 61575 h 70543"/>
                  <a:gd name="connsiteX68" fmla="*/ 34123 w 83381"/>
                  <a:gd name="connsiteY68" fmla="*/ 61575 h 70543"/>
                  <a:gd name="connsiteX69" fmla="*/ 71432 w 83381"/>
                  <a:gd name="connsiteY69" fmla="*/ 37547 h 70543"/>
                  <a:gd name="connsiteX70" fmla="*/ 11883 w 83381"/>
                  <a:gd name="connsiteY70" fmla="*/ 37547 h 70543"/>
                  <a:gd name="connsiteX71" fmla="*/ 11883 w 83381"/>
                  <a:gd name="connsiteY71" fmla="*/ 33063 h 70543"/>
                  <a:gd name="connsiteX72" fmla="*/ 11883 w 83381"/>
                  <a:gd name="connsiteY72" fmla="*/ 6024 h 70543"/>
                  <a:gd name="connsiteX73" fmla="*/ 71432 w 83381"/>
                  <a:gd name="connsiteY73" fmla="*/ 6024 h 70543"/>
                  <a:gd name="connsiteX74" fmla="*/ 71432 w 83381"/>
                  <a:gd name="connsiteY74" fmla="*/ 33063 h 70543"/>
                  <a:gd name="connsiteX75" fmla="*/ 71432 w 83381"/>
                  <a:gd name="connsiteY75" fmla="*/ 37547 h 70543"/>
                  <a:gd name="connsiteX76" fmla="*/ 71432 w 83381"/>
                  <a:gd name="connsiteY76" fmla="*/ 37547 h 70543"/>
                  <a:gd name="connsiteX77" fmla="*/ 71432 w 83381"/>
                  <a:gd name="connsiteY77" fmla="*/ 37547 h 70543"/>
                  <a:gd name="connsiteX78" fmla="*/ 4448 w 83381"/>
                  <a:gd name="connsiteY78" fmla="*/ 31524 h 70543"/>
                  <a:gd name="connsiteX79" fmla="*/ 4448 w 83381"/>
                  <a:gd name="connsiteY79" fmla="*/ 42031 h 70543"/>
                  <a:gd name="connsiteX80" fmla="*/ 77407 w 83381"/>
                  <a:gd name="connsiteY80" fmla="*/ 42031 h 70543"/>
                  <a:gd name="connsiteX81" fmla="*/ 77407 w 83381"/>
                  <a:gd name="connsiteY81" fmla="*/ 0 h 70543"/>
                  <a:gd name="connsiteX82" fmla="*/ 4448 w 83381"/>
                  <a:gd name="connsiteY82" fmla="*/ 0 h 70543"/>
                  <a:gd name="connsiteX83" fmla="*/ 4448 w 83381"/>
                  <a:gd name="connsiteY83" fmla="*/ 31524 h 70543"/>
                  <a:gd name="connsiteX84" fmla="*/ 4448 w 83381"/>
                  <a:gd name="connsiteY84" fmla="*/ 31524 h 70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83381" h="70543">
                    <a:moveTo>
                      <a:pt x="43151" y="19476"/>
                    </a:moveTo>
                    <a:lnTo>
                      <a:pt x="38703" y="19476"/>
                    </a:lnTo>
                    <a:lnTo>
                      <a:pt x="38703" y="16465"/>
                    </a:lnTo>
                    <a:lnTo>
                      <a:pt x="40230" y="14992"/>
                    </a:lnTo>
                    <a:lnTo>
                      <a:pt x="40230" y="14992"/>
                    </a:lnTo>
                    <a:lnTo>
                      <a:pt x="43218" y="14992"/>
                    </a:lnTo>
                    <a:lnTo>
                      <a:pt x="43218" y="14992"/>
                    </a:lnTo>
                    <a:lnTo>
                      <a:pt x="43218" y="16465"/>
                    </a:lnTo>
                    <a:lnTo>
                      <a:pt x="43218" y="19476"/>
                    </a:lnTo>
                    <a:lnTo>
                      <a:pt x="43218" y="19476"/>
                    </a:lnTo>
                    <a:lnTo>
                      <a:pt x="43218" y="19476"/>
                    </a:lnTo>
                    <a:close/>
                    <a:moveTo>
                      <a:pt x="83381" y="70543"/>
                    </a:moveTo>
                    <a:lnTo>
                      <a:pt x="0" y="70543"/>
                    </a:lnTo>
                    <a:lnTo>
                      <a:pt x="4448" y="45043"/>
                    </a:lnTo>
                    <a:lnTo>
                      <a:pt x="77407" y="45043"/>
                    </a:lnTo>
                    <a:lnTo>
                      <a:pt x="83381" y="70543"/>
                    </a:lnTo>
                    <a:lnTo>
                      <a:pt x="83381" y="70543"/>
                    </a:lnTo>
                    <a:lnTo>
                      <a:pt x="83381" y="70543"/>
                    </a:lnTo>
                    <a:close/>
                    <a:moveTo>
                      <a:pt x="43151" y="27039"/>
                    </a:moveTo>
                    <a:lnTo>
                      <a:pt x="40164" y="27039"/>
                    </a:lnTo>
                    <a:lnTo>
                      <a:pt x="40164" y="25567"/>
                    </a:lnTo>
                    <a:lnTo>
                      <a:pt x="40164" y="24094"/>
                    </a:lnTo>
                    <a:lnTo>
                      <a:pt x="40164" y="24094"/>
                    </a:lnTo>
                    <a:lnTo>
                      <a:pt x="41624" y="22555"/>
                    </a:lnTo>
                    <a:lnTo>
                      <a:pt x="41624" y="24094"/>
                    </a:lnTo>
                    <a:lnTo>
                      <a:pt x="43085" y="24094"/>
                    </a:lnTo>
                    <a:lnTo>
                      <a:pt x="41624" y="25567"/>
                    </a:lnTo>
                    <a:lnTo>
                      <a:pt x="43085" y="27039"/>
                    </a:lnTo>
                    <a:lnTo>
                      <a:pt x="43085" y="27039"/>
                    </a:lnTo>
                    <a:lnTo>
                      <a:pt x="43085" y="27039"/>
                    </a:lnTo>
                    <a:close/>
                    <a:moveTo>
                      <a:pt x="46139" y="19543"/>
                    </a:moveTo>
                    <a:lnTo>
                      <a:pt x="46139" y="19543"/>
                    </a:lnTo>
                    <a:lnTo>
                      <a:pt x="46139" y="16531"/>
                    </a:lnTo>
                    <a:lnTo>
                      <a:pt x="46139" y="15059"/>
                    </a:lnTo>
                    <a:lnTo>
                      <a:pt x="44612" y="13587"/>
                    </a:lnTo>
                    <a:lnTo>
                      <a:pt x="44612" y="13587"/>
                    </a:lnTo>
                    <a:lnTo>
                      <a:pt x="43151" y="12114"/>
                    </a:lnTo>
                    <a:lnTo>
                      <a:pt x="40164" y="12114"/>
                    </a:lnTo>
                    <a:lnTo>
                      <a:pt x="38637" y="13587"/>
                    </a:lnTo>
                    <a:lnTo>
                      <a:pt x="38637" y="13587"/>
                    </a:lnTo>
                    <a:lnTo>
                      <a:pt x="37176" y="15059"/>
                    </a:lnTo>
                    <a:lnTo>
                      <a:pt x="37176" y="16531"/>
                    </a:lnTo>
                    <a:lnTo>
                      <a:pt x="37176" y="19543"/>
                    </a:lnTo>
                    <a:lnTo>
                      <a:pt x="37176" y="19543"/>
                    </a:lnTo>
                    <a:lnTo>
                      <a:pt x="35716" y="19543"/>
                    </a:lnTo>
                    <a:lnTo>
                      <a:pt x="35716" y="21016"/>
                    </a:lnTo>
                    <a:lnTo>
                      <a:pt x="35716" y="28512"/>
                    </a:lnTo>
                    <a:lnTo>
                      <a:pt x="35716" y="30051"/>
                    </a:lnTo>
                    <a:lnTo>
                      <a:pt x="37176" y="30051"/>
                    </a:lnTo>
                    <a:lnTo>
                      <a:pt x="46139" y="30051"/>
                    </a:lnTo>
                    <a:lnTo>
                      <a:pt x="47599" y="30051"/>
                    </a:lnTo>
                    <a:lnTo>
                      <a:pt x="47599" y="28512"/>
                    </a:lnTo>
                    <a:lnTo>
                      <a:pt x="47599" y="21016"/>
                    </a:lnTo>
                    <a:lnTo>
                      <a:pt x="47599" y="19543"/>
                    </a:lnTo>
                    <a:lnTo>
                      <a:pt x="46139" y="19543"/>
                    </a:lnTo>
                    <a:lnTo>
                      <a:pt x="46139" y="19543"/>
                    </a:lnTo>
                    <a:close/>
                    <a:moveTo>
                      <a:pt x="8896" y="48055"/>
                    </a:moveTo>
                    <a:lnTo>
                      <a:pt x="7369" y="60035"/>
                    </a:lnTo>
                    <a:lnTo>
                      <a:pt x="75880" y="60035"/>
                    </a:lnTo>
                    <a:lnTo>
                      <a:pt x="72892" y="48055"/>
                    </a:lnTo>
                    <a:lnTo>
                      <a:pt x="8896" y="48055"/>
                    </a:lnTo>
                    <a:lnTo>
                      <a:pt x="8896" y="48055"/>
                    </a:lnTo>
                    <a:lnTo>
                      <a:pt x="8896" y="48055"/>
                    </a:lnTo>
                    <a:close/>
                    <a:moveTo>
                      <a:pt x="34189" y="61575"/>
                    </a:moveTo>
                    <a:lnTo>
                      <a:pt x="32662" y="67598"/>
                    </a:lnTo>
                    <a:lnTo>
                      <a:pt x="50520" y="67598"/>
                    </a:lnTo>
                    <a:lnTo>
                      <a:pt x="47533" y="61575"/>
                    </a:lnTo>
                    <a:lnTo>
                      <a:pt x="34123" y="61575"/>
                    </a:lnTo>
                    <a:lnTo>
                      <a:pt x="34123" y="61575"/>
                    </a:lnTo>
                    <a:close/>
                    <a:moveTo>
                      <a:pt x="71432" y="37547"/>
                    </a:moveTo>
                    <a:lnTo>
                      <a:pt x="11883" y="37547"/>
                    </a:lnTo>
                    <a:lnTo>
                      <a:pt x="11883" y="33063"/>
                    </a:lnTo>
                    <a:lnTo>
                      <a:pt x="11883" y="6024"/>
                    </a:lnTo>
                    <a:lnTo>
                      <a:pt x="71432" y="6024"/>
                    </a:lnTo>
                    <a:lnTo>
                      <a:pt x="71432" y="33063"/>
                    </a:lnTo>
                    <a:lnTo>
                      <a:pt x="71432" y="37547"/>
                    </a:lnTo>
                    <a:lnTo>
                      <a:pt x="71432" y="37547"/>
                    </a:lnTo>
                    <a:lnTo>
                      <a:pt x="71432" y="37547"/>
                    </a:lnTo>
                    <a:close/>
                    <a:moveTo>
                      <a:pt x="4448" y="31524"/>
                    </a:moveTo>
                    <a:lnTo>
                      <a:pt x="4448" y="42031"/>
                    </a:lnTo>
                    <a:lnTo>
                      <a:pt x="77407" y="42031"/>
                    </a:lnTo>
                    <a:lnTo>
                      <a:pt x="77407" y="0"/>
                    </a:lnTo>
                    <a:lnTo>
                      <a:pt x="4448" y="0"/>
                    </a:lnTo>
                    <a:lnTo>
                      <a:pt x="4448" y="31524"/>
                    </a:lnTo>
                    <a:lnTo>
                      <a:pt x="4448" y="31524"/>
                    </a:lnTo>
                    <a:close/>
                  </a:path>
                </a:pathLst>
              </a:custGeom>
              <a:solidFill>
                <a:srgbClr val="F6641B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67" name="任意多边形: 形状 3866">
                <a:extLst>
                  <a:ext uri="{FF2B5EF4-FFF2-40B4-BE49-F238E27FC236}">
                    <a16:creationId xmlns:a16="http://schemas.microsoft.com/office/drawing/2014/main" id="{41563964-E44B-A94F-DD2B-E8374DB78BCD}"/>
                  </a:ext>
                </a:extLst>
              </p:cNvPr>
              <p:cNvSpPr/>
              <p:nvPr/>
            </p:nvSpPr>
            <p:spPr>
              <a:xfrm>
                <a:off x="1237706" y="5457123"/>
                <a:ext cx="65324" cy="32393"/>
              </a:xfrm>
              <a:custGeom>
                <a:avLst/>
                <a:gdLst>
                  <a:gd name="connsiteX0" fmla="*/ 0 w 65324"/>
                  <a:gd name="connsiteY0" fmla="*/ 0 h 32393"/>
                  <a:gd name="connsiteX1" fmla="*/ 65324 w 65324"/>
                  <a:gd name="connsiteY1" fmla="*/ 0 h 32393"/>
                  <a:gd name="connsiteX2" fmla="*/ 65324 w 65324"/>
                  <a:gd name="connsiteY2" fmla="*/ 32394 h 32393"/>
                  <a:gd name="connsiteX3" fmla="*/ 0 w 65324"/>
                  <a:gd name="connsiteY3" fmla="*/ 32394 h 32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324" h="32393">
                    <a:moveTo>
                      <a:pt x="0" y="0"/>
                    </a:moveTo>
                    <a:lnTo>
                      <a:pt x="65324" y="0"/>
                    </a:lnTo>
                    <a:lnTo>
                      <a:pt x="65324" y="32394"/>
                    </a:lnTo>
                    <a:lnTo>
                      <a:pt x="0" y="32394"/>
                    </a:lnTo>
                    <a:close/>
                  </a:path>
                </a:pathLst>
              </a:custGeom>
              <a:solidFill>
                <a:srgbClr val="2A3E80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3868" name="组合 3867">
                <a:extLst>
                  <a:ext uri="{FF2B5EF4-FFF2-40B4-BE49-F238E27FC236}">
                    <a16:creationId xmlns:a16="http://schemas.microsoft.com/office/drawing/2014/main" id="{538A9A70-2AB8-1DD2-FFC1-E6CC7A642BE2}"/>
                  </a:ext>
                </a:extLst>
              </p:cNvPr>
              <p:cNvGrpSpPr/>
              <p:nvPr/>
            </p:nvGrpSpPr>
            <p:grpSpPr>
              <a:xfrm>
                <a:off x="1580592" y="5458270"/>
                <a:ext cx="211234" cy="314825"/>
                <a:chOff x="2374168" y="5081167"/>
                <a:chExt cx="145452" cy="216783"/>
              </a:xfrm>
            </p:grpSpPr>
            <p:sp>
              <p:nvSpPr>
                <p:cNvPr id="3869" name="任意多边形: 形状 3868">
                  <a:extLst>
                    <a:ext uri="{FF2B5EF4-FFF2-40B4-BE49-F238E27FC236}">
                      <a16:creationId xmlns:a16="http://schemas.microsoft.com/office/drawing/2014/main" id="{696CFEF8-02A3-3A80-3222-01D92AB1486D}"/>
                    </a:ext>
                  </a:extLst>
                </p:cNvPr>
                <p:cNvSpPr/>
                <p:nvPr/>
              </p:nvSpPr>
              <p:spPr>
                <a:xfrm>
                  <a:off x="2374168" y="5081167"/>
                  <a:ext cx="63930" cy="216716"/>
                </a:xfrm>
                <a:custGeom>
                  <a:avLst/>
                  <a:gdLst>
                    <a:gd name="connsiteX0" fmla="*/ 0 w 63930"/>
                    <a:gd name="connsiteY0" fmla="*/ 5555 h 216716"/>
                    <a:gd name="connsiteX1" fmla="*/ 1195 w 63930"/>
                    <a:gd name="connsiteY1" fmla="*/ 200051 h 216716"/>
                    <a:gd name="connsiteX2" fmla="*/ 63930 w 63930"/>
                    <a:gd name="connsiteY2" fmla="*/ 216716 h 216716"/>
                    <a:gd name="connsiteX3" fmla="*/ 63930 w 63930"/>
                    <a:gd name="connsiteY3" fmla="*/ 0 h 216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930" h="216716">
                      <a:moveTo>
                        <a:pt x="0" y="5555"/>
                      </a:moveTo>
                      <a:lnTo>
                        <a:pt x="1195" y="200051"/>
                      </a:lnTo>
                      <a:lnTo>
                        <a:pt x="63930" y="216716"/>
                      </a:lnTo>
                      <a:lnTo>
                        <a:pt x="63930" y="0"/>
                      </a:lnTo>
                      <a:close/>
                    </a:path>
                  </a:pathLst>
                </a:custGeom>
                <a:solidFill>
                  <a:srgbClr val="2B354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70" name="任意多边形: 形状 3869">
                  <a:extLst>
                    <a:ext uri="{FF2B5EF4-FFF2-40B4-BE49-F238E27FC236}">
                      <a16:creationId xmlns:a16="http://schemas.microsoft.com/office/drawing/2014/main" id="{D7724223-D7C0-8224-97AD-1BABB1D00CC9}"/>
                    </a:ext>
                  </a:extLst>
                </p:cNvPr>
                <p:cNvSpPr/>
                <p:nvPr/>
              </p:nvSpPr>
              <p:spPr>
                <a:xfrm>
                  <a:off x="2438098" y="5081167"/>
                  <a:ext cx="81522" cy="216783"/>
                </a:xfrm>
                <a:custGeom>
                  <a:avLst/>
                  <a:gdLst>
                    <a:gd name="connsiteX0" fmla="*/ 66 w 81522"/>
                    <a:gd name="connsiteY0" fmla="*/ 0 h 216783"/>
                    <a:gd name="connsiteX1" fmla="*/ 81523 w 81522"/>
                    <a:gd name="connsiteY1" fmla="*/ 13453 h 216783"/>
                    <a:gd name="connsiteX2" fmla="*/ 81523 w 81522"/>
                    <a:gd name="connsiteY2" fmla="*/ 164712 h 216783"/>
                    <a:gd name="connsiteX3" fmla="*/ 0 w 81522"/>
                    <a:gd name="connsiteY3" fmla="*/ 216783 h 216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522" h="216783">
                      <a:moveTo>
                        <a:pt x="66" y="0"/>
                      </a:moveTo>
                      <a:lnTo>
                        <a:pt x="81523" y="13453"/>
                      </a:lnTo>
                      <a:lnTo>
                        <a:pt x="81523" y="164712"/>
                      </a:lnTo>
                      <a:lnTo>
                        <a:pt x="0" y="216783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71" name="任意多边形: 形状 3870">
                  <a:extLst>
                    <a:ext uri="{FF2B5EF4-FFF2-40B4-BE49-F238E27FC236}">
                      <a16:creationId xmlns:a16="http://schemas.microsoft.com/office/drawing/2014/main" id="{341F2C11-009C-74A9-5B3A-FA9EB51DD332}"/>
                    </a:ext>
                  </a:extLst>
                </p:cNvPr>
                <p:cNvSpPr/>
                <p:nvPr/>
              </p:nvSpPr>
              <p:spPr>
                <a:xfrm>
                  <a:off x="2380475" y="5089132"/>
                  <a:ext cx="51383" cy="195968"/>
                </a:xfrm>
                <a:custGeom>
                  <a:avLst/>
                  <a:gdLst>
                    <a:gd name="connsiteX0" fmla="*/ 0 w 51383"/>
                    <a:gd name="connsiteY0" fmla="*/ 5154 h 195968"/>
                    <a:gd name="connsiteX1" fmla="*/ 929 w 51383"/>
                    <a:gd name="connsiteY1" fmla="*/ 184122 h 195968"/>
                    <a:gd name="connsiteX2" fmla="*/ 51383 w 51383"/>
                    <a:gd name="connsiteY2" fmla="*/ 195968 h 195968"/>
                    <a:gd name="connsiteX3" fmla="*/ 51383 w 51383"/>
                    <a:gd name="connsiteY3" fmla="*/ 0 h 195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383" h="195968">
                      <a:moveTo>
                        <a:pt x="0" y="5154"/>
                      </a:moveTo>
                      <a:lnTo>
                        <a:pt x="929" y="184122"/>
                      </a:lnTo>
                      <a:lnTo>
                        <a:pt x="51383" y="195968"/>
                      </a:lnTo>
                      <a:lnTo>
                        <a:pt x="51383" y="0"/>
                      </a:lnTo>
                      <a:close/>
                    </a:path>
                  </a:pathLst>
                </a:custGeom>
                <a:solidFill>
                  <a:srgbClr val="F6641B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72" name="任意多边形: 形状 3871">
                  <a:extLst>
                    <a:ext uri="{FF2B5EF4-FFF2-40B4-BE49-F238E27FC236}">
                      <a16:creationId xmlns:a16="http://schemas.microsoft.com/office/drawing/2014/main" id="{1600163F-CB53-2266-8B08-1205BD180FBB}"/>
                    </a:ext>
                  </a:extLst>
                </p:cNvPr>
                <p:cNvSpPr/>
                <p:nvPr/>
              </p:nvSpPr>
              <p:spPr>
                <a:xfrm rot="5118392">
                  <a:off x="2415031" y="5184979"/>
                  <a:ext cx="13084" cy="13191"/>
                </a:xfrm>
                <a:custGeom>
                  <a:avLst/>
                  <a:gdLst>
                    <a:gd name="connsiteX0" fmla="*/ 13147 w 13084"/>
                    <a:gd name="connsiteY0" fmla="*/ 6630 h 13191"/>
                    <a:gd name="connsiteX1" fmla="*/ 6604 w 13084"/>
                    <a:gd name="connsiteY1" fmla="*/ 13226 h 13191"/>
                    <a:gd name="connsiteX2" fmla="*/ 62 w 13084"/>
                    <a:gd name="connsiteY2" fmla="*/ 6630 h 13191"/>
                    <a:gd name="connsiteX3" fmla="*/ 6604 w 13084"/>
                    <a:gd name="connsiteY3" fmla="*/ 34 h 13191"/>
                    <a:gd name="connsiteX4" fmla="*/ 13147 w 13084"/>
                    <a:gd name="connsiteY4" fmla="*/ 6630 h 13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84" h="13191">
                      <a:moveTo>
                        <a:pt x="13147" y="6630"/>
                      </a:moveTo>
                      <a:cubicBezTo>
                        <a:pt x="13147" y="10272"/>
                        <a:pt x="10218" y="13226"/>
                        <a:pt x="6604" y="13226"/>
                      </a:cubicBezTo>
                      <a:cubicBezTo>
                        <a:pt x="2991" y="13226"/>
                        <a:pt x="62" y="10272"/>
                        <a:pt x="62" y="6630"/>
                      </a:cubicBezTo>
                      <a:cubicBezTo>
                        <a:pt x="62" y="2987"/>
                        <a:pt x="2991" y="34"/>
                        <a:pt x="6604" y="34"/>
                      </a:cubicBezTo>
                      <a:cubicBezTo>
                        <a:pt x="10218" y="34"/>
                        <a:pt x="13147" y="2987"/>
                        <a:pt x="13147" y="6630"/>
                      </a:cubicBezTo>
                      <a:close/>
                    </a:path>
                  </a:pathLst>
                </a:custGeom>
                <a:solidFill>
                  <a:srgbClr val="DCDDDD"/>
                </a:solidFill>
                <a:ln w="223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73" name="任意多边形: 形状 3872">
                  <a:extLst>
                    <a:ext uri="{FF2B5EF4-FFF2-40B4-BE49-F238E27FC236}">
                      <a16:creationId xmlns:a16="http://schemas.microsoft.com/office/drawing/2014/main" id="{F0A25E71-C744-F392-9510-F2FBBD506B6D}"/>
                    </a:ext>
                  </a:extLst>
                </p:cNvPr>
                <p:cNvSpPr/>
                <p:nvPr/>
              </p:nvSpPr>
              <p:spPr>
                <a:xfrm>
                  <a:off x="2418647" y="5200836"/>
                  <a:ext cx="5841" cy="5889"/>
                </a:xfrm>
                <a:custGeom>
                  <a:avLst/>
                  <a:gdLst>
                    <a:gd name="connsiteX0" fmla="*/ 5842 w 5841"/>
                    <a:gd name="connsiteY0" fmla="*/ 2945 h 5889"/>
                    <a:gd name="connsiteX1" fmla="*/ 2921 w 5841"/>
                    <a:gd name="connsiteY1" fmla="*/ 5890 h 5889"/>
                    <a:gd name="connsiteX2" fmla="*/ 0 w 5841"/>
                    <a:gd name="connsiteY2" fmla="*/ 2945 h 5889"/>
                    <a:gd name="connsiteX3" fmla="*/ 2921 w 5841"/>
                    <a:gd name="connsiteY3" fmla="*/ 0 h 5889"/>
                    <a:gd name="connsiteX4" fmla="*/ 5842 w 5841"/>
                    <a:gd name="connsiteY4" fmla="*/ 2945 h 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41" h="5889">
                      <a:moveTo>
                        <a:pt x="5842" y="2945"/>
                      </a:moveTo>
                      <a:cubicBezTo>
                        <a:pt x="5842" y="4571"/>
                        <a:pt x="4534" y="5890"/>
                        <a:pt x="2921" y="5890"/>
                      </a:cubicBezTo>
                      <a:cubicBezTo>
                        <a:pt x="1308" y="5890"/>
                        <a:pt x="0" y="4571"/>
                        <a:pt x="0" y="2945"/>
                      </a:cubicBezTo>
                      <a:cubicBezTo>
                        <a:pt x="0" y="1318"/>
                        <a:pt x="1308" y="0"/>
                        <a:pt x="2921" y="0"/>
                      </a:cubicBezTo>
                      <a:cubicBezTo>
                        <a:pt x="4534" y="0"/>
                        <a:pt x="5842" y="1318"/>
                        <a:pt x="5842" y="2945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74" name="任意多边形: 形状 3873">
                  <a:extLst>
                    <a:ext uri="{FF2B5EF4-FFF2-40B4-BE49-F238E27FC236}">
                      <a16:creationId xmlns:a16="http://schemas.microsoft.com/office/drawing/2014/main" id="{D7C4924C-1528-0373-B30D-5D00D4F1A1AE}"/>
                    </a:ext>
                  </a:extLst>
                </p:cNvPr>
                <p:cNvSpPr/>
                <p:nvPr/>
              </p:nvSpPr>
              <p:spPr>
                <a:xfrm>
                  <a:off x="2418647" y="5210072"/>
                  <a:ext cx="5841" cy="5889"/>
                </a:xfrm>
                <a:custGeom>
                  <a:avLst/>
                  <a:gdLst>
                    <a:gd name="connsiteX0" fmla="*/ 5842 w 5841"/>
                    <a:gd name="connsiteY0" fmla="*/ 2945 h 5889"/>
                    <a:gd name="connsiteX1" fmla="*/ 2921 w 5841"/>
                    <a:gd name="connsiteY1" fmla="*/ 5890 h 5889"/>
                    <a:gd name="connsiteX2" fmla="*/ 0 w 5841"/>
                    <a:gd name="connsiteY2" fmla="*/ 2945 h 5889"/>
                    <a:gd name="connsiteX3" fmla="*/ 2921 w 5841"/>
                    <a:gd name="connsiteY3" fmla="*/ 0 h 5889"/>
                    <a:gd name="connsiteX4" fmla="*/ 5842 w 5841"/>
                    <a:gd name="connsiteY4" fmla="*/ 2945 h 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41" h="5889">
                      <a:moveTo>
                        <a:pt x="5842" y="2945"/>
                      </a:moveTo>
                      <a:cubicBezTo>
                        <a:pt x="5842" y="4571"/>
                        <a:pt x="4534" y="5890"/>
                        <a:pt x="2921" y="5890"/>
                      </a:cubicBezTo>
                      <a:cubicBezTo>
                        <a:pt x="1308" y="5890"/>
                        <a:pt x="0" y="4571"/>
                        <a:pt x="0" y="2945"/>
                      </a:cubicBezTo>
                      <a:cubicBezTo>
                        <a:pt x="0" y="1318"/>
                        <a:pt x="1308" y="0"/>
                        <a:pt x="2921" y="0"/>
                      </a:cubicBezTo>
                      <a:cubicBezTo>
                        <a:pt x="4534" y="0"/>
                        <a:pt x="5842" y="1318"/>
                        <a:pt x="5842" y="2945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75" name="任意多边形: 形状 3874">
                  <a:extLst>
                    <a:ext uri="{FF2B5EF4-FFF2-40B4-BE49-F238E27FC236}">
                      <a16:creationId xmlns:a16="http://schemas.microsoft.com/office/drawing/2014/main" id="{1BE61862-0CBA-2F3F-5089-D9B546C331D4}"/>
                    </a:ext>
                  </a:extLst>
                </p:cNvPr>
                <p:cNvSpPr/>
                <p:nvPr/>
              </p:nvSpPr>
              <p:spPr>
                <a:xfrm>
                  <a:off x="2421037" y="5188387"/>
                  <a:ext cx="1062" cy="3881"/>
                </a:xfrm>
                <a:custGeom>
                  <a:avLst/>
                  <a:gdLst>
                    <a:gd name="connsiteX0" fmla="*/ 531 w 1062"/>
                    <a:gd name="connsiteY0" fmla="*/ 3882 h 3881"/>
                    <a:gd name="connsiteX1" fmla="*/ 0 w 1062"/>
                    <a:gd name="connsiteY1" fmla="*/ 3346 h 3881"/>
                    <a:gd name="connsiteX2" fmla="*/ 0 w 1062"/>
                    <a:gd name="connsiteY2" fmla="*/ 535 h 3881"/>
                    <a:gd name="connsiteX3" fmla="*/ 531 w 1062"/>
                    <a:gd name="connsiteY3" fmla="*/ 0 h 3881"/>
                    <a:gd name="connsiteX4" fmla="*/ 1062 w 1062"/>
                    <a:gd name="connsiteY4" fmla="*/ 535 h 3881"/>
                    <a:gd name="connsiteX5" fmla="*/ 1062 w 1062"/>
                    <a:gd name="connsiteY5" fmla="*/ 3346 h 3881"/>
                    <a:gd name="connsiteX6" fmla="*/ 531 w 1062"/>
                    <a:gd name="connsiteY6" fmla="*/ 3882 h 3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62" h="3881">
                      <a:moveTo>
                        <a:pt x="531" y="3882"/>
                      </a:moveTo>
                      <a:cubicBezTo>
                        <a:pt x="266" y="3882"/>
                        <a:pt x="0" y="3681"/>
                        <a:pt x="0" y="3346"/>
                      </a:cubicBezTo>
                      <a:lnTo>
                        <a:pt x="0" y="535"/>
                      </a:lnTo>
                      <a:cubicBezTo>
                        <a:pt x="0" y="268"/>
                        <a:pt x="199" y="0"/>
                        <a:pt x="531" y="0"/>
                      </a:cubicBezTo>
                      <a:cubicBezTo>
                        <a:pt x="797" y="0"/>
                        <a:pt x="1062" y="201"/>
                        <a:pt x="1062" y="535"/>
                      </a:cubicBezTo>
                      <a:lnTo>
                        <a:pt x="1062" y="3346"/>
                      </a:lnTo>
                      <a:cubicBezTo>
                        <a:pt x="1062" y="3614"/>
                        <a:pt x="863" y="3882"/>
                        <a:pt x="531" y="3882"/>
                      </a:cubicBezTo>
                      <a:close/>
                    </a:path>
                  </a:pathLst>
                </a:custGeom>
                <a:solidFill>
                  <a:srgbClr val="2A3E7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76" name="任意多边形: 形状 3875">
                  <a:extLst>
                    <a:ext uri="{FF2B5EF4-FFF2-40B4-BE49-F238E27FC236}">
                      <a16:creationId xmlns:a16="http://schemas.microsoft.com/office/drawing/2014/main" id="{3593318D-9B14-F4AF-2BE9-45702920FF4D}"/>
                    </a:ext>
                  </a:extLst>
                </p:cNvPr>
                <p:cNvSpPr/>
                <p:nvPr/>
              </p:nvSpPr>
              <p:spPr>
                <a:xfrm>
                  <a:off x="2418514" y="5189136"/>
                  <a:ext cx="6107" cy="5609"/>
                </a:xfrm>
                <a:custGeom>
                  <a:avLst/>
                  <a:gdLst>
                    <a:gd name="connsiteX0" fmla="*/ 3054 w 6107"/>
                    <a:gd name="connsiteY0" fmla="*/ 5609 h 5609"/>
                    <a:gd name="connsiteX1" fmla="*/ 0 w 6107"/>
                    <a:gd name="connsiteY1" fmla="*/ 2531 h 5609"/>
                    <a:gd name="connsiteX2" fmla="*/ 1129 w 6107"/>
                    <a:gd name="connsiteY2" fmla="*/ 121 h 5609"/>
                    <a:gd name="connsiteX3" fmla="*/ 1859 w 6107"/>
                    <a:gd name="connsiteY3" fmla="*/ 188 h 5609"/>
                    <a:gd name="connsiteX4" fmla="*/ 1792 w 6107"/>
                    <a:gd name="connsiteY4" fmla="*/ 924 h 5609"/>
                    <a:gd name="connsiteX5" fmla="*/ 1062 w 6107"/>
                    <a:gd name="connsiteY5" fmla="*/ 2464 h 5609"/>
                    <a:gd name="connsiteX6" fmla="*/ 3054 w 6107"/>
                    <a:gd name="connsiteY6" fmla="*/ 4472 h 5609"/>
                    <a:gd name="connsiteX7" fmla="*/ 5045 w 6107"/>
                    <a:gd name="connsiteY7" fmla="*/ 2464 h 5609"/>
                    <a:gd name="connsiteX8" fmla="*/ 4315 w 6107"/>
                    <a:gd name="connsiteY8" fmla="*/ 924 h 5609"/>
                    <a:gd name="connsiteX9" fmla="*/ 4249 w 6107"/>
                    <a:gd name="connsiteY9" fmla="*/ 188 h 5609"/>
                    <a:gd name="connsiteX10" fmla="*/ 4979 w 6107"/>
                    <a:gd name="connsiteY10" fmla="*/ 121 h 5609"/>
                    <a:gd name="connsiteX11" fmla="*/ 6108 w 6107"/>
                    <a:gd name="connsiteY11" fmla="*/ 2531 h 5609"/>
                    <a:gd name="connsiteX12" fmla="*/ 3054 w 6107"/>
                    <a:gd name="connsiteY12" fmla="*/ 5609 h 5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07" h="5609">
                      <a:moveTo>
                        <a:pt x="3054" y="5609"/>
                      </a:moveTo>
                      <a:cubicBezTo>
                        <a:pt x="1394" y="5609"/>
                        <a:pt x="0" y="4204"/>
                        <a:pt x="0" y="2531"/>
                      </a:cubicBezTo>
                      <a:cubicBezTo>
                        <a:pt x="0" y="1594"/>
                        <a:pt x="398" y="724"/>
                        <a:pt x="1129" y="121"/>
                      </a:cubicBezTo>
                      <a:cubicBezTo>
                        <a:pt x="1328" y="-80"/>
                        <a:pt x="1660" y="-13"/>
                        <a:pt x="1859" y="188"/>
                      </a:cubicBezTo>
                      <a:cubicBezTo>
                        <a:pt x="2058" y="389"/>
                        <a:pt x="1992" y="724"/>
                        <a:pt x="1792" y="924"/>
                      </a:cubicBezTo>
                      <a:cubicBezTo>
                        <a:pt x="1328" y="1326"/>
                        <a:pt x="1062" y="1861"/>
                        <a:pt x="1062" y="2464"/>
                      </a:cubicBezTo>
                      <a:cubicBezTo>
                        <a:pt x="1062" y="3602"/>
                        <a:pt x="1925" y="4472"/>
                        <a:pt x="3054" y="4472"/>
                      </a:cubicBezTo>
                      <a:cubicBezTo>
                        <a:pt x="4182" y="4472"/>
                        <a:pt x="5045" y="3602"/>
                        <a:pt x="5045" y="2464"/>
                      </a:cubicBezTo>
                      <a:cubicBezTo>
                        <a:pt x="5045" y="1861"/>
                        <a:pt x="4780" y="1259"/>
                        <a:pt x="4315" y="924"/>
                      </a:cubicBezTo>
                      <a:cubicBezTo>
                        <a:pt x="4116" y="724"/>
                        <a:pt x="4050" y="389"/>
                        <a:pt x="4249" y="188"/>
                      </a:cubicBezTo>
                      <a:cubicBezTo>
                        <a:pt x="4448" y="-13"/>
                        <a:pt x="4780" y="-80"/>
                        <a:pt x="4979" y="121"/>
                      </a:cubicBezTo>
                      <a:cubicBezTo>
                        <a:pt x="5709" y="724"/>
                        <a:pt x="6108" y="1594"/>
                        <a:pt x="6108" y="2531"/>
                      </a:cubicBezTo>
                      <a:cubicBezTo>
                        <a:pt x="6108" y="4204"/>
                        <a:pt x="4713" y="5609"/>
                        <a:pt x="3054" y="5609"/>
                      </a:cubicBezTo>
                      <a:close/>
                    </a:path>
                  </a:pathLst>
                </a:custGeom>
                <a:solidFill>
                  <a:srgbClr val="2A3E7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77" name="任意多边形: 形状 3876">
                  <a:extLst>
                    <a:ext uri="{FF2B5EF4-FFF2-40B4-BE49-F238E27FC236}">
                      <a16:creationId xmlns:a16="http://schemas.microsoft.com/office/drawing/2014/main" id="{1FA8F173-D204-BE4E-D972-985F1DD6F0F3}"/>
                    </a:ext>
                  </a:extLst>
                </p:cNvPr>
                <p:cNvSpPr/>
                <p:nvPr/>
              </p:nvSpPr>
              <p:spPr>
                <a:xfrm>
                  <a:off x="2386781" y="5117777"/>
                  <a:ext cx="7036" cy="3881"/>
                </a:xfrm>
                <a:custGeom>
                  <a:avLst/>
                  <a:gdLst>
                    <a:gd name="connsiteX0" fmla="*/ 0 w 7036"/>
                    <a:gd name="connsiteY0" fmla="*/ 402 h 3881"/>
                    <a:gd name="connsiteX1" fmla="*/ 7037 w 7036"/>
                    <a:gd name="connsiteY1" fmla="*/ 0 h 3881"/>
                    <a:gd name="connsiteX2" fmla="*/ 7037 w 7036"/>
                    <a:gd name="connsiteY2" fmla="*/ 3480 h 3881"/>
                    <a:gd name="connsiteX3" fmla="*/ 0 w 7036"/>
                    <a:gd name="connsiteY3" fmla="*/ 3882 h 3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36" h="3881">
                      <a:moveTo>
                        <a:pt x="0" y="402"/>
                      </a:moveTo>
                      <a:lnTo>
                        <a:pt x="7037" y="0"/>
                      </a:lnTo>
                      <a:lnTo>
                        <a:pt x="7037" y="3480"/>
                      </a:lnTo>
                      <a:lnTo>
                        <a:pt x="0" y="3882"/>
                      </a:lnTo>
                      <a:close/>
                    </a:path>
                  </a:pathLst>
                </a:custGeom>
                <a:solidFill>
                  <a:srgbClr val="FEFEF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78" name="任意多边形: 形状 3877">
                  <a:extLst>
                    <a:ext uri="{FF2B5EF4-FFF2-40B4-BE49-F238E27FC236}">
                      <a16:creationId xmlns:a16="http://schemas.microsoft.com/office/drawing/2014/main" id="{EE51AF99-D561-8D3F-D2C0-3EA6263AF8C9}"/>
                    </a:ext>
                  </a:extLst>
                </p:cNvPr>
                <p:cNvSpPr/>
                <p:nvPr/>
              </p:nvSpPr>
              <p:spPr>
                <a:xfrm>
                  <a:off x="2387445" y="5118580"/>
                  <a:ext cx="5642" cy="2275"/>
                </a:xfrm>
                <a:custGeom>
                  <a:avLst/>
                  <a:gdLst>
                    <a:gd name="connsiteX0" fmla="*/ 0 w 5642"/>
                    <a:gd name="connsiteY0" fmla="*/ 268 h 2275"/>
                    <a:gd name="connsiteX1" fmla="*/ 5643 w 5642"/>
                    <a:gd name="connsiteY1" fmla="*/ 0 h 2275"/>
                    <a:gd name="connsiteX2" fmla="*/ 5643 w 5642"/>
                    <a:gd name="connsiteY2" fmla="*/ 2008 h 2275"/>
                    <a:gd name="connsiteX3" fmla="*/ 0 w 5642"/>
                    <a:gd name="connsiteY3" fmla="*/ 2276 h 2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42" h="2275">
                      <a:moveTo>
                        <a:pt x="0" y="268"/>
                      </a:moveTo>
                      <a:lnTo>
                        <a:pt x="5643" y="0"/>
                      </a:lnTo>
                      <a:lnTo>
                        <a:pt x="5643" y="2008"/>
                      </a:lnTo>
                      <a:lnTo>
                        <a:pt x="0" y="2276"/>
                      </a:lnTo>
                      <a:close/>
                    </a:path>
                  </a:pathLst>
                </a:custGeom>
                <a:solidFill>
                  <a:srgbClr val="D8D7D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79" name="任意多边形: 形状 3878">
                  <a:extLst>
                    <a:ext uri="{FF2B5EF4-FFF2-40B4-BE49-F238E27FC236}">
                      <a16:creationId xmlns:a16="http://schemas.microsoft.com/office/drawing/2014/main" id="{1D497379-6679-5B40-00C1-1EF18DD8B9AD}"/>
                    </a:ext>
                  </a:extLst>
                </p:cNvPr>
                <p:cNvSpPr/>
                <p:nvPr/>
              </p:nvSpPr>
              <p:spPr>
                <a:xfrm>
                  <a:off x="2388109" y="5118580"/>
                  <a:ext cx="4978" cy="1606"/>
                </a:xfrm>
                <a:custGeom>
                  <a:avLst/>
                  <a:gdLst>
                    <a:gd name="connsiteX0" fmla="*/ 0 w 4978"/>
                    <a:gd name="connsiteY0" fmla="*/ 268 h 1606"/>
                    <a:gd name="connsiteX1" fmla="*/ 4979 w 4978"/>
                    <a:gd name="connsiteY1" fmla="*/ 0 h 1606"/>
                    <a:gd name="connsiteX2" fmla="*/ 4979 w 4978"/>
                    <a:gd name="connsiteY2" fmla="*/ 1339 h 1606"/>
                    <a:gd name="connsiteX3" fmla="*/ 0 w 4978"/>
                    <a:gd name="connsiteY3" fmla="*/ 1606 h 1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78" h="1606">
                      <a:moveTo>
                        <a:pt x="0" y="268"/>
                      </a:moveTo>
                      <a:lnTo>
                        <a:pt x="4979" y="0"/>
                      </a:lnTo>
                      <a:lnTo>
                        <a:pt x="4979" y="1339"/>
                      </a:lnTo>
                      <a:lnTo>
                        <a:pt x="0" y="1606"/>
                      </a:lnTo>
                      <a:close/>
                    </a:path>
                  </a:pathLst>
                </a:custGeom>
                <a:solidFill>
                  <a:srgbClr val="8B8B8C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80" name="任意多边形: 形状 3879">
                  <a:extLst>
                    <a:ext uri="{FF2B5EF4-FFF2-40B4-BE49-F238E27FC236}">
                      <a16:creationId xmlns:a16="http://schemas.microsoft.com/office/drawing/2014/main" id="{20FFF5E0-F0F2-28F4-5836-B66905E56B1E}"/>
                    </a:ext>
                  </a:extLst>
                </p:cNvPr>
                <p:cNvSpPr/>
                <p:nvPr/>
              </p:nvSpPr>
              <p:spPr>
                <a:xfrm>
                  <a:off x="2394681" y="5117376"/>
                  <a:ext cx="7036" cy="3814"/>
                </a:xfrm>
                <a:custGeom>
                  <a:avLst/>
                  <a:gdLst>
                    <a:gd name="connsiteX0" fmla="*/ 0 w 7036"/>
                    <a:gd name="connsiteY0" fmla="*/ 402 h 3814"/>
                    <a:gd name="connsiteX1" fmla="*/ 7037 w 7036"/>
                    <a:gd name="connsiteY1" fmla="*/ 0 h 3814"/>
                    <a:gd name="connsiteX2" fmla="*/ 7037 w 7036"/>
                    <a:gd name="connsiteY2" fmla="*/ 3480 h 3814"/>
                    <a:gd name="connsiteX3" fmla="*/ 0 w 7036"/>
                    <a:gd name="connsiteY3" fmla="*/ 3815 h 3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36" h="3814">
                      <a:moveTo>
                        <a:pt x="0" y="402"/>
                      </a:moveTo>
                      <a:lnTo>
                        <a:pt x="7037" y="0"/>
                      </a:lnTo>
                      <a:lnTo>
                        <a:pt x="7037" y="3480"/>
                      </a:lnTo>
                      <a:lnTo>
                        <a:pt x="0" y="3815"/>
                      </a:lnTo>
                      <a:close/>
                    </a:path>
                  </a:pathLst>
                </a:custGeom>
                <a:solidFill>
                  <a:srgbClr val="FEFEF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81" name="任意多边形: 形状 3880">
                  <a:extLst>
                    <a:ext uri="{FF2B5EF4-FFF2-40B4-BE49-F238E27FC236}">
                      <a16:creationId xmlns:a16="http://schemas.microsoft.com/office/drawing/2014/main" id="{89843DD5-FD59-8446-5F08-32DD8BF2DD63}"/>
                    </a:ext>
                  </a:extLst>
                </p:cNvPr>
                <p:cNvSpPr/>
                <p:nvPr/>
              </p:nvSpPr>
              <p:spPr>
                <a:xfrm>
                  <a:off x="2395345" y="5118179"/>
                  <a:ext cx="5642" cy="2275"/>
                </a:xfrm>
                <a:custGeom>
                  <a:avLst/>
                  <a:gdLst>
                    <a:gd name="connsiteX0" fmla="*/ 0 w 5642"/>
                    <a:gd name="connsiteY0" fmla="*/ 268 h 2275"/>
                    <a:gd name="connsiteX1" fmla="*/ 5643 w 5642"/>
                    <a:gd name="connsiteY1" fmla="*/ 0 h 2275"/>
                    <a:gd name="connsiteX2" fmla="*/ 5643 w 5642"/>
                    <a:gd name="connsiteY2" fmla="*/ 2008 h 2275"/>
                    <a:gd name="connsiteX3" fmla="*/ 0 w 5642"/>
                    <a:gd name="connsiteY3" fmla="*/ 2276 h 2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42" h="2275">
                      <a:moveTo>
                        <a:pt x="0" y="268"/>
                      </a:moveTo>
                      <a:lnTo>
                        <a:pt x="5643" y="0"/>
                      </a:lnTo>
                      <a:lnTo>
                        <a:pt x="5643" y="2008"/>
                      </a:lnTo>
                      <a:lnTo>
                        <a:pt x="0" y="2276"/>
                      </a:lnTo>
                      <a:close/>
                    </a:path>
                  </a:pathLst>
                </a:custGeom>
                <a:solidFill>
                  <a:srgbClr val="D8D7D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82" name="任意多边形: 形状 3881">
                  <a:extLst>
                    <a:ext uri="{FF2B5EF4-FFF2-40B4-BE49-F238E27FC236}">
                      <a16:creationId xmlns:a16="http://schemas.microsoft.com/office/drawing/2014/main" id="{C6EBBDD3-AEB1-8E9A-602C-D6A7072AB85B}"/>
                    </a:ext>
                  </a:extLst>
                </p:cNvPr>
                <p:cNvSpPr/>
                <p:nvPr/>
              </p:nvSpPr>
              <p:spPr>
                <a:xfrm>
                  <a:off x="2396075" y="5118179"/>
                  <a:ext cx="4912" cy="1539"/>
                </a:xfrm>
                <a:custGeom>
                  <a:avLst/>
                  <a:gdLst>
                    <a:gd name="connsiteX0" fmla="*/ 0 w 4912"/>
                    <a:gd name="connsiteY0" fmla="*/ 201 h 1539"/>
                    <a:gd name="connsiteX1" fmla="*/ 4913 w 4912"/>
                    <a:gd name="connsiteY1" fmla="*/ 0 h 1539"/>
                    <a:gd name="connsiteX2" fmla="*/ 4913 w 4912"/>
                    <a:gd name="connsiteY2" fmla="*/ 1339 h 1539"/>
                    <a:gd name="connsiteX3" fmla="*/ 0 w 4912"/>
                    <a:gd name="connsiteY3" fmla="*/ 1539 h 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12" h="1539">
                      <a:moveTo>
                        <a:pt x="0" y="201"/>
                      </a:moveTo>
                      <a:lnTo>
                        <a:pt x="4913" y="0"/>
                      </a:lnTo>
                      <a:lnTo>
                        <a:pt x="4913" y="1339"/>
                      </a:lnTo>
                      <a:lnTo>
                        <a:pt x="0" y="1539"/>
                      </a:lnTo>
                      <a:close/>
                    </a:path>
                  </a:pathLst>
                </a:custGeom>
                <a:solidFill>
                  <a:srgbClr val="8B8B8C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83" name="任意多边形: 形状 3882">
                  <a:extLst>
                    <a:ext uri="{FF2B5EF4-FFF2-40B4-BE49-F238E27FC236}">
                      <a16:creationId xmlns:a16="http://schemas.microsoft.com/office/drawing/2014/main" id="{283516A9-7FD4-B865-C27A-B3E52C258519}"/>
                    </a:ext>
                  </a:extLst>
                </p:cNvPr>
                <p:cNvSpPr/>
                <p:nvPr/>
              </p:nvSpPr>
              <p:spPr>
                <a:xfrm rot="21140287">
                  <a:off x="2404777" y="5118188"/>
                  <a:ext cx="1847" cy="1845"/>
                </a:xfrm>
                <a:custGeom>
                  <a:avLst/>
                  <a:gdLst>
                    <a:gd name="connsiteX0" fmla="*/ 1907 w 1847"/>
                    <a:gd name="connsiteY0" fmla="*/ 946 h 1845"/>
                    <a:gd name="connsiteX1" fmla="*/ 983 w 1847"/>
                    <a:gd name="connsiteY1" fmla="*/ 1868 h 1845"/>
                    <a:gd name="connsiteX2" fmla="*/ 59 w 1847"/>
                    <a:gd name="connsiteY2" fmla="*/ 946 h 1845"/>
                    <a:gd name="connsiteX3" fmla="*/ 983 w 1847"/>
                    <a:gd name="connsiteY3" fmla="*/ 23 h 1845"/>
                    <a:gd name="connsiteX4" fmla="*/ 1907 w 1847"/>
                    <a:gd name="connsiteY4" fmla="*/ 946 h 1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47" h="1845">
                      <a:moveTo>
                        <a:pt x="1907" y="946"/>
                      </a:moveTo>
                      <a:cubicBezTo>
                        <a:pt x="1907" y="1455"/>
                        <a:pt x="1493" y="1868"/>
                        <a:pt x="983" y="1868"/>
                      </a:cubicBezTo>
                      <a:cubicBezTo>
                        <a:pt x="473" y="1868"/>
                        <a:pt x="59" y="1455"/>
                        <a:pt x="59" y="946"/>
                      </a:cubicBezTo>
                      <a:cubicBezTo>
                        <a:pt x="59" y="436"/>
                        <a:pt x="473" y="23"/>
                        <a:pt x="983" y="23"/>
                      </a:cubicBezTo>
                      <a:cubicBezTo>
                        <a:pt x="1493" y="23"/>
                        <a:pt x="1907" y="436"/>
                        <a:pt x="1907" y="946"/>
                      </a:cubicBezTo>
                      <a:close/>
                    </a:path>
                  </a:pathLst>
                </a:custGeom>
                <a:solidFill>
                  <a:srgbClr val="A1A1A1"/>
                </a:solidFill>
                <a:ln w="2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84" name="任意多边形: 形状 3883">
                  <a:extLst>
                    <a:ext uri="{FF2B5EF4-FFF2-40B4-BE49-F238E27FC236}">
                      <a16:creationId xmlns:a16="http://schemas.microsoft.com/office/drawing/2014/main" id="{5B33680D-47A9-0A1A-37D5-CF6F3EC1854B}"/>
                    </a:ext>
                  </a:extLst>
                </p:cNvPr>
                <p:cNvSpPr/>
                <p:nvPr/>
              </p:nvSpPr>
              <p:spPr>
                <a:xfrm rot="21140287">
                  <a:off x="2409511" y="5118080"/>
                  <a:ext cx="1847" cy="1845"/>
                </a:xfrm>
                <a:custGeom>
                  <a:avLst/>
                  <a:gdLst>
                    <a:gd name="connsiteX0" fmla="*/ 1907 w 1847"/>
                    <a:gd name="connsiteY0" fmla="*/ 946 h 1845"/>
                    <a:gd name="connsiteX1" fmla="*/ 984 w 1847"/>
                    <a:gd name="connsiteY1" fmla="*/ 1868 h 1845"/>
                    <a:gd name="connsiteX2" fmla="*/ 60 w 1847"/>
                    <a:gd name="connsiteY2" fmla="*/ 946 h 1845"/>
                    <a:gd name="connsiteX3" fmla="*/ 984 w 1847"/>
                    <a:gd name="connsiteY3" fmla="*/ 23 h 1845"/>
                    <a:gd name="connsiteX4" fmla="*/ 1907 w 1847"/>
                    <a:gd name="connsiteY4" fmla="*/ 946 h 1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47" h="1845">
                      <a:moveTo>
                        <a:pt x="1907" y="946"/>
                      </a:moveTo>
                      <a:cubicBezTo>
                        <a:pt x="1907" y="1455"/>
                        <a:pt x="1494" y="1868"/>
                        <a:pt x="984" y="1868"/>
                      </a:cubicBezTo>
                      <a:cubicBezTo>
                        <a:pt x="474" y="1868"/>
                        <a:pt x="60" y="1455"/>
                        <a:pt x="60" y="946"/>
                      </a:cubicBezTo>
                      <a:cubicBezTo>
                        <a:pt x="60" y="436"/>
                        <a:pt x="474" y="23"/>
                        <a:pt x="984" y="23"/>
                      </a:cubicBezTo>
                      <a:cubicBezTo>
                        <a:pt x="1494" y="23"/>
                        <a:pt x="1907" y="436"/>
                        <a:pt x="1907" y="946"/>
                      </a:cubicBezTo>
                      <a:close/>
                    </a:path>
                  </a:pathLst>
                </a:custGeom>
                <a:solidFill>
                  <a:srgbClr val="A1A1A1"/>
                </a:solidFill>
                <a:ln w="2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85" name="任意多边形: 形状 3884">
                  <a:extLst>
                    <a:ext uri="{FF2B5EF4-FFF2-40B4-BE49-F238E27FC236}">
                      <a16:creationId xmlns:a16="http://schemas.microsoft.com/office/drawing/2014/main" id="{4E1417DF-4F4E-D1CC-4A05-DC5C3AF39CE5}"/>
                    </a:ext>
                  </a:extLst>
                </p:cNvPr>
                <p:cNvSpPr/>
                <p:nvPr/>
              </p:nvSpPr>
              <p:spPr>
                <a:xfrm>
                  <a:off x="2418248" y="5113761"/>
                  <a:ext cx="7568" cy="7629"/>
                </a:xfrm>
                <a:custGeom>
                  <a:avLst/>
                  <a:gdLst>
                    <a:gd name="connsiteX0" fmla="*/ 7568 w 7568"/>
                    <a:gd name="connsiteY0" fmla="*/ 3815 h 7629"/>
                    <a:gd name="connsiteX1" fmla="*/ 3784 w 7568"/>
                    <a:gd name="connsiteY1" fmla="*/ 7630 h 7629"/>
                    <a:gd name="connsiteX2" fmla="*/ 0 w 7568"/>
                    <a:gd name="connsiteY2" fmla="*/ 3815 h 7629"/>
                    <a:gd name="connsiteX3" fmla="*/ 3784 w 7568"/>
                    <a:gd name="connsiteY3" fmla="*/ 0 h 7629"/>
                    <a:gd name="connsiteX4" fmla="*/ 7568 w 7568"/>
                    <a:gd name="connsiteY4" fmla="*/ 3815 h 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68" h="7629">
                      <a:moveTo>
                        <a:pt x="7568" y="3815"/>
                      </a:moveTo>
                      <a:cubicBezTo>
                        <a:pt x="7568" y="5922"/>
                        <a:pt x="5874" y="7630"/>
                        <a:pt x="3784" y="7630"/>
                      </a:cubicBezTo>
                      <a:cubicBezTo>
                        <a:pt x="1694" y="7630"/>
                        <a:pt x="0" y="5922"/>
                        <a:pt x="0" y="3815"/>
                      </a:cubicBezTo>
                      <a:cubicBezTo>
                        <a:pt x="0" y="1708"/>
                        <a:pt x="1694" y="0"/>
                        <a:pt x="3784" y="0"/>
                      </a:cubicBezTo>
                      <a:cubicBezTo>
                        <a:pt x="5874" y="0"/>
                        <a:pt x="7568" y="1708"/>
                        <a:pt x="7568" y="3815"/>
                      </a:cubicBezTo>
                      <a:close/>
                    </a:path>
                  </a:pathLst>
                </a:custGeom>
                <a:noFill/>
                <a:ln w="1246" cap="flat">
                  <a:solidFill>
                    <a:srgbClr val="332C2B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86" name="任意多边形: 形状 3885">
                  <a:extLst>
                    <a:ext uri="{FF2B5EF4-FFF2-40B4-BE49-F238E27FC236}">
                      <a16:creationId xmlns:a16="http://schemas.microsoft.com/office/drawing/2014/main" id="{B3BEE386-D753-9C26-0E84-7312A918FE96}"/>
                    </a:ext>
                  </a:extLst>
                </p:cNvPr>
                <p:cNvSpPr/>
                <p:nvPr/>
              </p:nvSpPr>
              <p:spPr>
                <a:xfrm>
                  <a:off x="2418448" y="5114029"/>
                  <a:ext cx="7169" cy="7094"/>
                </a:xfrm>
                <a:custGeom>
                  <a:avLst/>
                  <a:gdLst>
                    <a:gd name="connsiteX0" fmla="*/ 7170 w 7169"/>
                    <a:gd name="connsiteY0" fmla="*/ 3547 h 7094"/>
                    <a:gd name="connsiteX1" fmla="*/ 3585 w 7169"/>
                    <a:gd name="connsiteY1" fmla="*/ 7094 h 7094"/>
                    <a:gd name="connsiteX2" fmla="*/ 0 w 7169"/>
                    <a:gd name="connsiteY2" fmla="*/ 3547 h 7094"/>
                    <a:gd name="connsiteX3" fmla="*/ 3585 w 7169"/>
                    <a:gd name="connsiteY3" fmla="*/ 0 h 7094"/>
                    <a:gd name="connsiteX4" fmla="*/ 7170 w 7169"/>
                    <a:gd name="connsiteY4" fmla="*/ 3547 h 7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69" h="7094">
                      <a:moveTo>
                        <a:pt x="7170" y="3547"/>
                      </a:moveTo>
                      <a:cubicBezTo>
                        <a:pt x="7170" y="5506"/>
                        <a:pt x="5565" y="7094"/>
                        <a:pt x="3585" y="7094"/>
                      </a:cubicBezTo>
                      <a:cubicBezTo>
                        <a:pt x="1605" y="7094"/>
                        <a:pt x="0" y="5506"/>
                        <a:pt x="0" y="3547"/>
                      </a:cubicBezTo>
                      <a:cubicBezTo>
                        <a:pt x="0" y="1588"/>
                        <a:pt x="1605" y="0"/>
                        <a:pt x="3585" y="0"/>
                      </a:cubicBezTo>
                      <a:cubicBezTo>
                        <a:pt x="5565" y="0"/>
                        <a:pt x="7170" y="1588"/>
                        <a:pt x="7170" y="3547"/>
                      </a:cubicBezTo>
                      <a:close/>
                    </a:path>
                  </a:pathLst>
                </a:custGeom>
                <a:solidFill>
                  <a:srgbClr val="111D38"/>
                </a:solidFill>
                <a:ln w="1246" cap="flat">
                  <a:solidFill>
                    <a:srgbClr val="B6B6B7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87" name="任意多边形: 形状 3886">
                  <a:extLst>
                    <a:ext uri="{FF2B5EF4-FFF2-40B4-BE49-F238E27FC236}">
                      <a16:creationId xmlns:a16="http://schemas.microsoft.com/office/drawing/2014/main" id="{B9502F90-9E13-D39D-685B-9DB1732C2176}"/>
                    </a:ext>
                  </a:extLst>
                </p:cNvPr>
                <p:cNvSpPr/>
                <p:nvPr/>
              </p:nvSpPr>
              <p:spPr>
                <a:xfrm>
                  <a:off x="2414199" y="5117643"/>
                  <a:ext cx="1858" cy="1874"/>
                </a:xfrm>
                <a:custGeom>
                  <a:avLst/>
                  <a:gdLst>
                    <a:gd name="connsiteX0" fmla="*/ 1859 w 1858"/>
                    <a:gd name="connsiteY0" fmla="*/ 937 h 1874"/>
                    <a:gd name="connsiteX1" fmla="*/ 929 w 1858"/>
                    <a:gd name="connsiteY1" fmla="*/ 1874 h 1874"/>
                    <a:gd name="connsiteX2" fmla="*/ 0 w 1858"/>
                    <a:gd name="connsiteY2" fmla="*/ 937 h 1874"/>
                    <a:gd name="connsiteX3" fmla="*/ 929 w 1858"/>
                    <a:gd name="connsiteY3" fmla="*/ 0 h 1874"/>
                    <a:gd name="connsiteX4" fmla="*/ 1859 w 1858"/>
                    <a:gd name="connsiteY4" fmla="*/ 937 h 1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58" h="1874">
                      <a:moveTo>
                        <a:pt x="1859" y="937"/>
                      </a:moveTo>
                      <a:cubicBezTo>
                        <a:pt x="1859" y="1455"/>
                        <a:pt x="1443" y="1874"/>
                        <a:pt x="929" y="1874"/>
                      </a:cubicBezTo>
                      <a:cubicBezTo>
                        <a:pt x="416" y="1874"/>
                        <a:pt x="0" y="1455"/>
                        <a:pt x="0" y="937"/>
                      </a:cubicBezTo>
                      <a:cubicBezTo>
                        <a:pt x="0" y="420"/>
                        <a:pt x="416" y="0"/>
                        <a:pt x="929" y="0"/>
                      </a:cubicBezTo>
                      <a:cubicBezTo>
                        <a:pt x="1443" y="0"/>
                        <a:pt x="1859" y="420"/>
                        <a:pt x="1859" y="937"/>
                      </a:cubicBezTo>
                      <a:close/>
                    </a:path>
                  </a:pathLst>
                </a:custGeom>
                <a:solidFill>
                  <a:srgbClr val="757475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88" name="任意多边形: 形状 3887">
                  <a:extLst>
                    <a:ext uri="{FF2B5EF4-FFF2-40B4-BE49-F238E27FC236}">
                      <a16:creationId xmlns:a16="http://schemas.microsoft.com/office/drawing/2014/main" id="{AA75013C-F528-12C8-C857-3D7F3FAD28C2}"/>
                    </a:ext>
                  </a:extLst>
                </p:cNvPr>
                <p:cNvSpPr/>
                <p:nvPr/>
              </p:nvSpPr>
              <p:spPr>
                <a:xfrm>
                  <a:off x="2414332" y="5117777"/>
                  <a:ext cx="1593" cy="1606"/>
                </a:xfrm>
                <a:custGeom>
                  <a:avLst/>
                  <a:gdLst>
                    <a:gd name="connsiteX0" fmla="*/ 1593 w 1593"/>
                    <a:gd name="connsiteY0" fmla="*/ 803 h 1606"/>
                    <a:gd name="connsiteX1" fmla="*/ 797 w 1593"/>
                    <a:gd name="connsiteY1" fmla="*/ 1606 h 1606"/>
                    <a:gd name="connsiteX2" fmla="*/ 0 w 1593"/>
                    <a:gd name="connsiteY2" fmla="*/ 803 h 1606"/>
                    <a:gd name="connsiteX3" fmla="*/ 797 w 1593"/>
                    <a:gd name="connsiteY3" fmla="*/ 0 h 1606"/>
                    <a:gd name="connsiteX4" fmla="*/ 1593 w 1593"/>
                    <a:gd name="connsiteY4" fmla="*/ 803 h 1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93" h="1606">
                      <a:moveTo>
                        <a:pt x="1593" y="803"/>
                      </a:moveTo>
                      <a:cubicBezTo>
                        <a:pt x="1593" y="1247"/>
                        <a:pt x="1237" y="1606"/>
                        <a:pt x="797" y="1606"/>
                      </a:cubicBezTo>
                      <a:cubicBezTo>
                        <a:pt x="357" y="1606"/>
                        <a:pt x="0" y="1247"/>
                        <a:pt x="0" y="803"/>
                      </a:cubicBezTo>
                      <a:cubicBezTo>
                        <a:pt x="0" y="360"/>
                        <a:pt x="357" y="0"/>
                        <a:pt x="797" y="0"/>
                      </a:cubicBezTo>
                      <a:cubicBezTo>
                        <a:pt x="1237" y="0"/>
                        <a:pt x="1593" y="360"/>
                        <a:pt x="1593" y="803"/>
                      </a:cubicBezTo>
                      <a:close/>
                    </a:path>
                  </a:pathLst>
                </a:custGeom>
                <a:solidFill>
                  <a:srgbClr val="474443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89" name="任意多边形: 形状 3888">
                  <a:extLst>
                    <a:ext uri="{FF2B5EF4-FFF2-40B4-BE49-F238E27FC236}">
                      <a16:creationId xmlns:a16="http://schemas.microsoft.com/office/drawing/2014/main" id="{2BCA4FAF-D1A7-F8FB-C892-8C40790DDC06}"/>
                    </a:ext>
                  </a:extLst>
                </p:cNvPr>
                <p:cNvSpPr/>
                <p:nvPr/>
              </p:nvSpPr>
              <p:spPr>
                <a:xfrm>
                  <a:off x="2383064" y="5100571"/>
                  <a:ext cx="46868" cy="8978"/>
                </a:xfrm>
                <a:custGeom>
                  <a:avLst/>
                  <a:gdLst>
                    <a:gd name="connsiteX0" fmla="*/ 1461 w 46868"/>
                    <a:gd name="connsiteY0" fmla="*/ 4021 h 8978"/>
                    <a:gd name="connsiteX1" fmla="*/ 45408 w 46868"/>
                    <a:gd name="connsiteY1" fmla="*/ 5 h 8978"/>
                    <a:gd name="connsiteX2" fmla="*/ 46869 w 46868"/>
                    <a:gd name="connsiteY2" fmla="*/ 1344 h 8978"/>
                    <a:gd name="connsiteX3" fmla="*/ 46869 w 46868"/>
                    <a:gd name="connsiteY3" fmla="*/ 3352 h 8978"/>
                    <a:gd name="connsiteX4" fmla="*/ 45408 w 46868"/>
                    <a:gd name="connsiteY4" fmla="*/ 4958 h 8978"/>
                    <a:gd name="connsiteX5" fmla="*/ 1461 w 46868"/>
                    <a:gd name="connsiteY5" fmla="*/ 8974 h 8978"/>
                    <a:gd name="connsiteX6" fmla="*/ 0 w 46868"/>
                    <a:gd name="connsiteY6" fmla="*/ 7635 h 8978"/>
                    <a:gd name="connsiteX7" fmla="*/ 0 w 46868"/>
                    <a:gd name="connsiteY7" fmla="*/ 5627 h 8978"/>
                    <a:gd name="connsiteX8" fmla="*/ 1461 w 46868"/>
                    <a:gd name="connsiteY8" fmla="*/ 4021 h 8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868" h="8978">
                      <a:moveTo>
                        <a:pt x="1461" y="4021"/>
                      </a:moveTo>
                      <a:lnTo>
                        <a:pt x="45408" y="5"/>
                      </a:lnTo>
                      <a:cubicBezTo>
                        <a:pt x="46205" y="-62"/>
                        <a:pt x="46869" y="541"/>
                        <a:pt x="46869" y="1344"/>
                      </a:cubicBezTo>
                      <a:lnTo>
                        <a:pt x="46869" y="3352"/>
                      </a:lnTo>
                      <a:cubicBezTo>
                        <a:pt x="46869" y="4155"/>
                        <a:pt x="46205" y="4891"/>
                        <a:pt x="45408" y="4958"/>
                      </a:cubicBezTo>
                      <a:lnTo>
                        <a:pt x="1461" y="8974"/>
                      </a:lnTo>
                      <a:cubicBezTo>
                        <a:pt x="664" y="9040"/>
                        <a:pt x="0" y="8438"/>
                        <a:pt x="0" y="7635"/>
                      </a:cubicBezTo>
                      <a:lnTo>
                        <a:pt x="0" y="5627"/>
                      </a:lnTo>
                      <a:cubicBezTo>
                        <a:pt x="0" y="4824"/>
                        <a:pt x="664" y="4088"/>
                        <a:pt x="1461" y="40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0" name="任意多边形: 形状 3889">
                  <a:extLst>
                    <a:ext uri="{FF2B5EF4-FFF2-40B4-BE49-F238E27FC236}">
                      <a16:creationId xmlns:a16="http://schemas.microsoft.com/office/drawing/2014/main" id="{0E721958-39F6-A721-99EE-B39D5C446094}"/>
                    </a:ext>
                  </a:extLst>
                </p:cNvPr>
                <p:cNvSpPr/>
                <p:nvPr/>
              </p:nvSpPr>
              <p:spPr>
                <a:xfrm>
                  <a:off x="2383196" y="5226516"/>
                  <a:ext cx="46935" cy="13292"/>
                </a:xfrm>
                <a:custGeom>
                  <a:avLst/>
                  <a:gdLst>
                    <a:gd name="connsiteX0" fmla="*/ 1394 w 46935"/>
                    <a:gd name="connsiteY0" fmla="*/ 87 h 13292"/>
                    <a:gd name="connsiteX1" fmla="*/ 45541 w 46935"/>
                    <a:gd name="connsiteY1" fmla="*/ 8922 h 13292"/>
                    <a:gd name="connsiteX2" fmla="*/ 46935 w 46935"/>
                    <a:gd name="connsiteY2" fmla="*/ 10662 h 13292"/>
                    <a:gd name="connsiteX3" fmla="*/ 46935 w 46935"/>
                    <a:gd name="connsiteY3" fmla="*/ 12068 h 13292"/>
                    <a:gd name="connsiteX4" fmla="*/ 45541 w 46935"/>
                    <a:gd name="connsiteY4" fmla="*/ 13272 h 13292"/>
                    <a:gd name="connsiteX5" fmla="*/ 1394 w 46935"/>
                    <a:gd name="connsiteY5" fmla="*/ 4438 h 13292"/>
                    <a:gd name="connsiteX6" fmla="*/ 0 w 46935"/>
                    <a:gd name="connsiteY6" fmla="*/ 2631 h 13292"/>
                    <a:gd name="connsiteX7" fmla="*/ 0 w 46935"/>
                    <a:gd name="connsiteY7" fmla="*/ 1225 h 13292"/>
                    <a:gd name="connsiteX8" fmla="*/ 1394 w 46935"/>
                    <a:gd name="connsiteY8" fmla="*/ 21 h 13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292">
                      <a:moveTo>
                        <a:pt x="1394" y="87"/>
                      </a:moveTo>
                      <a:lnTo>
                        <a:pt x="45541" y="8922"/>
                      </a:lnTo>
                      <a:cubicBezTo>
                        <a:pt x="46338" y="9056"/>
                        <a:pt x="46935" y="9859"/>
                        <a:pt x="46935" y="10662"/>
                      </a:cubicBezTo>
                      <a:lnTo>
                        <a:pt x="46935" y="12068"/>
                      </a:lnTo>
                      <a:cubicBezTo>
                        <a:pt x="46935" y="12871"/>
                        <a:pt x="46271" y="13406"/>
                        <a:pt x="45541" y="13272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501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1" name="任意多边形: 形状 3890">
                  <a:extLst>
                    <a:ext uri="{FF2B5EF4-FFF2-40B4-BE49-F238E27FC236}">
                      <a16:creationId xmlns:a16="http://schemas.microsoft.com/office/drawing/2014/main" id="{A83B18A7-9900-E5ED-9BE5-412210399081}"/>
                    </a:ext>
                  </a:extLst>
                </p:cNvPr>
                <p:cNvSpPr/>
                <p:nvPr/>
              </p:nvSpPr>
              <p:spPr>
                <a:xfrm>
                  <a:off x="2383329" y="5227072"/>
                  <a:ext cx="47067" cy="11177"/>
                </a:xfrm>
                <a:custGeom>
                  <a:avLst/>
                  <a:gdLst>
                    <a:gd name="connsiteX0" fmla="*/ 4116 w 47067"/>
                    <a:gd name="connsiteY0" fmla="*/ 0 h 11177"/>
                    <a:gd name="connsiteX1" fmla="*/ 0 w 47067"/>
                    <a:gd name="connsiteY1" fmla="*/ 1406 h 11177"/>
                    <a:gd name="connsiteX2" fmla="*/ 46736 w 47067"/>
                    <a:gd name="connsiteY2" fmla="*/ 11177 h 11177"/>
                    <a:gd name="connsiteX3" fmla="*/ 47068 w 47067"/>
                    <a:gd name="connsiteY3" fmla="*/ 8165 h 11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177">
                      <a:moveTo>
                        <a:pt x="4116" y="0"/>
                      </a:moveTo>
                      <a:lnTo>
                        <a:pt x="0" y="1406"/>
                      </a:lnTo>
                      <a:lnTo>
                        <a:pt x="46736" y="11177"/>
                      </a:lnTo>
                      <a:lnTo>
                        <a:pt x="47068" y="816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2" name="任意多边形: 形状 3891">
                  <a:extLst>
                    <a:ext uri="{FF2B5EF4-FFF2-40B4-BE49-F238E27FC236}">
                      <a16:creationId xmlns:a16="http://schemas.microsoft.com/office/drawing/2014/main" id="{BAB9F8FD-32C8-0283-676D-B17618937F97}"/>
                    </a:ext>
                  </a:extLst>
                </p:cNvPr>
                <p:cNvSpPr/>
                <p:nvPr/>
              </p:nvSpPr>
              <p:spPr>
                <a:xfrm>
                  <a:off x="2383196" y="5226516"/>
                  <a:ext cx="46935" cy="13292"/>
                </a:xfrm>
                <a:custGeom>
                  <a:avLst/>
                  <a:gdLst>
                    <a:gd name="connsiteX0" fmla="*/ 1394 w 46935"/>
                    <a:gd name="connsiteY0" fmla="*/ 87 h 13292"/>
                    <a:gd name="connsiteX1" fmla="*/ 45541 w 46935"/>
                    <a:gd name="connsiteY1" fmla="*/ 8922 h 13292"/>
                    <a:gd name="connsiteX2" fmla="*/ 46935 w 46935"/>
                    <a:gd name="connsiteY2" fmla="*/ 10662 h 13292"/>
                    <a:gd name="connsiteX3" fmla="*/ 46935 w 46935"/>
                    <a:gd name="connsiteY3" fmla="*/ 12068 h 13292"/>
                    <a:gd name="connsiteX4" fmla="*/ 45541 w 46935"/>
                    <a:gd name="connsiteY4" fmla="*/ 13272 h 13292"/>
                    <a:gd name="connsiteX5" fmla="*/ 1394 w 46935"/>
                    <a:gd name="connsiteY5" fmla="*/ 4438 h 13292"/>
                    <a:gd name="connsiteX6" fmla="*/ 0 w 46935"/>
                    <a:gd name="connsiteY6" fmla="*/ 2631 h 13292"/>
                    <a:gd name="connsiteX7" fmla="*/ 0 w 46935"/>
                    <a:gd name="connsiteY7" fmla="*/ 1225 h 13292"/>
                    <a:gd name="connsiteX8" fmla="*/ 1394 w 46935"/>
                    <a:gd name="connsiteY8" fmla="*/ 21 h 13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292">
                      <a:moveTo>
                        <a:pt x="1394" y="87"/>
                      </a:moveTo>
                      <a:lnTo>
                        <a:pt x="45541" y="8922"/>
                      </a:lnTo>
                      <a:cubicBezTo>
                        <a:pt x="46338" y="9056"/>
                        <a:pt x="46935" y="9859"/>
                        <a:pt x="46935" y="10662"/>
                      </a:cubicBezTo>
                      <a:lnTo>
                        <a:pt x="46935" y="12068"/>
                      </a:lnTo>
                      <a:cubicBezTo>
                        <a:pt x="46935" y="12871"/>
                        <a:pt x="46271" y="13406"/>
                        <a:pt x="45541" y="13272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501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3" name="任意多边形: 形状 3892">
                  <a:extLst>
                    <a:ext uri="{FF2B5EF4-FFF2-40B4-BE49-F238E27FC236}">
                      <a16:creationId xmlns:a16="http://schemas.microsoft.com/office/drawing/2014/main" id="{7B384CDF-E474-83B6-3DF1-280226329711}"/>
                    </a:ext>
                  </a:extLst>
                </p:cNvPr>
                <p:cNvSpPr/>
                <p:nvPr/>
              </p:nvSpPr>
              <p:spPr>
                <a:xfrm>
                  <a:off x="2383130" y="5228586"/>
                  <a:ext cx="47001" cy="11362"/>
                </a:xfrm>
                <a:custGeom>
                  <a:avLst/>
                  <a:gdLst>
                    <a:gd name="connsiteX0" fmla="*/ 1129 w 47001"/>
                    <a:gd name="connsiteY0" fmla="*/ 26 h 11362"/>
                    <a:gd name="connsiteX1" fmla="*/ 45873 w 47001"/>
                    <a:gd name="connsiteY1" fmla="*/ 8994 h 11362"/>
                    <a:gd name="connsiteX2" fmla="*/ 47002 w 47001"/>
                    <a:gd name="connsiteY2" fmla="*/ 10400 h 11362"/>
                    <a:gd name="connsiteX3" fmla="*/ 47002 w 47001"/>
                    <a:gd name="connsiteY3" fmla="*/ 10400 h 11362"/>
                    <a:gd name="connsiteX4" fmla="*/ 45873 w 47001"/>
                    <a:gd name="connsiteY4" fmla="*/ 11337 h 11362"/>
                    <a:gd name="connsiteX5" fmla="*/ 1129 w 47001"/>
                    <a:gd name="connsiteY5" fmla="*/ 2368 h 11362"/>
                    <a:gd name="connsiteX6" fmla="*/ 0 w 47001"/>
                    <a:gd name="connsiteY6" fmla="*/ 963 h 11362"/>
                    <a:gd name="connsiteX7" fmla="*/ 0 w 47001"/>
                    <a:gd name="connsiteY7" fmla="*/ 963 h 11362"/>
                    <a:gd name="connsiteX8" fmla="*/ 1129 w 47001"/>
                    <a:gd name="connsiteY8" fmla="*/ 26 h 11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362">
                      <a:moveTo>
                        <a:pt x="1129" y="26"/>
                      </a:moveTo>
                      <a:lnTo>
                        <a:pt x="45873" y="8994"/>
                      </a:lnTo>
                      <a:cubicBezTo>
                        <a:pt x="46470" y="9128"/>
                        <a:pt x="47002" y="9730"/>
                        <a:pt x="47002" y="10400"/>
                      </a:cubicBezTo>
                      <a:lnTo>
                        <a:pt x="47002" y="10400"/>
                      </a:lnTo>
                      <a:cubicBezTo>
                        <a:pt x="47002" y="11069"/>
                        <a:pt x="46537" y="11471"/>
                        <a:pt x="45873" y="11337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4" name="任意多边形: 形状 3893">
                  <a:extLst>
                    <a:ext uri="{FF2B5EF4-FFF2-40B4-BE49-F238E27FC236}">
                      <a16:creationId xmlns:a16="http://schemas.microsoft.com/office/drawing/2014/main" id="{251B88A0-EAB9-0781-6D4A-107695DE9A98}"/>
                    </a:ext>
                  </a:extLst>
                </p:cNvPr>
                <p:cNvSpPr/>
                <p:nvPr/>
              </p:nvSpPr>
              <p:spPr>
                <a:xfrm>
                  <a:off x="2383196" y="5232339"/>
                  <a:ext cx="46935" cy="13694"/>
                </a:xfrm>
                <a:custGeom>
                  <a:avLst/>
                  <a:gdLst>
                    <a:gd name="connsiteX0" fmla="*/ 1394 w 46935"/>
                    <a:gd name="connsiteY0" fmla="*/ 21 h 13694"/>
                    <a:gd name="connsiteX1" fmla="*/ 45541 w 46935"/>
                    <a:gd name="connsiteY1" fmla="*/ 9257 h 13694"/>
                    <a:gd name="connsiteX2" fmla="*/ 46935 w 46935"/>
                    <a:gd name="connsiteY2" fmla="*/ 11064 h 13694"/>
                    <a:gd name="connsiteX3" fmla="*/ 46935 w 46935"/>
                    <a:gd name="connsiteY3" fmla="*/ 12469 h 13694"/>
                    <a:gd name="connsiteX4" fmla="*/ 45541 w 46935"/>
                    <a:gd name="connsiteY4" fmla="*/ 13674 h 13694"/>
                    <a:gd name="connsiteX5" fmla="*/ 1394 w 46935"/>
                    <a:gd name="connsiteY5" fmla="*/ 4438 h 13694"/>
                    <a:gd name="connsiteX6" fmla="*/ 0 w 46935"/>
                    <a:gd name="connsiteY6" fmla="*/ 2631 h 13694"/>
                    <a:gd name="connsiteX7" fmla="*/ 0 w 46935"/>
                    <a:gd name="connsiteY7" fmla="*/ 1225 h 13694"/>
                    <a:gd name="connsiteX8" fmla="*/ 1394 w 46935"/>
                    <a:gd name="connsiteY8" fmla="*/ 21 h 13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694">
                      <a:moveTo>
                        <a:pt x="1394" y="21"/>
                      </a:moveTo>
                      <a:lnTo>
                        <a:pt x="45541" y="9257"/>
                      </a:lnTo>
                      <a:cubicBezTo>
                        <a:pt x="46338" y="9457"/>
                        <a:pt x="46935" y="10261"/>
                        <a:pt x="46935" y="11064"/>
                      </a:cubicBezTo>
                      <a:lnTo>
                        <a:pt x="46935" y="12469"/>
                      </a:lnTo>
                      <a:cubicBezTo>
                        <a:pt x="46935" y="13272"/>
                        <a:pt x="46271" y="13808"/>
                        <a:pt x="45541" y="13674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5" name="任意多边形: 形状 3894">
                  <a:extLst>
                    <a:ext uri="{FF2B5EF4-FFF2-40B4-BE49-F238E27FC236}">
                      <a16:creationId xmlns:a16="http://schemas.microsoft.com/office/drawing/2014/main" id="{D6AF8C52-281C-F415-5D42-B180763178EA}"/>
                    </a:ext>
                  </a:extLst>
                </p:cNvPr>
                <p:cNvSpPr/>
                <p:nvPr/>
              </p:nvSpPr>
              <p:spPr>
                <a:xfrm>
                  <a:off x="2383329" y="5232895"/>
                  <a:ext cx="47067" cy="11578"/>
                </a:xfrm>
                <a:custGeom>
                  <a:avLst/>
                  <a:gdLst>
                    <a:gd name="connsiteX0" fmla="*/ 4116 w 47067"/>
                    <a:gd name="connsiteY0" fmla="*/ 0 h 11578"/>
                    <a:gd name="connsiteX1" fmla="*/ 0 w 47067"/>
                    <a:gd name="connsiteY1" fmla="*/ 1339 h 11578"/>
                    <a:gd name="connsiteX2" fmla="*/ 46736 w 47067"/>
                    <a:gd name="connsiteY2" fmla="*/ 11579 h 11578"/>
                    <a:gd name="connsiteX3" fmla="*/ 47068 w 47067"/>
                    <a:gd name="connsiteY3" fmla="*/ 8500 h 11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578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579"/>
                      </a:lnTo>
                      <a:lnTo>
                        <a:pt x="47068" y="8500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6" name="任意多边形: 形状 3895">
                  <a:extLst>
                    <a:ext uri="{FF2B5EF4-FFF2-40B4-BE49-F238E27FC236}">
                      <a16:creationId xmlns:a16="http://schemas.microsoft.com/office/drawing/2014/main" id="{66C6FFC1-A5B6-7EF1-4984-EE92FC6ECAA2}"/>
                    </a:ext>
                  </a:extLst>
                </p:cNvPr>
                <p:cNvSpPr/>
                <p:nvPr/>
              </p:nvSpPr>
              <p:spPr>
                <a:xfrm>
                  <a:off x="2383196" y="5232339"/>
                  <a:ext cx="46935" cy="13694"/>
                </a:xfrm>
                <a:custGeom>
                  <a:avLst/>
                  <a:gdLst>
                    <a:gd name="connsiteX0" fmla="*/ 1394 w 46935"/>
                    <a:gd name="connsiteY0" fmla="*/ 21 h 13694"/>
                    <a:gd name="connsiteX1" fmla="*/ 45541 w 46935"/>
                    <a:gd name="connsiteY1" fmla="*/ 9257 h 13694"/>
                    <a:gd name="connsiteX2" fmla="*/ 46935 w 46935"/>
                    <a:gd name="connsiteY2" fmla="*/ 11064 h 13694"/>
                    <a:gd name="connsiteX3" fmla="*/ 46935 w 46935"/>
                    <a:gd name="connsiteY3" fmla="*/ 12469 h 13694"/>
                    <a:gd name="connsiteX4" fmla="*/ 45541 w 46935"/>
                    <a:gd name="connsiteY4" fmla="*/ 13674 h 13694"/>
                    <a:gd name="connsiteX5" fmla="*/ 1394 w 46935"/>
                    <a:gd name="connsiteY5" fmla="*/ 4438 h 13694"/>
                    <a:gd name="connsiteX6" fmla="*/ 0 w 46935"/>
                    <a:gd name="connsiteY6" fmla="*/ 2631 h 13694"/>
                    <a:gd name="connsiteX7" fmla="*/ 0 w 46935"/>
                    <a:gd name="connsiteY7" fmla="*/ 1225 h 13694"/>
                    <a:gd name="connsiteX8" fmla="*/ 1394 w 46935"/>
                    <a:gd name="connsiteY8" fmla="*/ 21 h 13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694">
                      <a:moveTo>
                        <a:pt x="1394" y="21"/>
                      </a:moveTo>
                      <a:lnTo>
                        <a:pt x="45541" y="9257"/>
                      </a:lnTo>
                      <a:cubicBezTo>
                        <a:pt x="46338" y="9457"/>
                        <a:pt x="46935" y="10261"/>
                        <a:pt x="46935" y="11064"/>
                      </a:cubicBezTo>
                      <a:lnTo>
                        <a:pt x="46935" y="12469"/>
                      </a:lnTo>
                      <a:cubicBezTo>
                        <a:pt x="46935" y="13272"/>
                        <a:pt x="46271" y="13808"/>
                        <a:pt x="45541" y="13674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7" name="任意多边形: 形状 3896">
                  <a:extLst>
                    <a:ext uri="{FF2B5EF4-FFF2-40B4-BE49-F238E27FC236}">
                      <a16:creationId xmlns:a16="http://schemas.microsoft.com/office/drawing/2014/main" id="{51C081C8-B1E2-E301-A844-5FE0ABDD0CA1}"/>
                    </a:ext>
                  </a:extLst>
                </p:cNvPr>
                <p:cNvSpPr/>
                <p:nvPr/>
              </p:nvSpPr>
              <p:spPr>
                <a:xfrm>
                  <a:off x="2383064" y="5234342"/>
                  <a:ext cx="47001" cy="11763"/>
                </a:xfrm>
                <a:custGeom>
                  <a:avLst/>
                  <a:gdLst>
                    <a:gd name="connsiteX0" fmla="*/ 1129 w 47001"/>
                    <a:gd name="connsiteY0" fmla="*/ 26 h 11763"/>
                    <a:gd name="connsiteX1" fmla="*/ 45873 w 47001"/>
                    <a:gd name="connsiteY1" fmla="*/ 9396 h 11763"/>
                    <a:gd name="connsiteX2" fmla="*/ 47002 w 47001"/>
                    <a:gd name="connsiteY2" fmla="*/ 10801 h 11763"/>
                    <a:gd name="connsiteX3" fmla="*/ 47002 w 47001"/>
                    <a:gd name="connsiteY3" fmla="*/ 10801 h 11763"/>
                    <a:gd name="connsiteX4" fmla="*/ 45873 w 47001"/>
                    <a:gd name="connsiteY4" fmla="*/ 11738 h 11763"/>
                    <a:gd name="connsiteX5" fmla="*/ 1129 w 47001"/>
                    <a:gd name="connsiteY5" fmla="*/ 2368 h 11763"/>
                    <a:gd name="connsiteX6" fmla="*/ 0 w 47001"/>
                    <a:gd name="connsiteY6" fmla="*/ 963 h 11763"/>
                    <a:gd name="connsiteX7" fmla="*/ 0 w 47001"/>
                    <a:gd name="connsiteY7" fmla="*/ 963 h 11763"/>
                    <a:gd name="connsiteX8" fmla="*/ 1129 w 47001"/>
                    <a:gd name="connsiteY8" fmla="*/ 26 h 11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763">
                      <a:moveTo>
                        <a:pt x="1129" y="26"/>
                      </a:moveTo>
                      <a:lnTo>
                        <a:pt x="45873" y="9396"/>
                      </a:lnTo>
                      <a:cubicBezTo>
                        <a:pt x="46470" y="9530"/>
                        <a:pt x="47002" y="10132"/>
                        <a:pt x="47002" y="10801"/>
                      </a:cubicBezTo>
                      <a:lnTo>
                        <a:pt x="47002" y="10801"/>
                      </a:lnTo>
                      <a:cubicBezTo>
                        <a:pt x="47002" y="11471"/>
                        <a:pt x="46537" y="11872"/>
                        <a:pt x="45873" y="11738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8" name="任意多边形: 形状 3897">
                  <a:extLst>
                    <a:ext uri="{FF2B5EF4-FFF2-40B4-BE49-F238E27FC236}">
                      <a16:creationId xmlns:a16="http://schemas.microsoft.com/office/drawing/2014/main" id="{D233F9D1-825F-8098-058B-B18907B6D6E9}"/>
                    </a:ext>
                  </a:extLst>
                </p:cNvPr>
                <p:cNvSpPr/>
                <p:nvPr/>
              </p:nvSpPr>
              <p:spPr>
                <a:xfrm>
                  <a:off x="2383196" y="523809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99" name="任意多边形: 形状 3898">
                  <a:extLst>
                    <a:ext uri="{FF2B5EF4-FFF2-40B4-BE49-F238E27FC236}">
                      <a16:creationId xmlns:a16="http://schemas.microsoft.com/office/drawing/2014/main" id="{307C08A4-929F-ACED-50C1-AF792EEC4F19}"/>
                    </a:ext>
                  </a:extLst>
                </p:cNvPr>
                <p:cNvSpPr/>
                <p:nvPr/>
              </p:nvSpPr>
              <p:spPr>
                <a:xfrm>
                  <a:off x="2383329" y="5238651"/>
                  <a:ext cx="47067" cy="11712"/>
                </a:xfrm>
                <a:custGeom>
                  <a:avLst/>
                  <a:gdLst>
                    <a:gd name="connsiteX0" fmla="*/ 4116 w 47067"/>
                    <a:gd name="connsiteY0" fmla="*/ 0 h 11712"/>
                    <a:gd name="connsiteX1" fmla="*/ 0 w 47067"/>
                    <a:gd name="connsiteY1" fmla="*/ 1339 h 11712"/>
                    <a:gd name="connsiteX2" fmla="*/ 46736 w 47067"/>
                    <a:gd name="connsiteY2" fmla="*/ 11713 h 11712"/>
                    <a:gd name="connsiteX3" fmla="*/ 47068 w 47067"/>
                    <a:gd name="connsiteY3" fmla="*/ 8701 h 11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712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713"/>
                      </a:lnTo>
                      <a:lnTo>
                        <a:pt x="47068" y="8701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00" name="任意多边形: 形状 3899">
                  <a:extLst>
                    <a:ext uri="{FF2B5EF4-FFF2-40B4-BE49-F238E27FC236}">
                      <a16:creationId xmlns:a16="http://schemas.microsoft.com/office/drawing/2014/main" id="{DE73545B-5030-7F20-FFDF-E291F1DCBC34}"/>
                    </a:ext>
                  </a:extLst>
                </p:cNvPr>
                <p:cNvSpPr/>
                <p:nvPr/>
              </p:nvSpPr>
              <p:spPr>
                <a:xfrm>
                  <a:off x="2383196" y="523809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01" name="任意多边形: 形状 3900">
                  <a:extLst>
                    <a:ext uri="{FF2B5EF4-FFF2-40B4-BE49-F238E27FC236}">
                      <a16:creationId xmlns:a16="http://schemas.microsoft.com/office/drawing/2014/main" id="{7E861C74-0A81-7CD0-324C-86BD72B5A11D}"/>
                    </a:ext>
                  </a:extLst>
                </p:cNvPr>
                <p:cNvSpPr/>
                <p:nvPr/>
              </p:nvSpPr>
              <p:spPr>
                <a:xfrm>
                  <a:off x="2383064" y="5240098"/>
                  <a:ext cx="47001" cy="11964"/>
                </a:xfrm>
                <a:custGeom>
                  <a:avLst/>
                  <a:gdLst>
                    <a:gd name="connsiteX0" fmla="*/ 1129 w 47001"/>
                    <a:gd name="connsiteY0" fmla="*/ 26 h 11964"/>
                    <a:gd name="connsiteX1" fmla="*/ 45873 w 47001"/>
                    <a:gd name="connsiteY1" fmla="*/ 9596 h 11964"/>
                    <a:gd name="connsiteX2" fmla="*/ 47002 w 47001"/>
                    <a:gd name="connsiteY2" fmla="*/ 11002 h 11964"/>
                    <a:gd name="connsiteX3" fmla="*/ 47002 w 47001"/>
                    <a:gd name="connsiteY3" fmla="*/ 11002 h 11964"/>
                    <a:gd name="connsiteX4" fmla="*/ 45873 w 47001"/>
                    <a:gd name="connsiteY4" fmla="*/ 11939 h 11964"/>
                    <a:gd name="connsiteX5" fmla="*/ 1129 w 47001"/>
                    <a:gd name="connsiteY5" fmla="*/ 2368 h 11964"/>
                    <a:gd name="connsiteX6" fmla="*/ 0 w 47001"/>
                    <a:gd name="connsiteY6" fmla="*/ 963 h 11964"/>
                    <a:gd name="connsiteX7" fmla="*/ 0 w 47001"/>
                    <a:gd name="connsiteY7" fmla="*/ 963 h 11964"/>
                    <a:gd name="connsiteX8" fmla="*/ 1129 w 47001"/>
                    <a:gd name="connsiteY8" fmla="*/ 26 h 11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964">
                      <a:moveTo>
                        <a:pt x="1129" y="26"/>
                      </a:moveTo>
                      <a:lnTo>
                        <a:pt x="45873" y="9596"/>
                      </a:lnTo>
                      <a:cubicBezTo>
                        <a:pt x="46470" y="9730"/>
                        <a:pt x="47002" y="10333"/>
                        <a:pt x="47002" y="11002"/>
                      </a:cubicBezTo>
                      <a:lnTo>
                        <a:pt x="47002" y="11002"/>
                      </a:lnTo>
                      <a:cubicBezTo>
                        <a:pt x="47002" y="11671"/>
                        <a:pt x="46537" y="12073"/>
                        <a:pt x="45873" y="11939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02" name="任意多边形: 形状 3901">
                  <a:extLst>
                    <a:ext uri="{FF2B5EF4-FFF2-40B4-BE49-F238E27FC236}">
                      <a16:creationId xmlns:a16="http://schemas.microsoft.com/office/drawing/2014/main" id="{FE458D70-3301-A54A-AC60-96B6064CD119}"/>
                    </a:ext>
                  </a:extLst>
                </p:cNvPr>
                <p:cNvSpPr/>
                <p:nvPr/>
              </p:nvSpPr>
              <p:spPr>
                <a:xfrm>
                  <a:off x="2383196" y="524398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03" name="任意多边形: 形状 3902">
                  <a:extLst>
                    <a:ext uri="{FF2B5EF4-FFF2-40B4-BE49-F238E27FC236}">
                      <a16:creationId xmlns:a16="http://schemas.microsoft.com/office/drawing/2014/main" id="{8C7C5552-E263-BF50-065E-5AC0D7B70999}"/>
                    </a:ext>
                  </a:extLst>
                </p:cNvPr>
                <p:cNvSpPr/>
                <p:nvPr/>
              </p:nvSpPr>
              <p:spPr>
                <a:xfrm>
                  <a:off x="2383329" y="5244608"/>
                  <a:ext cx="47067" cy="11712"/>
                </a:xfrm>
                <a:custGeom>
                  <a:avLst/>
                  <a:gdLst>
                    <a:gd name="connsiteX0" fmla="*/ 4116 w 47067"/>
                    <a:gd name="connsiteY0" fmla="*/ 0 h 11712"/>
                    <a:gd name="connsiteX1" fmla="*/ 0 w 47067"/>
                    <a:gd name="connsiteY1" fmla="*/ 1339 h 11712"/>
                    <a:gd name="connsiteX2" fmla="*/ 46736 w 47067"/>
                    <a:gd name="connsiteY2" fmla="*/ 11713 h 11712"/>
                    <a:gd name="connsiteX3" fmla="*/ 47068 w 47067"/>
                    <a:gd name="connsiteY3" fmla="*/ 8701 h 11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712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713"/>
                      </a:lnTo>
                      <a:lnTo>
                        <a:pt x="47068" y="8701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04" name="任意多边形: 形状 3903">
                  <a:extLst>
                    <a:ext uri="{FF2B5EF4-FFF2-40B4-BE49-F238E27FC236}">
                      <a16:creationId xmlns:a16="http://schemas.microsoft.com/office/drawing/2014/main" id="{C4BE32AC-D7F1-5683-0794-CDF05AB8ECE3}"/>
                    </a:ext>
                  </a:extLst>
                </p:cNvPr>
                <p:cNvSpPr/>
                <p:nvPr/>
              </p:nvSpPr>
              <p:spPr>
                <a:xfrm>
                  <a:off x="2383196" y="524398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05" name="任意多边形: 形状 3904">
                  <a:extLst>
                    <a:ext uri="{FF2B5EF4-FFF2-40B4-BE49-F238E27FC236}">
                      <a16:creationId xmlns:a16="http://schemas.microsoft.com/office/drawing/2014/main" id="{33673E28-9C6A-6C5E-69E0-9B8B63D49E60}"/>
                    </a:ext>
                  </a:extLst>
                </p:cNvPr>
                <p:cNvSpPr/>
                <p:nvPr/>
              </p:nvSpPr>
              <p:spPr>
                <a:xfrm>
                  <a:off x="2383064" y="5246054"/>
                  <a:ext cx="47001" cy="11964"/>
                </a:xfrm>
                <a:custGeom>
                  <a:avLst/>
                  <a:gdLst>
                    <a:gd name="connsiteX0" fmla="*/ 1129 w 47001"/>
                    <a:gd name="connsiteY0" fmla="*/ 26 h 11964"/>
                    <a:gd name="connsiteX1" fmla="*/ 45873 w 47001"/>
                    <a:gd name="connsiteY1" fmla="*/ 9596 h 11964"/>
                    <a:gd name="connsiteX2" fmla="*/ 47002 w 47001"/>
                    <a:gd name="connsiteY2" fmla="*/ 11002 h 11964"/>
                    <a:gd name="connsiteX3" fmla="*/ 47002 w 47001"/>
                    <a:gd name="connsiteY3" fmla="*/ 11002 h 11964"/>
                    <a:gd name="connsiteX4" fmla="*/ 45873 w 47001"/>
                    <a:gd name="connsiteY4" fmla="*/ 11939 h 11964"/>
                    <a:gd name="connsiteX5" fmla="*/ 1129 w 47001"/>
                    <a:gd name="connsiteY5" fmla="*/ 2368 h 11964"/>
                    <a:gd name="connsiteX6" fmla="*/ 0 w 47001"/>
                    <a:gd name="connsiteY6" fmla="*/ 963 h 11964"/>
                    <a:gd name="connsiteX7" fmla="*/ 0 w 47001"/>
                    <a:gd name="connsiteY7" fmla="*/ 963 h 11964"/>
                    <a:gd name="connsiteX8" fmla="*/ 1129 w 47001"/>
                    <a:gd name="connsiteY8" fmla="*/ 26 h 11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964">
                      <a:moveTo>
                        <a:pt x="1129" y="26"/>
                      </a:moveTo>
                      <a:lnTo>
                        <a:pt x="45873" y="9596"/>
                      </a:lnTo>
                      <a:cubicBezTo>
                        <a:pt x="46470" y="9730"/>
                        <a:pt x="47002" y="10333"/>
                        <a:pt x="47002" y="11002"/>
                      </a:cubicBezTo>
                      <a:lnTo>
                        <a:pt x="47002" y="11002"/>
                      </a:lnTo>
                      <a:cubicBezTo>
                        <a:pt x="47002" y="11671"/>
                        <a:pt x="46537" y="12073"/>
                        <a:pt x="45873" y="11939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06" name="任意多边形: 形状 3905">
                  <a:extLst>
                    <a:ext uri="{FF2B5EF4-FFF2-40B4-BE49-F238E27FC236}">
                      <a16:creationId xmlns:a16="http://schemas.microsoft.com/office/drawing/2014/main" id="{F72008C7-C084-D2BB-D5F4-A95A46DE85B9}"/>
                    </a:ext>
                  </a:extLst>
                </p:cNvPr>
                <p:cNvSpPr/>
                <p:nvPr/>
              </p:nvSpPr>
              <p:spPr>
                <a:xfrm>
                  <a:off x="2383196" y="5249941"/>
                  <a:ext cx="46935" cy="14229"/>
                </a:xfrm>
                <a:custGeom>
                  <a:avLst/>
                  <a:gdLst>
                    <a:gd name="connsiteX0" fmla="*/ 1394 w 46935"/>
                    <a:gd name="connsiteY0" fmla="*/ 21 h 14229"/>
                    <a:gd name="connsiteX1" fmla="*/ 45541 w 46935"/>
                    <a:gd name="connsiteY1" fmla="*/ 9792 h 14229"/>
                    <a:gd name="connsiteX2" fmla="*/ 46935 w 46935"/>
                    <a:gd name="connsiteY2" fmla="*/ 11599 h 14229"/>
                    <a:gd name="connsiteX3" fmla="*/ 46935 w 46935"/>
                    <a:gd name="connsiteY3" fmla="*/ 13005 h 14229"/>
                    <a:gd name="connsiteX4" fmla="*/ 45541 w 46935"/>
                    <a:gd name="connsiteY4" fmla="*/ 14209 h 14229"/>
                    <a:gd name="connsiteX5" fmla="*/ 1394 w 46935"/>
                    <a:gd name="connsiteY5" fmla="*/ 4438 h 14229"/>
                    <a:gd name="connsiteX6" fmla="*/ 0 w 46935"/>
                    <a:gd name="connsiteY6" fmla="*/ 2631 h 14229"/>
                    <a:gd name="connsiteX7" fmla="*/ 0 w 46935"/>
                    <a:gd name="connsiteY7" fmla="*/ 1225 h 14229"/>
                    <a:gd name="connsiteX8" fmla="*/ 1394 w 46935"/>
                    <a:gd name="connsiteY8" fmla="*/ 21 h 14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229">
                      <a:moveTo>
                        <a:pt x="1394" y="21"/>
                      </a:moveTo>
                      <a:lnTo>
                        <a:pt x="45541" y="9792"/>
                      </a:lnTo>
                      <a:cubicBezTo>
                        <a:pt x="46338" y="9993"/>
                        <a:pt x="46935" y="10796"/>
                        <a:pt x="46935" y="11599"/>
                      </a:cubicBezTo>
                      <a:lnTo>
                        <a:pt x="46935" y="13005"/>
                      </a:lnTo>
                      <a:cubicBezTo>
                        <a:pt x="46935" y="13808"/>
                        <a:pt x="46271" y="14343"/>
                        <a:pt x="45541" y="14209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07" name="任意多边形: 形状 3906">
                  <a:extLst>
                    <a:ext uri="{FF2B5EF4-FFF2-40B4-BE49-F238E27FC236}">
                      <a16:creationId xmlns:a16="http://schemas.microsoft.com/office/drawing/2014/main" id="{F3F827B5-59C5-8C12-DFC9-B15B65FBC6CB}"/>
                    </a:ext>
                  </a:extLst>
                </p:cNvPr>
                <p:cNvSpPr/>
                <p:nvPr/>
              </p:nvSpPr>
              <p:spPr>
                <a:xfrm>
                  <a:off x="2383329" y="5250564"/>
                  <a:ext cx="47067" cy="12114"/>
                </a:xfrm>
                <a:custGeom>
                  <a:avLst/>
                  <a:gdLst>
                    <a:gd name="connsiteX0" fmla="*/ 4116 w 47067"/>
                    <a:gd name="connsiteY0" fmla="*/ 0 h 12114"/>
                    <a:gd name="connsiteX1" fmla="*/ 0 w 47067"/>
                    <a:gd name="connsiteY1" fmla="*/ 1339 h 12114"/>
                    <a:gd name="connsiteX2" fmla="*/ 46736 w 47067"/>
                    <a:gd name="connsiteY2" fmla="*/ 12114 h 12114"/>
                    <a:gd name="connsiteX3" fmla="*/ 47068 w 47067"/>
                    <a:gd name="connsiteY3" fmla="*/ 9035 h 12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114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2114"/>
                      </a:lnTo>
                      <a:lnTo>
                        <a:pt x="47068" y="903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08" name="任意多边形: 形状 3907">
                  <a:extLst>
                    <a:ext uri="{FF2B5EF4-FFF2-40B4-BE49-F238E27FC236}">
                      <a16:creationId xmlns:a16="http://schemas.microsoft.com/office/drawing/2014/main" id="{CC94203B-F9AE-53EA-189C-ECC3F97E683F}"/>
                    </a:ext>
                  </a:extLst>
                </p:cNvPr>
                <p:cNvSpPr/>
                <p:nvPr/>
              </p:nvSpPr>
              <p:spPr>
                <a:xfrm>
                  <a:off x="2383196" y="5249941"/>
                  <a:ext cx="46935" cy="14229"/>
                </a:xfrm>
                <a:custGeom>
                  <a:avLst/>
                  <a:gdLst>
                    <a:gd name="connsiteX0" fmla="*/ 1394 w 46935"/>
                    <a:gd name="connsiteY0" fmla="*/ 21 h 14229"/>
                    <a:gd name="connsiteX1" fmla="*/ 45541 w 46935"/>
                    <a:gd name="connsiteY1" fmla="*/ 9792 h 14229"/>
                    <a:gd name="connsiteX2" fmla="*/ 46935 w 46935"/>
                    <a:gd name="connsiteY2" fmla="*/ 11599 h 14229"/>
                    <a:gd name="connsiteX3" fmla="*/ 46935 w 46935"/>
                    <a:gd name="connsiteY3" fmla="*/ 13005 h 14229"/>
                    <a:gd name="connsiteX4" fmla="*/ 45541 w 46935"/>
                    <a:gd name="connsiteY4" fmla="*/ 14209 h 14229"/>
                    <a:gd name="connsiteX5" fmla="*/ 1394 w 46935"/>
                    <a:gd name="connsiteY5" fmla="*/ 4438 h 14229"/>
                    <a:gd name="connsiteX6" fmla="*/ 0 w 46935"/>
                    <a:gd name="connsiteY6" fmla="*/ 2631 h 14229"/>
                    <a:gd name="connsiteX7" fmla="*/ 0 w 46935"/>
                    <a:gd name="connsiteY7" fmla="*/ 1225 h 14229"/>
                    <a:gd name="connsiteX8" fmla="*/ 1394 w 46935"/>
                    <a:gd name="connsiteY8" fmla="*/ 21 h 14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229">
                      <a:moveTo>
                        <a:pt x="1394" y="21"/>
                      </a:moveTo>
                      <a:lnTo>
                        <a:pt x="45541" y="9792"/>
                      </a:lnTo>
                      <a:cubicBezTo>
                        <a:pt x="46338" y="9993"/>
                        <a:pt x="46935" y="10796"/>
                        <a:pt x="46935" y="11599"/>
                      </a:cubicBezTo>
                      <a:lnTo>
                        <a:pt x="46935" y="13005"/>
                      </a:lnTo>
                      <a:cubicBezTo>
                        <a:pt x="46935" y="13808"/>
                        <a:pt x="46271" y="14343"/>
                        <a:pt x="45541" y="14209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09" name="任意多边形: 形状 3908">
                  <a:extLst>
                    <a:ext uri="{FF2B5EF4-FFF2-40B4-BE49-F238E27FC236}">
                      <a16:creationId xmlns:a16="http://schemas.microsoft.com/office/drawing/2014/main" id="{C00D8DF5-5183-248E-30AD-8CA444C0CBF0}"/>
                    </a:ext>
                  </a:extLst>
                </p:cNvPr>
                <p:cNvSpPr/>
                <p:nvPr/>
              </p:nvSpPr>
              <p:spPr>
                <a:xfrm>
                  <a:off x="2383064" y="5252011"/>
                  <a:ext cx="47001" cy="12299"/>
                </a:xfrm>
                <a:custGeom>
                  <a:avLst/>
                  <a:gdLst>
                    <a:gd name="connsiteX0" fmla="*/ 1129 w 47001"/>
                    <a:gd name="connsiteY0" fmla="*/ 26 h 12299"/>
                    <a:gd name="connsiteX1" fmla="*/ 45873 w 47001"/>
                    <a:gd name="connsiteY1" fmla="*/ 9931 h 12299"/>
                    <a:gd name="connsiteX2" fmla="*/ 47002 w 47001"/>
                    <a:gd name="connsiteY2" fmla="*/ 11337 h 12299"/>
                    <a:gd name="connsiteX3" fmla="*/ 47002 w 47001"/>
                    <a:gd name="connsiteY3" fmla="*/ 11337 h 12299"/>
                    <a:gd name="connsiteX4" fmla="*/ 45873 w 47001"/>
                    <a:gd name="connsiteY4" fmla="*/ 12274 h 12299"/>
                    <a:gd name="connsiteX5" fmla="*/ 1129 w 47001"/>
                    <a:gd name="connsiteY5" fmla="*/ 2368 h 12299"/>
                    <a:gd name="connsiteX6" fmla="*/ 0 w 47001"/>
                    <a:gd name="connsiteY6" fmla="*/ 963 h 12299"/>
                    <a:gd name="connsiteX7" fmla="*/ 0 w 47001"/>
                    <a:gd name="connsiteY7" fmla="*/ 963 h 12299"/>
                    <a:gd name="connsiteX8" fmla="*/ 1129 w 47001"/>
                    <a:gd name="connsiteY8" fmla="*/ 26 h 12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2299">
                      <a:moveTo>
                        <a:pt x="1129" y="26"/>
                      </a:moveTo>
                      <a:lnTo>
                        <a:pt x="45873" y="9931"/>
                      </a:lnTo>
                      <a:cubicBezTo>
                        <a:pt x="46470" y="10065"/>
                        <a:pt x="47002" y="10667"/>
                        <a:pt x="47002" y="11337"/>
                      </a:cubicBezTo>
                      <a:lnTo>
                        <a:pt x="47002" y="11337"/>
                      </a:lnTo>
                      <a:cubicBezTo>
                        <a:pt x="47002" y="12006"/>
                        <a:pt x="46537" y="12408"/>
                        <a:pt x="45873" y="12274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10" name="任意多边形: 形状 3909">
                  <a:extLst>
                    <a:ext uri="{FF2B5EF4-FFF2-40B4-BE49-F238E27FC236}">
                      <a16:creationId xmlns:a16="http://schemas.microsoft.com/office/drawing/2014/main" id="{79D797E5-776E-702C-507A-A4C29D9412C9}"/>
                    </a:ext>
                  </a:extLst>
                </p:cNvPr>
                <p:cNvSpPr/>
                <p:nvPr/>
              </p:nvSpPr>
              <p:spPr>
                <a:xfrm>
                  <a:off x="2383196" y="5256010"/>
                  <a:ext cx="46935" cy="14675"/>
                </a:xfrm>
                <a:custGeom>
                  <a:avLst/>
                  <a:gdLst>
                    <a:gd name="connsiteX0" fmla="*/ 1394 w 46935"/>
                    <a:gd name="connsiteY0" fmla="*/ 42 h 14675"/>
                    <a:gd name="connsiteX1" fmla="*/ 45541 w 46935"/>
                    <a:gd name="connsiteY1" fmla="*/ 10282 h 14675"/>
                    <a:gd name="connsiteX2" fmla="*/ 46935 w 46935"/>
                    <a:gd name="connsiteY2" fmla="*/ 12090 h 14675"/>
                    <a:gd name="connsiteX3" fmla="*/ 46935 w 46935"/>
                    <a:gd name="connsiteY3" fmla="*/ 13495 h 14675"/>
                    <a:gd name="connsiteX4" fmla="*/ 45541 w 46935"/>
                    <a:gd name="connsiteY4" fmla="*/ 14633 h 14675"/>
                    <a:gd name="connsiteX5" fmla="*/ 1394 w 46935"/>
                    <a:gd name="connsiteY5" fmla="*/ 4393 h 14675"/>
                    <a:gd name="connsiteX6" fmla="*/ 0 w 46935"/>
                    <a:gd name="connsiteY6" fmla="*/ 2586 h 14675"/>
                    <a:gd name="connsiteX7" fmla="*/ 0 w 46935"/>
                    <a:gd name="connsiteY7" fmla="*/ 1180 h 14675"/>
                    <a:gd name="connsiteX8" fmla="*/ 1394 w 46935"/>
                    <a:gd name="connsiteY8" fmla="*/ 42 h 14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675">
                      <a:moveTo>
                        <a:pt x="1394" y="42"/>
                      </a:moveTo>
                      <a:lnTo>
                        <a:pt x="45541" y="10282"/>
                      </a:lnTo>
                      <a:cubicBezTo>
                        <a:pt x="46338" y="10483"/>
                        <a:pt x="46935" y="11286"/>
                        <a:pt x="46935" y="12090"/>
                      </a:cubicBezTo>
                      <a:lnTo>
                        <a:pt x="46935" y="13495"/>
                      </a:lnTo>
                      <a:cubicBezTo>
                        <a:pt x="46935" y="14298"/>
                        <a:pt x="46271" y="14834"/>
                        <a:pt x="45541" y="14633"/>
                      </a:cubicBezTo>
                      <a:lnTo>
                        <a:pt x="1394" y="4393"/>
                      </a:lnTo>
                      <a:cubicBezTo>
                        <a:pt x="597" y="4192"/>
                        <a:pt x="0" y="3389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11" name="任意多边形: 形状 3910">
                  <a:extLst>
                    <a:ext uri="{FF2B5EF4-FFF2-40B4-BE49-F238E27FC236}">
                      <a16:creationId xmlns:a16="http://schemas.microsoft.com/office/drawing/2014/main" id="{C07AADFF-F898-989B-0E8B-4A52AD014D0B}"/>
                    </a:ext>
                  </a:extLst>
                </p:cNvPr>
                <p:cNvSpPr/>
                <p:nvPr/>
              </p:nvSpPr>
              <p:spPr>
                <a:xfrm>
                  <a:off x="2383329" y="5256655"/>
                  <a:ext cx="47067" cy="12515"/>
                </a:xfrm>
                <a:custGeom>
                  <a:avLst/>
                  <a:gdLst>
                    <a:gd name="connsiteX0" fmla="*/ 4116 w 47067"/>
                    <a:gd name="connsiteY0" fmla="*/ 0 h 12515"/>
                    <a:gd name="connsiteX1" fmla="*/ 0 w 47067"/>
                    <a:gd name="connsiteY1" fmla="*/ 1272 h 12515"/>
                    <a:gd name="connsiteX2" fmla="*/ 46736 w 47067"/>
                    <a:gd name="connsiteY2" fmla="*/ 12516 h 12515"/>
                    <a:gd name="connsiteX3" fmla="*/ 47068 w 47067"/>
                    <a:gd name="connsiteY3" fmla="*/ 9504 h 12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515">
                      <a:moveTo>
                        <a:pt x="4116" y="0"/>
                      </a:moveTo>
                      <a:lnTo>
                        <a:pt x="0" y="1272"/>
                      </a:lnTo>
                      <a:lnTo>
                        <a:pt x="46736" y="12516"/>
                      </a:lnTo>
                      <a:lnTo>
                        <a:pt x="47068" y="9504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12" name="任意多边形: 形状 3911">
                  <a:extLst>
                    <a:ext uri="{FF2B5EF4-FFF2-40B4-BE49-F238E27FC236}">
                      <a16:creationId xmlns:a16="http://schemas.microsoft.com/office/drawing/2014/main" id="{DE1D0983-DA14-1814-D7BF-66BE5A9FC735}"/>
                    </a:ext>
                  </a:extLst>
                </p:cNvPr>
                <p:cNvSpPr/>
                <p:nvPr/>
              </p:nvSpPr>
              <p:spPr>
                <a:xfrm>
                  <a:off x="2383196" y="5256010"/>
                  <a:ext cx="46935" cy="14675"/>
                </a:xfrm>
                <a:custGeom>
                  <a:avLst/>
                  <a:gdLst>
                    <a:gd name="connsiteX0" fmla="*/ 1394 w 46935"/>
                    <a:gd name="connsiteY0" fmla="*/ 42 h 14675"/>
                    <a:gd name="connsiteX1" fmla="*/ 45541 w 46935"/>
                    <a:gd name="connsiteY1" fmla="*/ 10282 h 14675"/>
                    <a:gd name="connsiteX2" fmla="*/ 46935 w 46935"/>
                    <a:gd name="connsiteY2" fmla="*/ 12090 h 14675"/>
                    <a:gd name="connsiteX3" fmla="*/ 46935 w 46935"/>
                    <a:gd name="connsiteY3" fmla="*/ 13495 h 14675"/>
                    <a:gd name="connsiteX4" fmla="*/ 45541 w 46935"/>
                    <a:gd name="connsiteY4" fmla="*/ 14633 h 14675"/>
                    <a:gd name="connsiteX5" fmla="*/ 1394 w 46935"/>
                    <a:gd name="connsiteY5" fmla="*/ 4393 h 14675"/>
                    <a:gd name="connsiteX6" fmla="*/ 0 w 46935"/>
                    <a:gd name="connsiteY6" fmla="*/ 2586 h 14675"/>
                    <a:gd name="connsiteX7" fmla="*/ 0 w 46935"/>
                    <a:gd name="connsiteY7" fmla="*/ 1180 h 14675"/>
                    <a:gd name="connsiteX8" fmla="*/ 1394 w 46935"/>
                    <a:gd name="connsiteY8" fmla="*/ 42 h 14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675">
                      <a:moveTo>
                        <a:pt x="1394" y="42"/>
                      </a:moveTo>
                      <a:lnTo>
                        <a:pt x="45541" y="10282"/>
                      </a:lnTo>
                      <a:cubicBezTo>
                        <a:pt x="46338" y="10483"/>
                        <a:pt x="46935" y="11286"/>
                        <a:pt x="46935" y="12090"/>
                      </a:cubicBezTo>
                      <a:lnTo>
                        <a:pt x="46935" y="13495"/>
                      </a:lnTo>
                      <a:cubicBezTo>
                        <a:pt x="46935" y="14298"/>
                        <a:pt x="46271" y="14834"/>
                        <a:pt x="45541" y="14633"/>
                      </a:cubicBezTo>
                      <a:lnTo>
                        <a:pt x="1394" y="4393"/>
                      </a:lnTo>
                      <a:cubicBezTo>
                        <a:pt x="597" y="4192"/>
                        <a:pt x="0" y="3389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13" name="任意多边形: 形状 3912">
                  <a:extLst>
                    <a:ext uri="{FF2B5EF4-FFF2-40B4-BE49-F238E27FC236}">
                      <a16:creationId xmlns:a16="http://schemas.microsoft.com/office/drawing/2014/main" id="{E796060C-E448-EDAB-0D3D-623E398B9CE1}"/>
                    </a:ext>
                  </a:extLst>
                </p:cNvPr>
                <p:cNvSpPr/>
                <p:nvPr/>
              </p:nvSpPr>
              <p:spPr>
                <a:xfrm>
                  <a:off x="2383130" y="5258009"/>
                  <a:ext cx="46935" cy="12753"/>
                </a:xfrm>
                <a:custGeom>
                  <a:avLst/>
                  <a:gdLst>
                    <a:gd name="connsiteX0" fmla="*/ 1062 w 46935"/>
                    <a:gd name="connsiteY0" fmla="*/ 52 h 12753"/>
                    <a:gd name="connsiteX1" fmla="*/ 45873 w 46935"/>
                    <a:gd name="connsiteY1" fmla="*/ 10426 h 12753"/>
                    <a:gd name="connsiteX2" fmla="*/ 46935 w 46935"/>
                    <a:gd name="connsiteY2" fmla="*/ 11831 h 12753"/>
                    <a:gd name="connsiteX3" fmla="*/ 46935 w 46935"/>
                    <a:gd name="connsiteY3" fmla="*/ 11831 h 12753"/>
                    <a:gd name="connsiteX4" fmla="*/ 45873 w 46935"/>
                    <a:gd name="connsiteY4" fmla="*/ 12701 h 12753"/>
                    <a:gd name="connsiteX5" fmla="*/ 1062 w 46935"/>
                    <a:gd name="connsiteY5" fmla="*/ 2327 h 12753"/>
                    <a:gd name="connsiteX6" fmla="*/ 0 w 46935"/>
                    <a:gd name="connsiteY6" fmla="*/ 922 h 12753"/>
                    <a:gd name="connsiteX7" fmla="*/ 0 w 46935"/>
                    <a:gd name="connsiteY7" fmla="*/ 922 h 12753"/>
                    <a:gd name="connsiteX8" fmla="*/ 1062 w 46935"/>
                    <a:gd name="connsiteY8" fmla="*/ 52 h 127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2753">
                      <a:moveTo>
                        <a:pt x="1062" y="52"/>
                      </a:moveTo>
                      <a:lnTo>
                        <a:pt x="45873" y="10426"/>
                      </a:lnTo>
                      <a:cubicBezTo>
                        <a:pt x="46470" y="10560"/>
                        <a:pt x="46935" y="11229"/>
                        <a:pt x="46935" y="11831"/>
                      </a:cubicBezTo>
                      <a:lnTo>
                        <a:pt x="46935" y="11831"/>
                      </a:lnTo>
                      <a:cubicBezTo>
                        <a:pt x="46935" y="12501"/>
                        <a:pt x="46470" y="12902"/>
                        <a:pt x="45873" y="12701"/>
                      </a:cubicBezTo>
                      <a:lnTo>
                        <a:pt x="1062" y="2327"/>
                      </a:lnTo>
                      <a:cubicBezTo>
                        <a:pt x="465" y="2194"/>
                        <a:pt x="0" y="1524"/>
                        <a:pt x="0" y="922"/>
                      </a:cubicBezTo>
                      <a:lnTo>
                        <a:pt x="0" y="922"/>
                      </a:lnTo>
                      <a:cubicBezTo>
                        <a:pt x="0" y="253"/>
                        <a:pt x="465" y="-149"/>
                        <a:pt x="1062" y="52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14" name="任意多边形: 形状 3913">
                  <a:extLst>
                    <a:ext uri="{FF2B5EF4-FFF2-40B4-BE49-F238E27FC236}">
                      <a16:creationId xmlns:a16="http://schemas.microsoft.com/office/drawing/2014/main" id="{A303A225-33C2-7B1B-6907-FAA3C525AC93}"/>
                    </a:ext>
                  </a:extLst>
                </p:cNvPr>
                <p:cNvSpPr/>
                <p:nvPr/>
              </p:nvSpPr>
              <p:spPr>
                <a:xfrm>
                  <a:off x="2383130" y="5262235"/>
                  <a:ext cx="46935" cy="15009"/>
                </a:xfrm>
                <a:custGeom>
                  <a:avLst/>
                  <a:gdLst>
                    <a:gd name="connsiteX0" fmla="*/ 1394 w 46935"/>
                    <a:gd name="connsiteY0" fmla="*/ 42 h 15009"/>
                    <a:gd name="connsiteX1" fmla="*/ 45541 w 46935"/>
                    <a:gd name="connsiteY1" fmla="*/ 10550 h 15009"/>
                    <a:gd name="connsiteX2" fmla="*/ 46935 w 46935"/>
                    <a:gd name="connsiteY2" fmla="*/ 12424 h 15009"/>
                    <a:gd name="connsiteX3" fmla="*/ 46935 w 46935"/>
                    <a:gd name="connsiteY3" fmla="*/ 13830 h 15009"/>
                    <a:gd name="connsiteX4" fmla="*/ 45541 w 46935"/>
                    <a:gd name="connsiteY4" fmla="*/ 14968 h 15009"/>
                    <a:gd name="connsiteX5" fmla="*/ 1394 w 46935"/>
                    <a:gd name="connsiteY5" fmla="*/ 4460 h 15009"/>
                    <a:gd name="connsiteX6" fmla="*/ 0 w 46935"/>
                    <a:gd name="connsiteY6" fmla="*/ 2586 h 15009"/>
                    <a:gd name="connsiteX7" fmla="*/ 0 w 46935"/>
                    <a:gd name="connsiteY7" fmla="*/ 1180 h 15009"/>
                    <a:gd name="connsiteX8" fmla="*/ 1394 w 46935"/>
                    <a:gd name="connsiteY8" fmla="*/ 42 h 15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5009">
                      <a:moveTo>
                        <a:pt x="1394" y="42"/>
                      </a:moveTo>
                      <a:lnTo>
                        <a:pt x="45541" y="10550"/>
                      </a:lnTo>
                      <a:cubicBezTo>
                        <a:pt x="46338" y="10751"/>
                        <a:pt x="46935" y="11554"/>
                        <a:pt x="46935" y="12424"/>
                      </a:cubicBezTo>
                      <a:lnTo>
                        <a:pt x="46935" y="13830"/>
                      </a:lnTo>
                      <a:cubicBezTo>
                        <a:pt x="46935" y="14633"/>
                        <a:pt x="46271" y="15168"/>
                        <a:pt x="45541" y="14968"/>
                      </a:cubicBezTo>
                      <a:lnTo>
                        <a:pt x="1394" y="4460"/>
                      </a:lnTo>
                      <a:cubicBezTo>
                        <a:pt x="597" y="4259"/>
                        <a:pt x="0" y="3456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15" name="任意多边形: 形状 3914">
                  <a:extLst>
                    <a:ext uri="{FF2B5EF4-FFF2-40B4-BE49-F238E27FC236}">
                      <a16:creationId xmlns:a16="http://schemas.microsoft.com/office/drawing/2014/main" id="{A7855711-CA40-D4B1-36DE-E547493E138C}"/>
                    </a:ext>
                  </a:extLst>
                </p:cNvPr>
                <p:cNvSpPr/>
                <p:nvPr/>
              </p:nvSpPr>
              <p:spPr>
                <a:xfrm>
                  <a:off x="2383329" y="5262946"/>
                  <a:ext cx="47067" cy="12716"/>
                </a:xfrm>
                <a:custGeom>
                  <a:avLst/>
                  <a:gdLst>
                    <a:gd name="connsiteX0" fmla="*/ 4116 w 47067"/>
                    <a:gd name="connsiteY0" fmla="*/ 0 h 12716"/>
                    <a:gd name="connsiteX1" fmla="*/ 0 w 47067"/>
                    <a:gd name="connsiteY1" fmla="*/ 1205 h 12716"/>
                    <a:gd name="connsiteX2" fmla="*/ 46736 w 47067"/>
                    <a:gd name="connsiteY2" fmla="*/ 12716 h 12716"/>
                    <a:gd name="connsiteX3" fmla="*/ 47068 w 47067"/>
                    <a:gd name="connsiteY3" fmla="*/ 9705 h 12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716">
                      <a:moveTo>
                        <a:pt x="4116" y="0"/>
                      </a:moveTo>
                      <a:lnTo>
                        <a:pt x="0" y="1205"/>
                      </a:lnTo>
                      <a:lnTo>
                        <a:pt x="46736" y="12716"/>
                      </a:lnTo>
                      <a:lnTo>
                        <a:pt x="47068" y="970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16" name="任意多边形: 形状 3915">
                  <a:extLst>
                    <a:ext uri="{FF2B5EF4-FFF2-40B4-BE49-F238E27FC236}">
                      <a16:creationId xmlns:a16="http://schemas.microsoft.com/office/drawing/2014/main" id="{B32BA0CD-EFD5-8080-F3A8-BA2FA20FEDA3}"/>
                    </a:ext>
                  </a:extLst>
                </p:cNvPr>
                <p:cNvSpPr/>
                <p:nvPr/>
              </p:nvSpPr>
              <p:spPr>
                <a:xfrm>
                  <a:off x="2383130" y="5262235"/>
                  <a:ext cx="46935" cy="15009"/>
                </a:xfrm>
                <a:custGeom>
                  <a:avLst/>
                  <a:gdLst>
                    <a:gd name="connsiteX0" fmla="*/ 1394 w 46935"/>
                    <a:gd name="connsiteY0" fmla="*/ 42 h 15009"/>
                    <a:gd name="connsiteX1" fmla="*/ 45541 w 46935"/>
                    <a:gd name="connsiteY1" fmla="*/ 10550 h 15009"/>
                    <a:gd name="connsiteX2" fmla="*/ 46935 w 46935"/>
                    <a:gd name="connsiteY2" fmla="*/ 12424 h 15009"/>
                    <a:gd name="connsiteX3" fmla="*/ 46935 w 46935"/>
                    <a:gd name="connsiteY3" fmla="*/ 13830 h 15009"/>
                    <a:gd name="connsiteX4" fmla="*/ 45541 w 46935"/>
                    <a:gd name="connsiteY4" fmla="*/ 14968 h 15009"/>
                    <a:gd name="connsiteX5" fmla="*/ 1394 w 46935"/>
                    <a:gd name="connsiteY5" fmla="*/ 4460 h 15009"/>
                    <a:gd name="connsiteX6" fmla="*/ 0 w 46935"/>
                    <a:gd name="connsiteY6" fmla="*/ 2586 h 15009"/>
                    <a:gd name="connsiteX7" fmla="*/ 0 w 46935"/>
                    <a:gd name="connsiteY7" fmla="*/ 1180 h 15009"/>
                    <a:gd name="connsiteX8" fmla="*/ 1394 w 46935"/>
                    <a:gd name="connsiteY8" fmla="*/ 42 h 15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5009">
                      <a:moveTo>
                        <a:pt x="1394" y="42"/>
                      </a:moveTo>
                      <a:lnTo>
                        <a:pt x="45541" y="10550"/>
                      </a:lnTo>
                      <a:cubicBezTo>
                        <a:pt x="46338" y="10751"/>
                        <a:pt x="46935" y="11554"/>
                        <a:pt x="46935" y="12424"/>
                      </a:cubicBezTo>
                      <a:lnTo>
                        <a:pt x="46935" y="13830"/>
                      </a:lnTo>
                      <a:cubicBezTo>
                        <a:pt x="46935" y="14633"/>
                        <a:pt x="46271" y="15168"/>
                        <a:pt x="45541" y="14968"/>
                      </a:cubicBezTo>
                      <a:lnTo>
                        <a:pt x="1394" y="4460"/>
                      </a:lnTo>
                      <a:cubicBezTo>
                        <a:pt x="597" y="4259"/>
                        <a:pt x="0" y="3456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917" name="任意多边形: 形状 3916">
                  <a:extLst>
                    <a:ext uri="{FF2B5EF4-FFF2-40B4-BE49-F238E27FC236}">
                      <a16:creationId xmlns:a16="http://schemas.microsoft.com/office/drawing/2014/main" id="{15620582-11E1-9DB4-1AFB-902668D53825}"/>
                    </a:ext>
                  </a:extLst>
                </p:cNvPr>
                <p:cNvSpPr/>
                <p:nvPr/>
              </p:nvSpPr>
              <p:spPr>
                <a:xfrm>
                  <a:off x="2383130" y="5264300"/>
                  <a:ext cx="46935" cy="13021"/>
                </a:xfrm>
                <a:custGeom>
                  <a:avLst/>
                  <a:gdLst>
                    <a:gd name="connsiteX0" fmla="*/ 1062 w 46935"/>
                    <a:gd name="connsiteY0" fmla="*/ 52 h 13021"/>
                    <a:gd name="connsiteX1" fmla="*/ 45873 w 46935"/>
                    <a:gd name="connsiteY1" fmla="*/ 10694 h 13021"/>
                    <a:gd name="connsiteX2" fmla="*/ 46935 w 46935"/>
                    <a:gd name="connsiteY2" fmla="*/ 12099 h 13021"/>
                    <a:gd name="connsiteX3" fmla="*/ 46935 w 46935"/>
                    <a:gd name="connsiteY3" fmla="*/ 12099 h 13021"/>
                    <a:gd name="connsiteX4" fmla="*/ 45873 w 46935"/>
                    <a:gd name="connsiteY4" fmla="*/ 12969 h 13021"/>
                    <a:gd name="connsiteX5" fmla="*/ 1062 w 46935"/>
                    <a:gd name="connsiteY5" fmla="*/ 2327 h 13021"/>
                    <a:gd name="connsiteX6" fmla="*/ 0 w 46935"/>
                    <a:gd name="connsiteY6" fmla="*/ 922 h 13021"/>
                    <a:gd name="connsiteX7" fmla="*/ 0 w 46935"/>
                    <a:gd name="connsiteY7" fmla="*/ 922 h 13021"/>
                    <a:gd name="connsiteX8" fmla="*/ 1062 w 46935"/>
                    <a:gd name="connsiteY8" fmla="*/ 52 h 13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021">
                      <a:moveTo>
                        <a:pt x="1062" y="52"/>
                      </a:moveTo>
                      <a:lnTo>
                        <a:pt x="45873" y="10694"/>
                      </a:lnTo>
                      <a:cubicBezTo>
                        <a:pt x="46470" y="10827"/>
                        <a:pt x="46935" y="11497"/>
                        <a:pt x="46935" y="12099"/>
                      </a:cubicBezTo>
                      <a:lnTo>
                        <a:pt x="46935" y="12099"/>
                      </a:lnTo>
                      <a:cubicBezTo>
                        <a:pt x="46935" y="12768"/>
                        <a:pt x="46470" y="13170"/>
                        <a:pt x="45873" y="12969"/>
                      </a:cubicBezTo>
                      <a:lnTo>
                        <a:pt x="1062" y="2327"/>
                      </a:lnTo>
                      <a:cubicBezTo>
                        <a:pt x="465" y="2194"/>
                        <a:pt x="0" y="1524"/>
                        <a:pt x="0" y="922"/>
                      </a:cubicBezTo>
                      <a:lnTo>
                        <a:pt x="0" y="922"/>
                      </a:lnTo>
                      <a:cubicBezTo>
                        <a:pt x="0" y="253"/>
                        <a:pt x="465" y="-149"/>
                        <a:pt x="1062" y="52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grpSp>
          <p:nvGrpSpPr>
            <p:cNvPr id="3795" name="组合 3794">
              <a:extLst>
                <a:ext uri="{FF2B5EF4-FFF2-40B4-BE49-F238E27FC236}">
                  <a16:creationId xmlns:a16="http://schemas.microsoft.com/office/drawing/2014/main" id="{954F4DAD-F3C2-EAA8-90D6-1FCE153CE860}"/>
                </a:ext>
              </a:extLst>
            </p:cNvPr>
            <p:cNvGrpSpPr/>
            <p:nvPr/>
          </p:nvGrpSpPr>
          <p:grpSpPr>
            <a:xfrm>
              <a:off x="3053732" y="5970396"/>
              <a:ext cx="1514130" cy="637071"/>
              <a:chOff x="714745" y="5441797"/>
              <a:chExt cx="1514130" cy="637071"/>
            </a:xfrm>
          </p:grpSpPr>
          <p:sp>
            <p:nvSpPr>
              <p:cNvPr id="3796" name="矩形 3795">
                <a:extLst>
                  <a:ext uri="{FF2B5EF4-FFF2-40B4-BE49-F238E27FC236}">
                    <a16:creationId xmlns:a16="http://schemas.microsoft.com/office/drawing/2014/main" id="{1B58F838-22F0-561B-4BE1-719006AC8953}"/>
                  </a:ext>
                </a:extLst>
              </p:cNvPr>
              <p:cNvSpPr/>
              <p:nvPr/>
            </p:nvSpPr>
            <p:spPr>
              <a:xfrm>
                <a:off x="714745" y="5817258"/>
                <a:ext cx="1514130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050" dirty="0">
                    <a:latin typeface="微软雅黑" pitchFamily="34" charset="-122"/>
                    <a:ea typeface="微软雅黑" pitchFamily="34" charset="-122"/>
                    <a:cs typeface="微软雅黑 Light" charset="-122"/>
                  </a:rPr>
                  <a:t>内网电脑</a:t>
                </a:r>
              </a:p>
            </p:txBody>
          </p:sp>
          <p:sp>
            <p:nvSpPr>
              <p:cNvPr id="3797" name="任意多边形: 形状 3796">
                <a:extLst>
                  <a:ext uri="{FF2B5EF4-FFF2-40B4-BE49-F238E27FC236}">
                    <a16:creationId xmlns:a16="http://schemas.microsoft.com/office/drawing/2014/main" id="{55C4C19A-7C09-F6A2-F385-6244A7F67348}"/>
                  </a:ext>
                </a:extLst>
              </p:cNvPr>
              <p:cNvSpPr/>
              <p:nvPr/>
            </p:nvSpPr>
            <p:spPr>
              <a:xfrm>
                <a:off x="1359392" y="5651083"/>
                <a:ext cx="61141" cy="24763"/>
              </a:xfrm>
              <a:custGeom>
                <a:avLst/>
                <a:gdLst>
                  <a:gd name="connsiteX0" fmla="*/ 61142 w 61141"/>
                  <a:gd name="connsiteY0" fmla="*/ 0 h 24763"/>
                  <a:gd name="connsiteX1" fmla="*/ 0 w 61141"/>
                  <a:gd name="connsiteY1" fmla="*/ 0 h 24763"/>
                  <a:gd name="connsiteX2" fmla="*/ 0 w 61141"/>
                  <a:gd name="connsiteY2" fmla="*/ 24764 h 24763"/>
                  <a:gd name="connsiteX3" fmla="*/ 61142 w 61141"/>
                  <a:gd name="connsiteY3" fmla="*/ 24764 h 24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141" h="24763">
                    <a:moveTo>
                      <a:pt x="61142" y="0"/>
                    </a:moveTo>
                    <a:lnTo>
                      <a:pt x="0" y="0"/>
                    </a:lnTo>
                    <a:lnTo>
                      <a:pt x="0" y="24764"/>
                    </a:lnTo>
                    <a:lnTo>
                      <a:pt x="61142" y="24764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798" name="任意多边形: 形状 3797">
                <a:extLst>
                  <a:ext uri="{FF2B5EF4-FFF2-40B4-BE49-F238E27FC236}">
                    <a16:creationId xmlns:a16="http://schemas.microsoft.com/office/drawing/2014/main" id="{7B8CC195-C8AC-D507-F2C1-4113EB808649}"/>
                  </a:ext>
                </a:extLst>
              </p:cNvPr>
              <p:cNvSpPr/>
              <p:nvPr/>
            </p:nvSpPr>
            <p:spPr>
              <a:xfrm>
                <a:off x="1325004" y="5707237"/>
                <a:ext cx="129851" cy="6023"/>
              </a:xfrm>
              <a:custGeom>
                <a:avLst/>
                <a:gdLst>
                  <a:gd name="connsiteX0" fmla="*/ 129852 w 129851"/>
                  <a:gd name="connsiteY0" fmla="*/ 3012 h 6023"/>
                  <a:gd name="connsiteX1" fmla="*/ 126864 w 129851"/>
                  <a:gd name="connsiteY1" fmla="*/ 0 h 6023"/>
                  <a:gd name="connsiteX2" fmla="*/ 2987 w 129851"/>
                  <a:gd name="connsiteY2" fmla="*/ 0 h 6023"/>
                  <a:gd name="connsiteX3" fmla="*/ 0 w 129851"/>
                  <a:gd name="connsiteY3" fmla="*/ 3012 h 6023"/>
                  <a:gd name="connsiteX4" fmla="*/ 2987 w 129851"/>
                  <a:gd name="connsiteY4" fmla="*/ 6024 h 6023"/>
                  <a:gd name="connsiteX5" fmla="*/ 126864 w 129851"/>
                  <a:gd name="connsiteY5" fmla="*/ 6024 h 6023"/>
                  <a:gd name="connsiteX6" fmla="*/ 129852 w 129851"/>
                  <a:gd name="connsiteY6" fmla="*/ 3012 h 6023"/>
                  <a:gd name="connsiteX7" fmla="*/ 129852 w 129851"/>
                  <a:gd name="connsiteY7" fmla="*/ 3012 h 6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851" h="6023">
                    <a:moveTo>
                      <a:pt x="129852" y="3012"/>
                    </a:moveTo>
                    <a:cubicBezTo>
                      <a:pt x="129852" y="1406"/>
                      <a:pt x="128458" y="0"/>
                      <a:pt x="126864" y="0"/>
                    </a:cubicBezTo>
                    <a:lnTo>
                      <a:pt x="2987" y="0"/>
                    </a:lnTo>
                    <a:cubicBezTo>
                      <a:pt x="1394" y="0"/>
                      <a:pt x="0" y="1406"/>
                      <a:pt x="0" y="3012"/>
                    </a:cubicBezTo>
                    <a:cubicBezTo>
                      <a:pt x="0" y="4618"/>
                      <a:pt x="1394" y="6024"/>
                      <a:pt x="2987" y="6024"/>
                    </a:cubicBezTo>
                    <a:lnTo>
                      <a:pt x="126864" y="6024"/>
                    </a:lnTo>
                    <a:cubicBezTo>
                      <a:pt x="128458" y="6024"/>
                      <a:pt x="129852" y="4618"/>
                      <a:pt x="129852" y="3012"/>
                    </a:cubicBezTo>
                    <a:lnTo>
                      <a:pt x="129852" y="3012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799" name="任意多边形: 形状 3798">
                <a:extLst>
                  <a:ext uri="{FF2B5EF4-FFF2-40B4-BE49-F238E27FC236}">
                    <a16:creationId xmlns:a16="http://schemas.microsoft.com/office/drawing/2014/main" id="{9097C901-9148-30CE-D4E0-E7529D939107}"/>
                  </a:ext>
                </a:extLst>
              </p:cNvPr>
              <p:cNvSpPr/>
              <p:nvPr/>
            </p:nvSpPr>
            <p:spPr>
              <a:xfrm>
                <a:off x="1325469" y="5675178"/>
                <a:ext cx="128988" cy="33330"/>
              </a:xfrm>
              <a:custGeom>
                <a:avLst/>
                <a:gdLst>
                  <a:gd name="connsiteX0" fmla="*/ 128989 w 128988"/>
                  <a:gd name="connsiteY0" fmla="*/ 33331 h 33330"/>
                  <a:gd name="connsiteX1" fmla="*/ 0 w 128988"/>
                  <a:gd name="connsiteY1" fmla="*/ 33331 h 33330"/>
                  <a:gd name="connsiteX2" fmla="*/ 33127 w 128988"/>
                  <a:gd name="connsiteY2" fmla="*/ 0 h 33330"/>
                  <a:gd name="connsiteX3" fmla="*/ 95796 w 128988"/>
                  <a:gd name="connsiteY3" fmla="*/ 0 h 33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988" h="33330">
                    <a:moveTo>
                      <a:pt x="128989" y="33331"/>
                    </a:moveTo>
                    <a:lnTo>
                      <a:pt x="0" y="33331"/>
                    </a:lnTo>
                    <a:lnTo>
                      <a:pt x="33127" y="0"/>
                    </a:lnTo>
                    <a:lnTo>
                      <a:pt x="95796" y="0"/>
                    </a:lnTo>
                    <a:close/>
                  </a:path>
                </a:pathLst>
              </a:custGeom>
              <a:solidFill>
                <a:srgbClr val="2B354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00" name="任意多边形: 形状 3799">
                <a:extLst>
                  <a:ext uri="{FF2B5EF4-FFF2-40B4-BE49-F238E27FC236}">
                    <a16:creationId xmlns:a16="http://schemas.microsoft.com/office/drawing/2014/main" id="{A6A33A2A-DF88-518E-5D03-7A92CB41D632}"/>
                  </a:ext>
                </a:extLst>
              </p:cNvPr>
              <p:cNvSpPr/>
              <p:nvPr/>
            </p:nvSpPr>
            <p:spPr>
              <a:xfrm>
                <a:off x="1235847" y="5458997"/>
                <a:ext cx="308231" cy="192688"/>
              </a:xfrm>
              <a:custGeom>
                <a:avLst/>
                <a:gdLst>
                  <a:gd name="connsiteX0" fmla="*/ 308099 w 308231"/>
                  <a:gd name="connsiteY0" fmla="*/ 3882 h 192688"/>
                  <a:gd name="connsiteX1" fmla="*/ 304249 w 308231"/>
                  <a:gd name="connsiteY1" fmla="*/ 0 h 192688"/>
                  <a:gd name="connsiteX2" fmla="*/ 3850 w 308231"/>
                  <a:gd name="connsiteY2" fmla="*/ 0 h 192688"/>
                  <a:gd name="connsiteX3" fmla="*/ 0 w 308231"/>
                  <a:gd name="connsiteY3" fmla="*/ 3882 h 192688"/>
                  <a:gd name="connsiteX4" fmla="*/ 0 w 308231"/>
                  <a:gd name="connsiteY4" fmla="*/ 188807 h 192688"/>
                  <a:gd name="connsiteX5" fmla="*/ 3850 w 308231"/>
                  <a:gd name="connsiteY5" fmla="*/ 192689 h 192688"/>
                  <a:gd name="connsiteX6" fmla="*/ 304381 w 308231"/>
                  <a:gd name="connsiteY6" fmla="*/ 192689 h 192688"/>
                  <a:gd name="connsiteX7" fmla="*/ 308232 w 308231"/>
                  <a:gd name="connsiteY7" fmla="*/ 188807 h 192688"/>
                  <a:gd name="connsiteX8" fmla="*/ 308232 w 308231"/>
                  <a:gd name="connsiteY8" fmla="*/ 3882 h 192688"/>
                  <a:gd name="connsiteX9" fmla="*/ 308099 w 308231"/>
                  <a:gd name="connsiteY9" fmla="*/ 3882 h 19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8231" h="192688">
                    <a:moveTo>
                      <a:pt x="308099" y="3882"/>
                    </a:moveTo>
                    <a:cubicBezTo>
                      <a:pt x="308099" y="1740"/>
                      <a:pt x="306373" y="0"/>
                      <a:pt x="304249" y="0"/>
                    </a:cubicBezTo>
                    <a:lnTo>
                      <a:pt x="3850" y="0"/>
                    </a:lnTo>
                    <a:cubicBezTo>
                      <a:pt x="1726" y="0"/>
                      <a:pt x="0" y="1740"/>
                      <a:pt x="0" y="3882"/>
                    </a:cubicBezTo>
                    <a:lnTo>
                      <a:pt x="0" y="188807"/>
                    </a:lnTo>
                    <a:cubicBezTo>
                      <a:pt x="0" y="190948"/>
                      <a:pt x="1726" y="192689"/>
                      <a:pt x="3850" y="192689"/>
                    </a:cubicBezTo>
                    <a:lnTo>
                      <a:pt x="304381" y="192689"/>
                    </a:lnTo>
                    <a:cubicBezTo>
                      <a:pt x="306506" y="192689"/>
                      <a:pt x="308232" y="190948"/>
                      <a:pt x="308232" y="188807"/>
                    </a:cubicBezTo>
                    <a:lnTo>
                      <a:pt x="308232" y="3882"/>
                    </a:lnTo>
                    <a:lnTo>
                      <a:pt x="308099" y="3882"/>
                    </a:lnTo>
                    <a:close/>
                  </a:path>
                </a:pathLst>
              </a:custGeom>
              <a:solidFill>
                <a:srgbClr val="B1B2FF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01" name="任意多边形: 形状 3800">
                <a:extLst>
                  <a:ext uri="{FF2B5EF4-FFF2-40B4-BE49-F238E27FC236}">
                    <a16:creationId xmlns:a16="http://schemas.microsoft.com/office/drawing/2014/main" id="{F112C04D-B3B7-4BCD-EAB3-6493235E539A}"/>
                  </a:ext>
                </a:extLst>
              </p:cNvPr>
              <p:cNvSpPr/>
              <p:nvPr/>
            </p:nvSpPr>
            <p:spPr>
              <a:xfrm>
                <a:off x="1217193" y="5441797"/>
                <a:ext cx="345607" cy="209889"/>
              </a:xfrm>
              <a:custGeom>
                <a:avLst/>
                <a:gdLst>
                  <a:gd name="connsiteX0" fmla="*/ 345475 w 345607"/>
                  <a:gd name="connsiteY0" fmla="*/ 4217 h 209889"/>
                  <a:gd name="connsiteX1" fmla="*/ 341624 w 345607"/>
                  <a:gd name="connsiteY1" fmla="*/ 0 h 209889"/>
                  <a:gd name="connsiteX2" fmla="*/ 3850 w 345607"/>
                  <a:gd name="connsiteY2" fmla="*/ 0 h 209889"/>
                  <a:gd name="connsiteX3" fmla="*/ 0 w 345607"/>
                  <a:gd name="connsiteY3" fmla="*/ 4217 h 209889"/>
                  <a:gd name="connsiteX4" fmla="*/ 0 w 345607"/>
                  <a:gd name="connsiteY4" fmla="*/ 205673 h 209889"/>
                  <a:gd name="connsiteX5" fmla="*/ 3850 w 345607"/>
                  <a:gd name="connsiteY5" fmla="*/ 209889 h 209889"/>
                  <a:gd name="connsiteX6" fmla="*/ 341757 w 345607"/>
                  <a:gd name="connsiteY6" fmla="*/ 209889 h 209889"/>
                  <a:gd name="connsiteX7" fmla="*/ 345607 w 345607"/>
                  <a:gd name="connsiteY7" fmla="*/ 205673 h 209889"/>
                  <a:gd name="connsiteX8" fmla="*/ 345607 w 345607"/>
                  <a:gd name="connsiteY8" fmla="*/ 4217 h 209889"/>
                  <a:gd name="connsiteX9" fmla="*/ 345475 w 345607"/>
                  <a:gd name="connsiteY9" fmla="*/ 4217 h 209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5607" h="209889">
                    <a:moveTo>
                      <a:pt x="345475" y="4217"/>
                    </a:moveTo>
                    <a:cubicBezTo>
                      <a:pt x="345475" y="1874"/>
                      <a:pt x="343749" y="0"/>
                      <a:pt x="341624" y="0"/>
                    </a:cubicBezTo>
                    <a:lnTo>
                      <a:pt x="3850" y="0"/>
                    </a:lnTo>
                    <a:cubicBezTo>
                      <a:pt x="1726" y="0"/>
                      <a:pt x="0" y="1941"/>
                      <a:pt x="0" y="4217"/>
                    </a:cubicBezTo>
                    <a:lnTo>
                      <a:pt x="0" y="205673"/>
                    </a:lnTo>
                    <a:cubicBezTo>
                      <a:pt x="0" y="208015"/>
                      <a:pt x="1726" y="209889"/>
                      <a:pt x="3850" y="209889"/>
                    </a:cubicBezTo>
                    <a:lnTo>
                      <a:pt x="341757" y="209889"/>
                    </a:lnTo>
                    <a:cubicBezTo>
                      <a:pt x="343881" y="209889"/>
                      <a:pt x="345607" y="207948"/>
                      <a:pt x="345607" y="205673"/>
                    </a:cubicBezTo>
                    <a:lnTo>
                      <a:pt x="345607" y="4217"/>
                    </a:lnTo>
                    <a:lnTo>
                      <a:pt x="345475" y="4217"/>
                    </a:lnTo>
                    <a:close/>
                  </a:path>
                </a:pathLst>
              </a:custGeom>
              <a:solidFill>
                <a:srgbClr val="111D38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02" name="任意多边形: 形状 3801">
                <a:extLst>
                  <a:ext uri="{FF2B5EF4-FFF2-40B4-BE49-F238E27FC236}">
                    <a16:creationId xmlns:a16="http://schemas.microsoft.com/office/drawing/2014/main" id="{3A1E49A0-217C-F4DC-22D2-7274759D612E}"/>
                  </a:ext>
                </a:extLst>
              </p:cNvPr>
              <p:cNvSpPr/>
              <p:nvPr/>
            </p:nvSpPr>
            <p:spPr>
              <a:xfrm>
                <a:off x="1257091" y="5488915"/>
                <a:ext cx="263553" cy="121609"/>
              </a:xfrm>
              <a:custGeom>
                <a:avLst/>
                <a:gdLst>
                  <a:gd name="connsiteX0" fmla="*/ 141469 w 263553"/>
                  <a:gd name="connsiteY0" fmla="*/ 0 h 121609"/>
                  <a:gd name="connsiteX1" fmla="*/ 263554 w 263553"/>
                  <a:gd name="connsiteY1" fmla="*/ 0 h 121609"/>
                  <a:gd name="connsiteX2" fmla="*/ 263554 w 263553"/>
                  <a:gd name="connsiteY2" fmla="*/ 121610 h 121609"/>
                  <a:gd name="connsiteX3" fmla="*/ 141469 w 263553"/>
                  <a:gd name="connsiteY3" fmla="*/ 121610 h 121609"/>
                  <a:gd name="connsiteX4" fmla="*/ 141469 w 263553"/>
                  <a:gd name="connsiteY4" fmla="*/ 0 h 121609"/>
                  <a:gd name="connsiteX5" fmla="*/ 0 w 263553"/>
                  <a:gd name="connsiteY5" fmla="*/ 0 h 121609"/>
                  <a:gd name="connsiteX6" fmla="*/ 122085 w 263553"/>
                  <a:gd name="connsiteY6" fmla="*/ 0 h 121609"/>
                  <a:gd name="connsiteX7" fmla="*/ 122085 w 263553"/>
                  <a:gd name="connsiteY7" fmla="*/ 121610 h 121609"/>
                  <a:gd name="connsiteX8" fmla="*/ 0 w 263553"/>
                  <a:gd name="connsiteY8" fmla="*/ 121610 h 121609"/>
                  <a:gd name="connsiteX9" fmla="*/ 0 w 263553"/>
                  <a:gd name="connsiteY9" fmla="*/ 0 h 121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3553" h="121609">
                    <a:moveTo>
                      <a:pt x="141469" y="0"/>
                    </a:moveTo>
                    <a:lnTo>
                      <a:pt x="263554" y="0"/>
                    </a:lnTo>
                    <a:lnTo>
                      <a:pt x="263554" y="121610"/>
                    </a:lnTo>
                    <a:lnTo>
                      <a:pt x="141469" y="121610"/>
                    </a:lnTo>
                    <a:lnTo>
                      <a:pt x="141469" y="0"/>
                    </a:lnTo>
                    <a:close/>
                    <a:moveTo>
                      <a:pt x="0" y="0"/>
                    </a:moveTo>
                    <a:lnTo>
                      <a:pt x="122085" y="0"/>
                    </a:lnTo>
                    <a:lnTo>
                      <a:pt x="122085" y="121610"/>
                    </a:lnTo>
                    <a:lnTo>
                      <a:pt x="0" y="1216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D9D9"/>
              </a:solidFill>
              <a:ln w="14358" cap="flat">
                <a:solidFill>
                  <a:srgbClr val="D9D9D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03" name="任意多边形: 形状 3802">
                <a:extLst>
                  <a:ext uri="{FF2B5EF4-FFF2-40B4-BE49-F238E27FC236}">
                    <a16:creationId xmlns:a16="http://schemas.microsoft.com/office/drawing/2014/main" id="{BF09BAE5-F5D2-1856-0687-82C2E9FF06CA}"/>
                  </a:ext>
                </a:extLst>
              </p:cNvPr>
              <p:cNvSpPr/>
              <p:nvPr/>
            </p:nvSpPr>
            <p:spPr>
              <a:xfrm>
                <a:off x="1237706" y="5457391"/>
                <a:ext cx="305244" cy="180172"/>
              </a:xfrm>
              <a:custGeom>
                <a:avLst/>
                <a:gdLst>
                  <a:gd name="connsiteX0" fmla="*/ 0 w 305244"/>
                  <a:gd name="connsiteY0" fmla="*/ 0 h 180172"/>
                  <a:gd name="connsiteX1" fmla="*/ 0 w 305244"/>
                  <a:gd name="connsiteY1" fmla="*/ 180173 h 180172"/>
                  <a:gd name="connsiteX2" fmla="*/ 305245 w 305244"/>
                  <a:gd name="connsiteY2" fmla="*/ 180173 h 180172"/>
                  <a:gd name="connsiteX3" fmla="*/ 305245 w 305244"/>
                  <a:gd name="connsiteY3" fmla="*/ 0 h 180172"/>
                  <a:gd name="connsiteX4" fmla="*/ 0 w 305244"/>
                  <a:gd name="connsiteY4" fmla="*/ 0 h 180172"/>
                  <a:gd name="connsiteX5" fmla="*/ 160854 w 305244"/>
                  <a:gd name="connsiteY5" fmla="*/ 31524 h 180172"/>
                  <a:gd name="connsiteX6" fmla="*/ 282939 w 305244"/>
                  <a:gd name="connsiteY6" fmla="*/ 31524 h 180172"/>
                  <a:gd name="connsiteX7" fmla="*/ 282939 w 305244"/>
                  <a:gd name="connsiteY7" fmla="*/ 153134 h 180172"/>
                  <a:gd name="connsiteX8" fmla="*/ 160854 w 305244"/>
                  <a:gd name="connsiteY8" fmla="*/ 153134 h 180172"/>
                  <a:gd name="connsiteX9" fmla="*/ 160854 w 305244"/>
                  <a:gd name="connsiteY9" fmla="*/ 31524 h 180172"/>
                  <a:gd name="connsiteX10" fmla="*/ 19385 w 305244"/>
                  <a:gd name="connsiteY10" fmla="*/ 31524 h 180172"/>
                  <a:gd name="connsiteX11" fmla="*/ 141469 w 305244"/>
                  <a:gd name="connsiteY11" fmla="*/ 31524 h 180172"/>
                  <a:gd name="connsiteX12" fmla="*/ 141469 w 305244"/>
                  <a:gd name="connsiteY12" fmla="*/ 153134 h 180172"/>
                  <a:gd name="connsiteX13" fmla="*/ 19385 w 305244"/>
                  <a:gd name="connsiteY13" fmla="*/ 153134 h 180172"/>
                  <a:gd name="connsiteX14" fmla="*/ 19385 w 305244"/>
                  <a:gd name="connsiteY14" fmla="*/ 31524 h 180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5244" h="180172">
                    <a:moveTo>
                      <a:pt x="0" y="0"/>
                    </a:moveTo>
                    <a:lnTo>
                      <a:pt x="0" y="180173"/>
                    </a:lnTo>
                    <a:lnTo>
                      <a:pt x="305245" y="180173"/>
                    </a:lnTo>
                    <a:lnTo>
                      <a:pt x="305245" y="0"/>
                    </a:lnTo>
                    <a:lnTo>
                      <a:pt x="0" y="0"/>
                    </a:lnTo>
                    <a:close/>
                    <a:moveTo>
                      <a:pt x="160854" y="31524"/>
                    </a:moveTo>
                    <a:lnTo>
                      <a:pt x="282939" y="31524"/>
                    </a:lnTo>
                    <a:lnTo>
                      <a:pt x="282939" y="153134"/>
                    </a:lnTo>
                    <a:lnTo>
                      <a:pt x="160854" y="153134"/>
                    </a:lnTo>
                    <a:lnTo>
                      <a:pt x="160854" y="31524"/>
                    </a:lnTo>
                    <a:close/>
                    <a:moveTo>
                      <a:pt x="19385" y="31524"/>
                    </a:moveTo>
                    <a:lnTo>
                      <a:pt x="141469" y="31524"/>
                    </a:lnTo>
                    <a:lnTo>
                      <a:pt x="141469" y="153134"/>
                    </a:lnTo>
                    <a:lnTo>
                      <a:pt x="19385" y="153134"/>
                    </a:lnTo>
                    <a:lnTo>
                      <a:pt x="19385" y="31524"/>
                    </a:lnTo>
                    <a:close/>
                  </a:path>
                </a:pathLst>
              </a:custGeom>
              <a:solidFill>
                <a:srgbClr val="F2F2F2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04" name="任意多边形: 形状 3803">
                <a:extLst>
                  <a:ext uri="{FF2B5EF4-FFF2-40B4-BE49-F238E27FC236}">
                    <a16:creationId xmlns:a16="http://schemas.microsoft.com/office/drawing/2014/main" id="{62211015-4AEA-36D8-7922-544EFB82B3C3}"/>
                  </a:ext>
                </a:extLst>
              </p:cNvPr>
              <p:cNvSpPr/>
              <p:nvPr/>
            </p:nvSpPr>
            <p:spPr>
              <a:xfrm>
                <a:off x="1412037" y="5512942"/>
                <a:ext cx="89356" cy="70743"/>
              </a:xfrm>
              <a:custGeom>
                <a:avLst/>
                <a:gdLst>
                  <a:gd name="connsiteX0" fmla="*/ 20779 w 89356"/>
                  <a:gd name="connsiteY0" fmla="*/ 0 h 70743"/>
                  <a:gd name="connsiteX1" fmla="*/ 23766 w 89356"/>
                  <a:gd name="connsiteY1" fmla="*/ 0 h 70743"/>
                  <a:gd name="connsiteX2" fmla="*/ 28214 w 89356"/>
                  <a:gd name="connsiteY2" fmla="*/ 1472 h 70743"/>
                  <a:gd name="connsiteX3" fmla="*/ 31202 w 89356"/>
                  <a:gd name="connsiteY3" fmla="*/ 2945 h 70743"/>
                  <a:gd name="connsiteX4" fmla="*/ 34189 w 89356"/>
                  <a:gd name="connsiteY4" fmla="*/ 5957 h 70743"/>
                  <a:gd name="connsiteX5" fmla="*/ 37176 w 89356"/>
                  <a:gd name="connsiteY5" fmla="*/ 8968 h 70743"/>
                  <a:gd name="connsiteX6" fmla="*/ 38637 w 89356"/>
                  <a:gd name="connsiteY6" fmla="*/ 11980 h 70743"/>
                  <a:gd name="connsiteX7" fmla="*/ 40097 w 89356"/>
                  <a:gd name="connsiteY7" fmla="*/ 16465 h 70743"/>
                  <a:gd name="connsiteX8" fmla="*/ 40097 w 89356"/>
                  <a:gd name="connsiteY8" fmla="*/ 20949 h 70743"/>
                  <a:gd name="connsiteX9" fmla="*/ 40097 w 89356"/>
                  <a:gd name="connsiteY9" fmla="*/ 25433 h 70743"/>
                  <a:gd name="connsiteX10" fmla="*/ 38637 w 89356"/>
                  <a:gd name="connsiteY10" fmla="*/ 28445 h 70743"/>
                  <a:gd name="connsiteX11" fmla="*/ 37176 w 89356"/>
                  <a:gd name="connsiteY11" fmla="*/ 32929 h 70743"/>
                  <a:gd name="connsiteX12" fmla="*/ 34189 w 89356"/>
                  <a:gd name="connsiteY12" fmla="*/ 35941 h 70743"/>
                  <a:gd name="connsiteX13" fmla="*/ 31202 w 89356"/>
                  <a:gd name="connsiteY13" fmla="*/ 37413 h 70743"/>
                  <a:gd name="connsiteX14" fmla="*/ 28214 w 89356"/>
                  <a:gd name="connsiteY14" fmla="*/ 40425 h 70743"/>
                  <a:gd name="connsiteX15" fmla="*/ 23766 w 89356"/>
                  <a:gd name="connsiteY15" fmla="*/ 41898 h 70743"/>
                  <a:gd name="connsiteX16" fmla="*/ 20779 w 89356"/>
                  <a:gd name="connsiteY16" fmla="*/ 41898 h 70743"/>
                  <a:gd name="connsiteX17" fmla="*/ 16331 w 89356"/>
                  <a:gd name="connsiteY17" fmla="*/ 41898 h 70743"/>
                  <a:gd name="connsiteX18" fmla="*/ 11883 w 89356"/>
                  <a:gd name="connsiteY18" fmla="*/ 40425 h 70743"/>
                  <a:gd name="connsiteX19" fmla="*/ 8896 w 89356"/>
                  <a:gd name="connsiteY19" fmla="*/ 37413 h 70743"/>
                  <a:gd name="connsiteX20" fmla="*/ 5908 w 89356"/>
                  <a:gd name="connsiteY20" fmla="*/ 35941 h 70743"/>
                  <a:gd name="connsiteX21" fmla="*/ 2921 w 89356"/>
                  <a:gd name="connsiteY21" fmla="*/ 32929 h 70743"/>
                  <a:gd name="connsiteX22" fmla="*/ 1460 w 89356"/>
                  <a:gd name="connsiteY22" fmla="*/ 28445 h 70743"/>
                  <a:gd name="connsiteX23" fmla="*/ 0 w 89356"/>
                  <a:gd name="connsiteY23" fmla="*/ 25433 h 70743"/>
                  <a:gd name="connsiteX24" fmla="*/ 0 w 89356"/>
                  <a:gd name="connsiteY24" fmla="*/ 20949 h 70743"/>
                  <a:gd name="connsiteX25" fmla="*/ 0 w 89356"/>
                  <a:gd name="connsiteY25" fmla="*/ 16465 h 70743"/>
                  <a:gd name="connsiteX26" fmla="*/ 1460 w 89356"/>
                  <a:gd name="connsiteY26" fmla="*/ 11980 h 70743"/>
                  <a:gd name="connsiteX27" fmla="*/ 2921 w 89356"/>
                  <a:gd name="connsiteY27" fmla="*/ 8968 h 70743"/>
                  <a:gd name="connsiteX28" fmla="*/ 5908 w 89356"/>
                  <a:gd name="connsiteY28" fmla="*/ 5957 h 70743"/>
                  <a:gd name="connsiteX29" fmla="*/ 8896 w 89356"/>
                  <a:gd name="connsiteY29" fmla="*/ 2945 h 70743"/>
                  <a:gd name="connsiteX30" fmla="*/ 11883 w 89356"/>
                  <a:gd name="connsiteY30" fmla="*/ 1472 h 70743"/>
                  <a:gd name="connsiteX31" fmla="*/ 16331 w 89356"/>
                  <a:gd name="connsiteY31" fmla="*/ 0 h 70743"/>
                  <a:gd name="connsiteX32" fmla="*/ 20779 w 89356"/>
                  <a:gd name="connsiteY32" fmla="*/ 0 h 70743"/>
                  <a:gd name="connsiteX33" fmla="*/ 20779 w 89356"/>
                  <a:gd name="connsiteY33" fmla="*/ 0 h 70743"/>
                  <a:gd name="connsiteX34" fmla="*/ 89290 w 89356"/>
                  <a:gd name="connsiteY34" fmla="*/ 6024 h 70743"/>
                  <a:gd name="connsiteX35" fmla="*/ 89290 w 89356"/>
                  <a:gd name="connsiteY35" fmla="*/ 57090 h 70743"/>
                  <a:gd name="connsiteX36" fmla="*/ 13344 w 89356"/>
                  <a:gd name="connsiteY36" fmla="*/ 57090 h 70743"/>
                  <a:gd name="connsiteX37" fmla="*/ 13344 w 89356"/>
                  <a:gd name="connsiteY37" fmla="*/ 43571 h 70743"/>
                  <a:gd name="connsiteX38" fmla="*/ 16331 w 89356"/>
                  <a:gd name="connsiteY38" fmla="*/ 45043 h 70743"/>
                  <a:gd name="connsiteX39" fmla="*/ 19318 w 89356"/>
                  <a:gd name="connsiteY39" fmla="*/ 45043 h 70743"/>
                  <a:gd name="connsiteX40" fmla="*/ 19318 w 89356"/>
                  <a:gd name="connsiteY40" fmla="*/ 51067 h 70743"/>
                  <a:gd name="connsiteX41" fmla="*/ 81854 w 89356"/>
                  <a:gd name="connsiteY41" fmla="*/ 51067 h 70743"/>
                  <a:gd name="connsiteX42" fmla="*/ 81854 w 89356"/>
                  <a:gd name="connsiteY42" fmla="*/ 12047 h 70743"/>
                  <a:gd name="connsiteX43" fmla="*/ 43151 w 89356"/>
                  <a:gd name="connsiteY43" fmla="*/ 12047 h 70743"/>
                  <a:gd name="connsiteX44" fmla="*/ 41691 w 89356"/>
                  <a:gd name="connsiteY44" fmla="*/ 9035 h 70743"/>
                  <a:gd name="connsiteX45" fmla="*/ 38703 w 89356"/>
                  <a:gd name="connsiteY45" fmla="*/ 6024 h 70743"/>
                  <a:gd name="connsiteX46" fmla="*/ 89356 w 89356"/>
                  <a:gd name="connsiteY46" fmla="*/ 6024 h 70743"/>
                  <a:gd name="connsiteX47" fmla="*/ 89356 w 89356"/>
                  <a:gd name="connsiteY47" fmla="*/ 6024 h 70743"/>
                  <a:gd name="connsiteX48" fmla="*/ 89356 w 89356"/>
                  <a:gd name="connsiteY48" fmla="*/ 6024 h 70743"/>
                  <a:gd name="connsiteX49" fmla="*/ 28214 w 89356"/>
                  <a:gd name="connsiteY49" fmla="*/ 19543 h 70743"/>
                  <a:gd name="connsiteX50" fmla="*/ 37176 w 89356"/>
                  <a:gd name="connsiteY50" fmla="*/ 19543 h 70743"/>
                  <a:gd name="connsiteX51" fmla="*/ 37176 w 89356"/>
                  <a:gd name="connsiteY51" fmla="*/ 16531 h 70743"/>
                  <a:gd name="connsiteX52" fmla="*/ 35716 w 89356"/>
                  <a:gd name="connsiteY52" fmla="*/ 13520 h 70743"/>
                  <a:gd name="connsiteX53" fmla="*/ 28281 w 89356"/>
                  <a:gd name="connsiteY53" fmla="*/ 13520 h 70743"/>
                  <a:gd name="connsiteX54" fmla="*/ 28281 w 89356"/>
                  <a:gd name="connsiteY54" fmla="*/ 19543 h 70743"/>
                  <a:gd name="connsiteX55" fmla="*/ 28281 w 89356"/>
                  <a:gd name="connsiteY55" fmla="*/ 19543 h 70743"/>
                  <a:gd name="connsiteX56" fmla="*/ 2921 w 89356"/>
                  <a:gd name="connsiteY56" fmla="*/ 19543 h 70743"/>
                  <a:gd name="connsiteX57" fmla="*/ 11883 w 89356"/>
                  <a:gd name="connsiteY57" fmla="*/ 19543 h 70743"/>
                  <a:gd name="connsiteX58" fmla="*/ 11883 w 89356"/>
                  <a:gd name="connsiteY58" fmla="*/ 13520 h 70743"/>
                  <a:gd name="connsiteX59" fmla="*/ 4448 w 89356"/>
                  <a:gd name="connsiteY59" fmla="*/ 13520 h 70743"/>
                  <a:gd name="connsiteX60" fmla="*/ 2921 w 89356"/>
                  <a:gd name="connsiteY60" fmla="*/ 16531 h 70743"/>
                  <a:gd name="connsiteX61" fmla="*/ 2921 w 89356"/>
                  <a:gd name="connsiteY61" fmla="*/ 19543 h 70743"/>
                  <a:gd name="connsiteX62" fmla="*/ 2921 w 89356"/>
                  <a:gd name="connsiteY62" fmla="*/ 19543 h 70743"/>
                  <a:gd name="connsiteX63" fmla="*/ 14804 w 89356"/>
                  <a:gd name="connsiteY63" fmla="*/ 13520 h 70743"/>
                  <a:gd name="connsiteX64" fmla="*/ 14804 w 89356"/>
                  <a:gd name="connsiteY64" fmla="*/ 16531 h 70743"/>
                  <a:gd name="connsiteX65" fmla="*/ 14804 w 89356"/>
                  <a:gd name="connsiteY65" fmla="*/ 19543 h 70743"/>
                  <a:gd name="connsiteX66" fmla="*/ 26687 w 89356"/>
                  <a:gd name="connsiteY66" fmla="*/ 19543 h 70743"/>
                  <a:gd name="connsiteX67" fmla="*/ 25227 w 89356"/>
                  <a:gd name="connsiteY67" fmla="*/ 16531 h 70743"/>
                  <a:gd name="connsiteX68" fmla="*/ 25227 w 89356"/>
                  <a:gd name="connsiteY68" fmla="*/ 13520 h 70743"/>
                  <a:gd name="connsiteX69" fmla="*/ 14804 w 89356"/>
                  <a:gd name="connsiteY69" fmla="*/ 13520 h 70743"/>
                  <a:gd name="connsiteX70" fmla="*/ 14804 w 89356"/>
                  <a:gd name="connsiteY70" fmla="*/ 13520 h 70743"/>
                  <a:gd name="connsiteX71" fmla="*/ 2921 w 89356"/>
                  <a:gd name="connsiteY71" fmla="*/ 22555 h 70743"/>
                  <a:gd name="connsiteX72" fmla="*/ 2921 w 89356"/>
                  <a:gd name="connsiteY72" fmla="*/ 25567 h 70743"/>
                  <a:gd name="connsiteX73" fmla="*/ 4448 w 89356"/>
                  <a:gd name="connsiteY73" fmla="*/ 28579 h 70743"/>
                  <a:gd name="connsiteX74" fmla="*/ 11883 w 89356"/>
                  <a:gd name="connsiteY74" fmla="*/ 28579 h 70743"/>
                  <a:gd name="connsiteX75" fmla="*/ 11883 w 89356"/>
                  <a:gd name="connsiteY75" fmla="*/ 25567 h 70743"/>
                  <a:gd name="connsiteX76" fmla="*/ 11883 w 89356"/>
                  <a:gd name="connsiteY76" fmla="*/ 22555 h 70743"/>
                  <a:gd name="connsiteX77" fmla="*/ 2921 w 89356"/>
                  <a:gd name="connsiteY77" fmla="*/ 22555 h 70743"/>
                  <a:gd name="connsiteX78" fmla="*/ 2921 w 89356"/>
                  <a:gd name="connsiteY78" fmla="*/ 22555 h 70743"/>
                  <a:gd name="connsiteX79" fmla="*/ 14804 w 89356"/>
                  <a:gd name="connsiteY79" fmla="*/ 22555 h 70743"/>
                  <a:gd name="connsiteX80" fmla="*/ 14804 w 89356"/>
                  <a:gd name="connsiteY80" fmla="*/ 25567 h 70743"/>
                  <a:gd name="connsiteX81" fmla="*/ 14804 w 89356"/>
                  <a:gd name="connsiteY81" fmla="*/ 28579 h 70743"/>
                  <a:gd name="connsiteX82" fmla="*/ 25227 w 89356"/>
                  <a:gd name="connsiteY82" fmla="*/ 28579 h 70743"/>
                  <a:gd name="connsiteX83" fmla="*/ 25227 w 89356"/>
                  <a:gd name="connsiteY83" fmla="*/ 25567 h 70743"/>
                  <a:gd name="connsiteX84" fmla="*/ 26687 w 89356"/>
                  <a:gd name="connsiteY84" fmla="*/ 22555 h 70743"/>
                  <a:gd name="connsiteX85" fmla="*/ 14804 w 89356"/>
                  <a:gd name="connsiteY85" fmla="*/ 22555 h 70743"/>
                  <a:gd name="connsiteX86" fmla="*/ 14804 w 89356"/>
                  <a:gd name="connsiteY86" fmla="*/ 22555 h 70743"/>
                  <a:gd name="connsiteX87" fmla="*/ 28214 w 89356"/>
                  <a:gd name="connsiteY87" fmla="*/ 22555 h 70743"/>
                  <a:gd name="connsiteX88" fmla="*/ 28214 w 89356"/>
                  <a:gd name="connsiteY88" fmla="*/ 28579 h 70743"/>
                  <a:gd name="connsiteX89" fmla="*/ 35649 w 89356"/>
                  <a:gd name="connsiteY89" fmla="*/ 28579 h 70743"/>
                  <a:gd name="connsiteX90" fmla="*/ 37110 w 89356"/>
                  <a:gd name="connsiteY90" fmla="*/ 25567 h 70743"/>
                  <a:gd name="connsiteX91" fmla="*/ 37110 w 89356"/>
                  <a:gd name="connsiteY91" fmla="*/ 22555 h 70743"/>
                  <a:gd name="connsiteX92" fmla="*/ 28148 w 89356"/>
                  <a:gd name="connsiteY92" fmla="*/ 22555 h 70743"/>
                  <a:gd name="connsiteX93" fmla="*/ 28148 w 89356"/>
                  <a:gd name="connsiteY93" fmla="*/ 22555 h 70743"/>
                  <a:gd name="connsiteX94" fmla="*/ 34189 w 89356"/>
                  <a:gd name="connsiteY94" fmla="*/ 10575 h 70743"/>
                  <a:gd name="connsiteX95" fmla="*/ 31202 w 89356"/>
                  <a:gd name="connsiteY95" fmla="*/ 6091 h 70743"/>
                  <a:gd name="connsiteX96" fmla="*/ 28214 w 89356"/>
                  <a:gd name="connsiteY96" fmla="*/ 4618 h 70743"/>
                  <a:gd name="connsiteX97" fmla="*/ 25227 w 89356"/>
                  <a:gd name="connsiteY97" fmla="*/ 4618 h 70743"/>
                  <a:gd name="connsiteX98" fmla="*/ 26687 w 89356"/>
                  <a:gd name="connsiteY98" fmla="*/ 7630 h 70743"/>
                  <a:gd name="connsiteX99" fmla="*/ 28148 w 89356"/>
                  <a:gd name="connsiteY99" fmla="*/ 10642 h 70743"/>
                  <a:gd name="connsiteX100" fmla="*/ 34123 w 89356"/>
                  <a:gd name="connsiteY100" fmla="*/ 10642 h 70743"/>
                  <a:gd name="connsiteX101" fmla="*/ 34123 w 89356"/>
                  <a:gd name="connsiteY101" fmla="*/ 10642 h 70743"/>
                  <a:gd name="connsiteX102" fmla="*/ 22306 w 89356"/>
                  <a:gd name="connsiteY102" fmla="*/ 3079 h 70743"/>
                  <a:gd name="connsiteX103" fmla="*/ 20845 w 89356"/>
                  <a:gd name="connsiteY103" fmla="*/ 3079 h 70743"/>
                  <a:gd name="connsiteX104" fmla="*/ 17858 w 89356"/>
                  <a:gd name="connsiteY104" fmla="*/ 3079 h 70743"/>
                  <a:gd name="connsiteX105" fmla="*/ 16331 w 89356"/>
                  <a:gd name="connsiteY105" fmla="*/ 6091 h 70743"/>
                  <a:gd name="connsiteX106" fmla="*/ 14871 w 89356"/>
                  <a:gd name="connsiteY106" fmla="*/ 10575 h 70743"/>
                  <a:gd name="connsiteX107" fmla="*/ 25293 w 89356"/>
                  <a:gd name="connsiteY107" fmla="*/ 10575 h 70743"/>
                  <a:gd name="connsiteX108" fmla="*/ 23833 w 89356"/>
                  <a:gd name="connsiteY108" fmla="*/ 6091 h 70743"/>
                  <a:gd name="connsiteX109" fmla="*/ 22306 w 89356"/>
                  <a:gd name="connsiteY109" fmla="*/ 3079 h 70743"/>
                  <a:gd name="connsiteX110" fmla="*/ 22306 w 89356"/>
                  <a:gd name="connsiteY110" fmla="*/ 3079 h 70743"/>
                  <a:gd name="connsiteX111" fmla="*/ 22306 w 89356"/>
                  <a:gd name="connsiteY111" fmla="*/ 3079 h 70743"/>
                  <a:gd name="connsiteX112" fmla="*/ 14871 w 89356"/>
                  <a:gd name="connsiteY112" fmla="*/ 4618 h 70743"/>
                  <a:gd name="connsiteX113" fmla="*/ 11883 w 89356"/>
                  <a:gd name="connsiteY113" fmla="*/ 4618 h 70743"/>
                  <a:gd name="connsiteX114" fmla="*/ 8896 w 89356"/>
                  <a:gd name="connsiteY114" fmla="*/ 6091 h 70743"/>
                  <a:gd name="connsiteX115" fmla="*/ 5908 w 89356"/>
                  <a:gd name="connsiteY115" fmla="*/ 10575 h 70743"/>
                  <a:gd name="connsiteX116" fmla="*/ 11883 w 89356"/>
                  <a:gd name="connsiteY116" fmla="*/ 10575 h 70743"/>
                  <a:gd name="connsiteX117" fmla="*/ 13344 w 89356"/>
                  <a:gd name="connsiteY117" fmla="*/ 7563 h 70743"/>
                  <a:gd name="connsiteX118" fmla="*/ 14804 w 89356"/>
                  <a:gd name="connsiteY118" fmla="*/ 4551 h 70743"/>
                  <a:gd name="connsiteX119" fmla="*/ 14804 w 89356"/>
                  <a:gd name="connsiteY119" fmla="*/ 4551 h 70743"/>
                  <a:gd name="connsiteX120" fmla="*/ 5908 w 89356"/>
                  <a:gd name="connsiteY120" fmla="*/ 31657 h 70743"/>
                  <a:gd name="connsiteX121" fmla="*/ 8896 w 89356"/>
                  <a:gd name="connsiteY121" fmla="*/ 34669 h 70743"/>
                  <a:gd name="connsiteX122" fmla="*/ 11883 w 89356"/>
                  <a:gd name="connsiteY122" fmla="*/ 36142 h 70743"/>
                  <a:gd name="connsiteX123" fmla="*/ 14871 w 89356"/>
                  <a:gd name="connsiteY123" fmla="*/ 37614 h 70743"/>
                  <a:gd name="connsiteX124" fmla="*/ 13410 w 89356"/>
                  <a:gd name="connsiteY124" fmla="*/ 34602 h 70743"/>
                  <a:gd name="connsiteX125" fmla="*/ 11950 w 89356"/>
                  <a:gd name="connsiteY125" fmla="*/ 31590 h 70743"/>
                  <a:gd name="connsiteX126" fmla="*/ 5975 w 89356"/>
                  <a:gd name="connsiteY126" fmla="*/ 31590 h 70743"/>
                  <a:gd name="connsiteX127" fmla="*/ 5975 w 89356"/>
                  <a:gd name="connsiteY127" fmla="*/ 31590 h 70743"/>
                  <a:gd name="connsiteX128" fmla="*/ 17792 w 89356"/>
                  <a:gd name="connsiteY128" fmla="*/ 39153 h 70743"/>
                  <a:gd name="connsiteX129" fmla="*/ 20779 w 89356"/>
                  <a:gd name="connsiteY129" fmla="*/ 39153 h 70743"/>
                  <a:gd name="connsiteX130" fmla="*/ 22239 w 89356"/>
                  <a:gd name="connsiteY130" fmla="*/ 39153 h 70743"/>
                  <a:gd name="connsiteX131" fmla="*/ 23766 w 89356"/>
                  <a:gd name="connsiteY131" fmla="*/ 34669 h 70743"/>
                  <a:gd name="connsiteX132" fmla="*/ 25227 w 89356"/>
                  <a:gd name="connsiteY132" fmla="*/ 31657 h 70743"/>
                  <a:gd name="connsiteX133" fmla="*/ 14804 w 89356"/>
                  <a:gd name="connsiteY133" fmla="*/ 31657 h 70743"/>
                  <a:gd name="connsiteX134" fmla="*/ 16265 w 89356"/>
                  <a:gd name="connsiteY134" fmla="*/ 34669 h 70743"/>
                  <a:gd name="connsiteX135" fmla="*/ 17792 w 89356"/>
                  <a:gd name="connsiteY135" fmla="*/ 39153 h 70743"/>
                  <a:gd name="connsiteX136" fmla="*/ 17792 w 89356"/>
                  <a:gd name="connsiteY136" fmla="*/ 39153 h 70743"/>
                  <a:gd name="connsiteX137" fmla="*/ 17792 w 89356"/>
                  <a:gd name="connsiteY137" fmla="*/ 39153 h 70743"/>
                  <a:gd name="connsiteX138" fmla="*/ 25227 w 89356"/>
                  <a:gd name="connsiteY138" fmla="*/ 37681 h 70743"/>
                  <a:gd name="connsiteX139" fmla="*/ 31202 w 89356"/>
                  <a:gd name="connsiteY139" fmla="*/ 34669 h 70743"/>
                  <a:gd name="connsiteX140" fmla="*/ 32662 w 89356"/>
                  <a:gd name="connsiteY140" fmla="*/ 33130 h 70743"/>
                  <a:gd name="connsiteX141" fmla="*/ 34123 w 89356"/>
                  <a:gd name="connsiteY141" fmla="*/ 31657 h 70743"/>
                  <a:gd name="connsiteX142" fmla="*/ 28148 w 89356"/>
                  <a:gd name="connsiteY142" fmla="*/ 31657 h 70743"/>
                  <a:gd name="connsiteX143" fmla="*/ 26687 w 89356"/>
                  <a:gd name="connsiteY143" fmla="*/ 34669 h 70743"/>
                  <a:gd name="connsiteX144" fmla="*/ 25227 w 89356"/>
                  <a:gd name="connsiteY144" fmla="*/ 37681 h 70743"/>
                  <a:gd name="connsiteX145" fmla="*/ 25227 w 89356"/>
                  <a:gd name="connsiteY145" fmla="*/ 37681 h 70743"/>
                  <a:gd name="connsiteX146" fmla="*/ 32662 w 89356"/>
                  <a:gd name="connsiteY146" fmla="*/ 61709 h 70743"/>
                  <a:gd name="connsiteX147" fmla="*/ 26687 w 89356"/>
                  <a:gd name="connsiteY147" fmla="*/ 70744 h 70743"/>
                  <a:gd name="connsiteX148" fmla="*/ 74353 w 89356"/>
                  <a:gd name="connsiteY148" fmla="*/ 70744 h 70743"/>
                  <a:gd name="connsiteX149" fmla="*/ 68378 w 89356"/>
                  <a:gd name="connsiteY149" fmla="*/ 61709 h 70743"/>
                  <a:gd name="connsiteX150" fmla="*/ 32662 w 89356"/>
                  <a:gd name="connsiteY150" fmla="*/ 61709 h 70743"/>
                  <a:gd name="connsiteX151" fmla="*/ 32662 w 89356"/>
                  <a:gd name="connsiteY151" fmla="*/ 61709 h 7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89356" h="70743">
                    <a:moveTo>
                      <a:pt x="20779" y="0"/>
                    </a:moveTo>
                    <a:lnTo>
                      <a:pt x="23766" y="0"/>
                    </a:lnTo>
                    <a:lnTo>
                      <a:pt x="28214" y="1472"/>
                    </a:lnTo>
                    <a:lnTo>
                      <a:pt x="31202" y="2945"/>
                    </a:lnTo>
                    <a:lnTo>
                      <a:pt x="34189" y="5957"/>
                    </a:lnTo>
                    <a:lnTo>
                      <a:pt x="37176" y="8968"/>
                    </a:lnTo>
                    <a:lnTo>
                      <a:pt x="38637" y="11980"/>
                    </a:lnTo>
                    <a:lnTo>
                      <a:pt x="40097" y="16465"/>
                    </a:lnTo>
                    <a:lnTo>
                      <a:pt x="40097" y="20949"/>
                    </a:lnTo>
                    <a:lnTo>
                      <a:pt x="40097" y="25433"/>
                    </a:lnTo>
                    <a:lnTo>
                      <a:pt x="38637" y="28445"/>
                    </a:lnTo>
                    <a:lnTo>
                      <a:pt x="37176" y="32929"/>
                    </a:lnTo>
                    <a:lnTo>
                      <a:pt x="34189" y="35941"/>
                    </a:lnTo>
                    <a:lnTo>
                      <a:pt x="31202" y="37413"/>
                    </a:lnTo>
                    <a:lnTo>
                      <a:pt x="28214" y="40425"/>
                    </a:lnTo>
                    <a:lnTo>
                      <a:pt x="23766" y="41898"/>
                    </a:lnTo>
                    <a:lnTo>
                      <a:pt x="20779" y="41898"/>
                    </a:lnTo>
                    <a:lnTo>
                      <a:pt x="16331" y="41898"/>
                    </a:lnTo>
                    <a:lnTo>
                      <a:pt x="11883" y="40425"/>
                    </a:lnTo>
                    <a:lnTo>
                      <a:pt x="8896" y="37413"/>
                    </a:lnTo>
                    <a:lnTo>
                      <a:pt x="5908" y="35941"/>
                    </a:lnTo>
                    <a:lnTo>
                      <a:pt x="2921" y="32929"/>
                    </a:lnTo>
                    <a:lnTo>
                      <a:pt x="1460" y="28445"/>
                    </a:lnTo>
                    <a:lnTo>
                      <a:pt x="0" y="25433"/>
                    </a:lnTo>
                    <a:lnTo>
                      <a:pt x="0" y="20949"/>
                    </a:lnTo>
                    <a:lnTo>
                      <a:pt x="0" y="16465"/>
                    </a:lnTo>
                    <a:lnTo>
                      <a:pt x="1460" y="11980"/>
                    </a:lnTo>
                    <a:lnTo>
                      <a:pt x="2921" y="8968"/>
                    </a:lnTo>
                    <a:lnTo>
                      <a:pt x="5908" y="5957"/>
                    </a:lnTo>
                    <a:lnTo>
                      <a:pt x="8896" y="2945"/>
                    </a:lnTo>
                    <a:lnTo>
                      <a:pt x="11883" y="1472"/>
                    </a:lnTo>
                    <a:lnTo>
                      <a:pt x="16331" y="0"/>
                    </a:lnTo>
                    <a:lnTo>
                      <a:pt x="20779" y="0"/>
                    </a:lnTo>
                    <a:lnTo>
                      <a:pt x="20779" y="0"/>
                    </a:lnTo>
                    <a:close/>
                    <a:moveTo>
                      <a:pt x="89290" y="6024"/>
                    </a:moveTo>
                    <a:lnTo>
                      <a:pt x="89290" y="57090"/>
                    </a:lnTo>
                    <a:lnTo>
                      <a:pt x="13344" y="57090"/>
                    </a:lnTo>
                    <a:lnTo>
                      <a:pt x="13344" y="43571"/>
                    </a:lnTo>
                    <a:lnTo>
                      <a:pt x="16331" y="45043"/>
                    </a:lnTo>
                    <a:lnTo>
                      <a:pt x="19318" y="45043"/>
                    </a:lnTo>
                    <a:lnTo>
                      <a:pt x="19318" y="51067"/>
                    </a:lnTo>
                    <a:lnTo>
                      <a:pt x="81854" y="51067"/>
                    </a:lnTo>
                    <a:lnTo>
                      <a:pt x="81854" y="12047"/>
                    </a:lnTo>
                    <a:lnTo>
                      <a:pt x="43151" y="12047"/>
                    </a:lnTo>
                    <a:lnTo>
                      <a:pt x="41691" y="9035"/>
                    </a:lnTo>
                    <a:lnTo>
                      <a:pt x="38703" y="6024"/>
                    </a:lnTo>
                    <a:lnTo>
                      <a:pt x="89356" y="6024"/>
                    </a:lnTo>
                    <a:lnTo>
                      <a:pt x="89356" y="6024"/>
                    </a:lnTo>
                    <a:lnTo>
                      <a:pt x="89356" y="6024"/>
                    </a:lnTo>
                    <a:close/>
                    <a:moveTo>
                      <a:pt x="28214" y="19543"/>
                    </a:moveTo>
                    <a:lnTo>
                      <a:pt x="37176" y="19543"/>
                    </a:lnTo>
                    <a:lnTo>
                      <a:pt x="37176" y="16531"/>
                    </a:lnTo>
                    <a:lnTo>
                      <a:pt x="35716" y="13520"/>
                    </a:lnTo>
                    <a:lnTo>
                      <a:pt x="28281" y="13520"/>
                    </a:lnTo>
                    <a:lnTo>
                      <a:pt x="28281" y="19543"/>
                    </a:lnTo>
                    <a:lnTo>
                      <a:pt x="28281" y="19543"/>
                    </a:lnTo>
                    <a:close/>
                    <a:moveTo>
                      <a:pt x="2921" y="19543"/>
                    </a:moveTo>
                    <a:lnTo>
                      <a:pt x="11883" y="19543"/>
                    </a:lnTo>
                    <a:lnTo>
                      <a:pt x="11883" y="13520"/>
                    </a:lnTo>
                    <a:lnTo>
                      <a:pt x="4448" y="13520"/>
                    </a:lnTo>
                    <a:lnTo>
                      <a:pt x="2921" y="16531"/>
                    </a:lnTo>
                    <a:lnTo>
                      <a:pt x="2921" y="19543"/>
                    </a:lnTo>
                    <a:lnTo>
                      <a:pt x="2921" y="19543"/>
                    </a:lnTo>
                    <a:close/>
                    <a:moveTo>
                      <a:pt x="14804" y="13520"/>
                    </a:moveTo>
                    <a:lnTo>
                      <a:pt x="14804" y="16531"/>
                    </a:lnTo>
                    <a:lnTo>
                      <a:pt x="14804" y="19543"/>
                    </a:lnTo>
                    <a:lnTo>
                      <a:pt x="26687" y="19543"/>
                    </a:lnTo>
                    <a:lnTo>
                      <a:pt x="25227" y="16531"/>
                    </a:lnTo>
                    <a:lnTo>
                      <a:pt x="25227" y="13520"/>
                    </a:lnTo>
                    <a:lnTo>
                      <a:pt x="14804" y="13520"/>
                    </a:lnTo>
                    <a:lnTo>
                      <a:pt x="14804" y="13520"/>
                    </a:lnTo>
                    <a:close/>
                    <a:moveTo>
                      <a:pt x="2921" y="22555"/>
                    </a:moveTo>
                    <a:lnTo>
                      <a:pt x="2921" y="25567"/>
                    </a:lnTo>
                    <a:lnTo>
                      <a:pt x="4448" y="28579"/>
                    </a:lnTo>
                    <a:lnTo>
                      <a:pt x="11883" y="28579"/>
                    </a:lnTo>
                    <a:lnTo>
                      <a:pt x="11883" y="25567"/>
                    </a:lnTo>
                    <a:lnTo>
                      <a:pt x="11883" y="22555"/>
                    </a:lnTo>
                    <a:lnTo>
                      <a:pt x="2921" y="22555"/>
                    </a:lnTo>
                    <a:lnTo>
                      <a:pt x="2921" y="22555"/>
                    </a:lnTo>
                    <a:close/>
                    <a:moveTo>
                      <a:pt x="14804" y="22555"/>
                    </a:moveTo>
                    <a:lnTo>
                      <a:pt x="14804" y="25567"/>
                    </a:lnTo>
                    <a:lnTo>
                      <a:pt x="14804" y="28579"/>
                    </a:lnTo>
                    <a:lnTo>
                      <a:pt x="25227" y="28579"/>
                    </a:lnTo>
                    <a:lnTo>
                      <a:pt x="25227" y="25567"/>
                    </a:lnTo>
                    <a:lnTo>
                      <a:pt x="26687" y="22555"/>
                    </a:lnTo>
                    <a:lnTo>
                      <a:pt x="14804" y="22555"/>
                    </a:lnTo>
                    <a:lnTo>
                      <a:pt x="14804" y="22555"/>
                    </a:lnTo>
                    <a:close/>
                    <a:moveTo>
                      <a:pt x="28214" y="22555"/>
                    </a:moveTo>
                    <a:lnTo>
                      <a:pt x="28214" y="28579"/>
                    </a:lnTo>
                    <a:lnTo>
                      <a:pt x="35649" y="28579"/>
                    </a:lnTo>
                    <a:lnTo>
                      <a:pt x="37110" y="25567"/>
                    </a:lnTo>
                    <a:lnTo>
                      <a:pt x="37110" y="22555"/>
                    </a:lnTo>
                    <a:lnTo>
                      <a:pt x="28148" y="22555"/>
                    </a:lnTo>
                    <a:lnTo>
                      <a:pt x="28148" y="22555"/>
                    </a:lnTo>
                    <a:close/>
                    <a:moveTo>
                      <a:pt x="34189" y="10575"/>
                    </a:moveTo>
                    <a:lnTo>
                      <a:pt x="31202" y="6091"/>
                    </a:lnTo>
                    <a:lnTo>
                      <a:pt x="28214" y="4618"/>
                    </a:lnTo>
                    <a:lnTo>
                      <a:pt x="25227" y="4618"/>
                    </a:lnTo>
                    <a:lnTo>
                      <a:pt x="26687" y="7630"/>
                    </a:lnTo>
                    <a:lnTo>
                      <a:pt x="28148" y="10642"/>
                    </a:lnTo>
                    <a:lnTo>
                      <a:pt x="34123" y="10642"/>
                    </a:lnTo>
                    <a:lnTo>
                      <a:pt x="34123" y="10642"/>
                    </a:lnTo>
                    <a:close/>
                    <a:moveTo>
                      <a:pt x="22306" y="3079"/>
                    </a:moveTo>
                    <a:lnTo>
                      <a:pt x="20845" y="3079"/>
                    </a:lnTo>
                    <a:lnTo>
                      <a:pt x="17858" y="3079"/>
                    </a:lnTo>
                    <a:lnTo>
                      <a:pt x="16331" y="6091"/>
                    </a:lnTo>
                    <a:lnTo>
                      <a:pt x="14871" y="10575"/>
                    </a:lnTo>
                    <a:lnTo>
                      <a:pt x="25293" y="10575"/>
                    </a:lnTo>
                    <a:lnTo>
                      <a:pt x="23833" y="6091"/>
                    </a:lnTo>
                    <a:lnTo>
                      <a:pt x="22306" y="3079"/>
                    </a:lnTo>
                    <a:lnTo>
                      <a:pt x="22306" y="3079"/>
                    </a:lnTo>
                    <a:lnTo>
                      <a:pt x="22306" y="3079"/>
                    </a:lnTo>
                    <a:close/>
                    <a:moveTo>
                      <a:pt x="14871" y="4618"/>
                    </a:moveTo>
                    <a:lnTo>
                      <a:pt x="11883" y="4618"/>
                    </a:lnTo>
                    <a:lnTo>
                      <a:pt x="8896" y="6091"/>
                    </a:lnTo>
                    <a:lnTo>
                      <a:pt x="5908" y="10575"/>
                    </a:lnTo>
                    <a:lnTo>
                      <a:pt x="11883" y="10575"/>
                    </a:lnTo>
                    <a:lnTo>
                      <a:pt x="13344" y="7563"/>
                    </a:lnTo>
                    <a:lnTo>
                      <a:pt x="14804" y="4551"/>
                    </a:lnTo>
                    <a:lnTo>
                      <a:pt x="14804" y="4551"/>
                    </a:lnTo>
                    <a:close/>
                    <a:moveTo>
                      <a:pt x="5908" y="31657"/>
                    </a:moveTo>
                    <a:lnTo>
                      <a:pt x="8896" y="34669"/>
                    </a:lnTo>
                    <a:lnTo>
                      <a:pt x="11883" y="36142"/>
                    </a:lnTo>
                    <a:lnTo>
                      <a:pt x="14871" y="37614"/>
                    </a:lnTo>
                    <a:lnTo>
                      <a:pt x="13410" y="34602"/>
                    </a:lnTo>
                    <a:lnTo>
                      <a:pt x="11950" y="31590"/>
                    </a:lnTo>
                    <a:lnTo>
                      <a:pt x="5975" y="31590"/>
                    </a:lnTo>
                    <a:lnTo>
                      <a:pt x="5975" y="31590"/>
                    </a:lnTo>
                    <a:close/>
                    <a:moveTo>
                      <a:pt x="17792" y="39153"/>
                    </a:moveTo>
                    <a:lnTo>
                      <a:pt x="20779" y="39153"/>
                    </a:lnTo>
                    <a:lnTo>
                      <a:pt x="22239" y="39153"/>
                    </a:lnTo>
                    <a:lnTo>
                      <a:pt x="23766" y="34669"/>
                    </a:lnTo>
                    <a:lnTo>
                      <a:pt x="25227" y="31657"/>
                    </a:lnTo>
                    <a:lnTo>
                      <a:pt x="14804" y="31657"/>
                    </a:lnTo>
                    <a:lnTo>
                      <a:pt x="16265" y="34669"/>
                    </a:lnTo>
                    <a:lnTo>
                      <a:pt x="17792" y="39153"/>
                    </a:lnTo>
                    <a:lnTo>
                      <a:pt x="17792" y="39153"/>
                    </a:lnTo>
                    <a:lnTo>
                      <a:pt x="17792" y="39153"/>
                    </a:lnTo>
                    <a:close/>
                    <a:moveTo>
                      <a:pt x="25227" y="37681"/>
                    </a:moveTo>
                    <a:lnTo>
                      <a:pt x="31202" y="34669"/>
                    </a:lnTo>
                    <a:lnTo>
                      <a:pt x="32662" y="33130"/>
                    </a:lnTo>
                    <a:lnTo>
                      <a:pt x="34123" y="31657"/>
                    </a:lnTo>
                    <a:lnTo>
                      <a:pt x="28148" y="31657"/>
                    </a:lnTo>
                    <a:lnTo>
                      <a:pt x="26687" y="34669"/>
                    </a:lnTo>
                    <a:lnTo>
                      <a:pt x="25227" y="37681"/>
                    </a:lnTo>
                    <a:lnTo>
                      <a:pt x="25227" y="37681"/>
                    </a:lnTo>
                    <a:close/>
                    <a:moveTo>
                      <a:pt x="32662" y="61709"/>
                    </a:moveTo>
                    <a:lnTo>
                      <a:pt x="26687" y="70744"/>
                    </a:lnTo>
                    <a:lnTo>
                      <a:pt x="74353" y="70744"/>
                    </a:lnTo>
                    <a:lnTo>
                      <a:pt x="68378" y="61709"/>
                    </a:lnTo>
                    <a:lnTo>
                      <a:pt x="32662" y="61709"/>
                    </a:lnTo>
                    <a:lnTo>
                      <a:pt x="32662" y="61709"/>
                    </a:lnTo>
                    <a:close/>
                  </a:path>
                </a:pathLst>
              </a:custGeom>
              <a:solidFill>
                <a:srgbClr val="F6641B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05" name="任意多边形: 形状 3804">
                <a:extLst>
                  <a:ext uri="{FF2B5EF4-FFF2-40B4-BE49-F238E27FC236}">
                    <a16:creationId xmlns:a16="http://schemas.microsoft.com/office/drawing/2014/main" id="{C84017C8-E38F-CC0D-6B3B-9F759963312B}"/>
                  </a:ext>
                </a:extLst>
              </p:cNvPr>
              <p:cNvSpPr/>
              <p:nvPr/>
            </p:nvSpPr>
            <p:spPr>
              <a:xfrm>
                <a:off x="1273489" y="5511470"/>
                <a:ext cx="83381" cy="70543"/>
              </a:xfrm>
              <a:custGeom>
                <a:avLst/>
                <a:gdLst>
                  <a:gd name="connsiteX0" fmla="*/ 43151 w 83381"/>
                  <a:gd name="connsiteY0" fmla="*/ 19476 h 70543"/>
                  <a:gd name="connsiteX1" fmla="*/ 38703 w 83381"/>
                  <a:gd name="connsiteY1" fmla="*/ 19476 h 70543"/>
                  <a:gd name="connsiteX2" fmla="*/ 38703 w 83381"/>
                  <a:gd name="connsiteY2" fmla="*/ 16465 h 70543"/>
                  <a:gd name="connsiteX3" fmla="*/ 40230 w 83381"/>
                  <a:gd name="connsiteY3" fmla="*/ 14992 h 70543"/>
                  <a:gd name="connsiteX4" fmla="*/ 40230 w 83381"/>
                  <a:gd name="connsiteY4" fmla="*/ 14992 h 70543"/>
                  <a:gd name="connsiteX5" fmla="*/ 43218 w 83381"/>
                  <a:gd name="connsiteY5" fmla="*/ 14992 h 70543"/>
                  <a:gd name="connsiteX6" fmla="*/ 43218 w 83381"/>
                  <a:gd name="connsiteY6" fmla="*/ 14992 h 70543"/>
                  <a:gd name="connsiteX7" fmla="*/ 43218 w 83381"/>
                  <a:gd name="connsiteY7" fmla="*/ 16465 h 70543"/>
                  <a:gd name="connsiteX8" fmla="*/ 43218 w 83381"/>
                  <a:gd name="connsiteY8" fmla="*/ 19476 h 70543"/>
                  <a:gd name="connsiteX9" fmla="*/ 43218 w 83381"/>
                  <a:gd name="connsiteY9" fmla="*/ 19476 h 70543"/>
                  <a:gd name="connsiteX10" fmla="*/ 43218 w 83381"/>
                  <a:gd name="connsiteY10" fmla="*/ 19476 h 70543"/>
                  <a:gd name="connsiteX11" fmla="*/ 83381 w 83381"/>
                  <a:gd name="connsiteY11" fmla="*/ 70543 h 70543"/>
                  <a:gd name="connsiteX12" fmla="*/ 0 w 83381"/>
                  <a:gd name="connsiteY12" fmla="*/ 70543 h 70543"/>
                  <a:gd name="connsiteX13" fmla="*/ 4448 w 83381"/>
                  <a:gd name="connsiteY13" fmla="*/ 45043 h 70543"/>
                  <a:gd name="connsiteX14" fmla="*/ 77407 w 83381"/>
                  <a:gd name="connsiteY14" fmla="*/ 45043 h 70543"/>
                  <a:gd name="connsiteX15" fmla="*/ 83381 w 83381"/>
                  <a:gd name="connsiteY15" fmla="*/ 70543 h 70543"/>
                  <a:gd name="connsiteX16" fmla="*/ 83381 w 83381"/>
                  <a:gd name="connsiteY16" fmla="*/ 70543 h 70543"/>
                  <a:gd name="connsiteX17" fmla="*/ 83381 w 83381"/>
                  <a:gd name="connsiteY17" fmla="*/ 70543 h 70543"/>
                  <a:gd name="connsiteX18" fmla="*/ 43151 w 83381"/>
                  <a:gd name="connsiteY18" fmla="*/ 27039 h 70543"/>
                  <a:gd name="connsiteX19" fmla="*/ 40164 w 83381"/>
                  <a:gd name="connsiteY19" fmla="*/ 27039 h 70543"/>
                  <a:gd name="connsiteX20" fmla="*/ 40164 w 83381"/>
                  <a:gd name="connsiteY20" fmla="*/ 25567 h 70543"/>
                  <a:gd name="connsiteX21" fmla="*/ 40164 w 83381"/>
                  <a:gd name="connsiteY21" fmla="*/ 24094 h 70543"/>
                  <a:gd name="connsiteX22" fmla="*/ 40164 w 83381"/>
                  <a:gd name="connsiteY22" fmla="*/ 24094 h 70543"/>
                  <a:gd name="connsiteX23" fmla="*/ 41624 w 83381"/>
                  <a:gd name="connsiteY23" fmla="*/ 22555 h 70543"/>
                  <a:gd name="connsiteX24" fmla="*/ 41624 w 83381"/>
                  <a:gd name="connsiteY24" fmla="*/ 24094 h 70543"/>
                  <a:gd name="connsiteX25" fmla="*/ 43085 w 83381"/>
                  <a:gd name="connsiteY25" fmla="*/ 24094 h 70543"/>
                  <a:gd name="connsiteX26" fmla="*/ 41624 w 83381"/>
                  <a:gd name="connsiteY26" fmla="*/ 25567 h 70543"/>
                  <a:gd name="connsiteX27" fmla="*/ 43085 w 83381"/>
                  <a:gd name="connsiteY27" fmla="*/ 27039 h 70543"/>
                  <a:gd name="connsiteX28" fmla="*/ 43085 w 83381"/>
                  <a:gd name="connsiteY28" fmla="*/ 27039 h 70543"/>
                  <a:gd name="connsiteX29" fmla="*/ 43085 w 83381"/>
                  <a:gd name="connsiteY29" fmla="*/ 27039 h 70543"/>
                  <a:gd name="connsiteX30" fmla="*/ 46139 w 83381"/>
                  <a:gd name="connsiteY30" fmla="*/ 19543 h 70543"/>
                  <a:gd name="connsiteX31" fmla="*/ 46139 w 83381"/>
                  <a:gd name="connsiteY31" fmla="*/ 19543 h 70543"/>
                  <a:gd name="connsiteX32" fmla="*/ 46139 w 83381"/>
                  <a:gd name="connsiteY32" fmla="*/ 16531 h 70543"/>
                  <a:gd name="connsiteX33" fmla="*/ 46139 w 83381"/>
                  <a:gd name="connsiteY33" fmla="*/ 15059 h 70543"/>
                  <a:gd name="connsiteX34" fmla="*/ 44612 w 83381"/>
                  <a:gd name="connsiteY34" fmla="*/ 13587 h 70543"/>
                  <a:gd name="connsiteX35" fmla="*/ 44612 w 83381"/>
                  <a:gd name="connsiteY35" fmla="*/ 13587 h 70543"/>
                  <a:gd name="connsiteX36" fmla="*/ 43151 w 83381"/>
                  <a:gd name="connsiteY36" fmla="*/ 12114 h 70543"/>
                  <a:gd name="connsiteX37" fmla="*/ 40164 w 83381"/>
                  <a:gd name="connsiteY37" fmla="*/ 12114 h 70543"/>
                  <a:gd name="connsiteX38" fmla="*/ 38637 w 83381"/>
                  <a:gd name="connsiteY38" fmla="*/ 13587 h 70543"/>
                  <a:gd name="connsiteX39" fmla="*/ 38637 w 83381"/>
                  <a:gd name="connsiteY39" fmla="*/ 13587 h 70543"/>
                  <a:gd name="connsiteX40" fmla="*/ 37176 w 83381"/>
                  <a:gd name="connsiteY40" fmla="*/ 15059 h 70543"/>
                  <a:gd name="connsiteX41" fmla="*/ 37176 w 83381"/>
                  <a:gd name="connsiteY41" fmla="*/ 16531 h 70543"/>
                  <a:gd name="connsiteX42" fmla="*/ 37176 w 83381"/>
                  <a:gd name="connsiteY42" fmla="*/ 19543 h 70543"/>
                  <a:gd name="connsiteX43" fmla="*/ 37176 w 83381"/>
                  <a:gd name="connsiteY43" fmla="*/ 19543 h 70543"/>
                  <a:gd name="connsiteX44" fmla="*/ 35716 w 83381"/>
                  <a:gd name="connsiteY44" fmla="*/ 19543 h 70543"/>
                  <a:gd name="connsiteX45" fmla="*/ 35716 w 83381"/>
                  <a:gd name="connsiteY45" fmla="*/ 21016 h 70543"/>
                  <a:gd name="connsiteX46" fmla="*/ 35716 w 83381"/>
                  <a:gd name="connsiteY46" fmla="*/ 28512 h 70543"/>
                  <a:gd name="connsiteX47" fmla="*/ 35716 w 83381"/>
                  <a:gd name="connsiteY47" fmla="*/ 30051 h 70543"/>
                  <a:gd name="connsiteX48" fmla="*/ 37176 w 83381"/>
                  <a:gd name="connsiteY48" fmla="*/ 30051 h 70543"/>
                  <a:gd name="connsiteX49" fmla="*/ 46139 w 83381"/>
                  <a:gd name="connsiteY49" fmla="*/ 30051 h 70543"/>
                  <a:gd name="connsiteX50" fmla="*/ 47599 w 83381"/>
                  <a:gd name="connsiteY50" fmla="*/ 30051 h 70543"/>
                  <a:gd name="connsiteX51" fmla="*/ 47599 w 83381"/>
                  <a:gd name="connsiteY51" fmla="*/ 28512 h 70543"/>
                  <a:gd name="connsiteX52" fmla="*/ 47599 w 83381"/>
                  <a:gd name="connsiteY52" fmla="*/ 21016 h 70543"/>
                  <a:gd name="connsiteX53" fmla="*/ 47599 w 83381"/>
                  <a:gd name="connsiteY53" fmla="*/ 19543 h 70543"/>
                  <a:gd name="connsiteX54" fmla="*/ 46139 w 83381"/>
                  <a:gd name="connsiteY54" fmla="*/ 19543 h 70543"/>
                  <a:gd name="connsiteX55" fmla="*/ 46139 w 83381"/>
                  <a:gd name="connsiteY55" fmla="*/ 19543 h 70543"/>
                  <a:gd name="connsiteX56" fmla="*/ 8896 w 83381"/>
                  <a:gd name="connsiteY56" fmla="*/ 48055 h 70543"/>
                  <a:gd name="connsiteX57" fmla="*/ 7369 w 83381"/>
                  <a:gd name="connsiteY57" fmla="*/ 60035 h 70543"/>
                  <a:gd name="connsiteX58" fmla="*/ 75880 w 83381"/>
                  <a:gd name="connsiteY58" fmla="*/ 60035 h 70543"/>
                  <a:gd name="connsiteX59" fmla="*/ 72892 w 83381"/>
                  <a:gd name="connsiteY59" fmla="*/ 48055 h 70543"/>
                  <a:gd name="connsiteX60" fmla="*/ 8896 w 83381"/>
                  <a:gd name="connsiteY60" fmla="*/ 48055 h 70543"/>
                  <a:gd name="connsiteX61" fmla="*/ 8896 w 83381"/>
                  <a:gd name="connsiteY61" fmla="*/ 48055 h 70543"/>
                  <a:gd name="connsiteX62" fmla="*/ 8896 w 83381"/>
                  <a:gd name="connsiteY62" fmla="*/ 48055 h 70543"/>
                  <a:gd name="connsiteX63" fmla="*/ 34189 w 83381"/>
                  <a:gd name="connsiteY63" fmla="*/ 61575 h 70543"/>
                  <a:gd name="connsiteX64" fmla="*/ 32662 w 83381"/>
                  <a:gd name="connsiteY64" fmla="*/ 67598 h 70543"/>
                  <a:gd name="connsiteX65" fmla="*/ 50520 w 83381"/>
                  <a:gd name="connsiteY65" fmla="*/ 67598 h 70543"/>
                  <a:gd name="connsiteX66" fmla="*/ 47533 w 83381"/>
                  <a:gd name="connsiteY66" fmla="*/ 61575 h 70543"/>
                  <a:gd name="connsiteX67" fmla="*/ 34123 w 83381"/>
                  <a:gd name="connsiteY67" fmla="*/ 61575 h 70543"/>
                  <a:gd name="connsiteX68" fmla="*/ 34123 w 83381"/>
                  <a:gd name="connsiteY68" fmla="*/ 61575 h 70543"/>
                  <a:gd name="connsiteX69" fmla="*/ 71432 w 83381"/>
                  <a:gd name="connsiteY69" fmla="*/ 37547 h 70543"/>
                  <a:gd name="connsiteX70" fmla="*/ 11883 w 83381"/>
                  <a:gd name="connsiteY70" fmla="*/ 37547 h 70543"/>
                  <a:gd name="connsiteX71" fmla="*/ 11883 w 83381"/>
                  <a:gd name="connsiteY71" fmla="*/ 33063 h 70543"/>
                  <a:gd name="connsiteX72" fmla="*/ 11883 w 83381"/>
                  <a:gd name="connsiteY72" fmla="*/ 6024 h 70543"/>
                  <a:gd name="connsiteX73" fmla="*/ 71432 w 83381"/>
                  <a:gd name="connsiteY73" fmla="*/ 6024 h 70543"/>
                  <a:gd name="connsiteX74" fmla="*/ 71432 w 83381"/>
                  <a:gd name="connsiteY74" fmla="*/ 33063 h 70543"/>
                  <a:gd name="connsiteX75" fmla="*/ 71432 w 83381"/>
                  <a:gd name="connsiteY75" fmla="*/ 37547 h 70543"/>
                  <a:gd name="connsiteX76" fmla="*/ 71432 w 83381"/>
                  <a:gd name="connsiteY76" fmla="*/ 37547 h 70543"/>
                  <a:gd name="connsiteX77" fmla="*/ 71432 w 83381"/>
                  <a:gd name="connsiteY77" fmla="*/ 37547 h 70543"/>
                  <a:gd name="connsiteX78" fmla="*/ 4448 w 83381"/>
                  <a:gd name="connsiteY78" fmla="*/ 31524 h 70543"/>
                  <a:gd name="connsiteX79" fmla="*/ 4448 w 83381"/>
                  <a:gd name="connsiteY79" fmla="*/ 42031 h 70543"/>
                  <a:gd name="connsiteX80" fmla="*/ 77407 w 83381"/>
                  <a:gd name="connsiteY80" fmla="*/ 42031 h 70543"/>
                  <a:gd name="connsiteX81" fmla="*/ 77407 w 83381"/>
                  <a:gd name="connsiteY81" fmla="*/ 0 h 70543"/>
                  <a:gd name="connsiteX82" fmla="*/ 4448 w 83381"/>
                  <a:gd name="connsiteY82" fmla="*/ 0 h 70543"/>
                  <a:gd name="connsiteX83" fmla="*/ 4448 w 83381"/>
                  <a:gd name="connsiteY83" fmla="*/ 31524 h 70543"/>
                  <a:gd name="connsiteX84" fmla="*/ 4448 w 83381"/>
                  <a:gd name="connsiteY84" fmla="*/ 31524 h 70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83381" h="70543">
                    <a:moveTo>
                      <a:pt x="43151" y="19476"/>
                    </a:moveTo>
                    <a:lnTo>
                      <a:pt x="38703" y="19476"/>
                    </a:lnTo>
                    <a:lnTo>
                      <a:pt x="38703" y="16465"/>
                    </a:lnTo>
                    <a:lnTo>
                      <a:pt x="40230" y="14992"/>
                    </a:lnTo>
                    <a:lnTo>
                      <a:pt x="40230" y="14992"/>
                    </a:lnTo>
                    <a:lnTo>
                      <a:pt x="43218" y="14992"/>
                    </a:lnTo>
                    <a:lnTo>
                      <a:pt x="43218" y="14992"/>
                    </a:lnTo>
                    <a:lnTo>
                      <a:pt x="43218" y="16465"/>
                    </a:lnTo>
                    <a:lnTo>
                      <a:pt x="43218" y="19476"/>
                    </a:lnTo>
                    <a:lnTo>
                      <a:pt x="43218" y="19476"/>
                    </a:lnTo>
                    <a:lnTo>
                      <a:pt x="43218" y="19476"/>
                    </a:lnTo>
                    <a:close/>
                    <a:moveTo>
                      <a:pt x="83381" y="70543"/>
                    </a:moveTo>
                    <a:lnTo>
                      <a:pt x="0" y="70543"/>
                    </a:lnTo>
                    <a:lnTo>
                      <a:pt x="4448" y="45043"/>
                    </a:lnTo>
                    <a:lnTo>
                      <a:pt x="77407" y="45043"/>
                    </a:lnTo>
                    <a:lnTo>
                      <a:pt x="83381" y="70543"/>
                    </a:lnTo>
                    <a:lnTo>
                      <a:pt x="83381" y="70543"/>
                    </a:lnTo>
                    <a:lnTo>
                      <a:pt x="83381" y="70543"/>
                    </a:lnTo>
                    <a:close/>
                    <a:moveTo>
                      <a:pt x="43151" y="27039"/>
                    </a:moveTo>
                    <a:lnTo>
                      <a:pt x="40164" y="27039"/>
                    </a:lnTo>
                    <a:lnTo>
                      <a:pt x="40164" y="25567"/>
                    </a:lnTo>
                    <a:lnTo>
                      <a:pt x="40164" y="24094"/>
                    </a:lnTo>
                    <a:lnTo>
                      <a:pt x="40164" y="24094"/>
                    </a:lnTo>
                    <a:lnTo>
                      <a:pt x="41624" y="22555"/>
                    </a:lnTo>
                    <a:lnTo>
                      <a:pt x="41624" y="24094"/>
                    </a:lnTo>
                    <a:lnTo>
                      <a:pt x="43085" y="24094"/>
                    </a:lnTo>
                    <a:lnTo>
                      <a:pt x="41624" y="25567"/>
                    </a:lnTo>
                    <a:lnTo>
                      <a:pt x="43085" y="27039"/>
                    </a:lnTo>
                    <a:lnTo>
                      <a:pt x="43085" y="27039"/>
                    </a:lnTo>
                    <a:lnTo>
                      <a:pt x="43085" y="27039"/>
                    </a:lnTo>
                    <a:close/>
                    <a:moveTo>
                      <a:pt x="46139" y="19543"/>
                    </a:moveTo>
                    <a:lnTo>
                      <a:pt x="46139" y="19543"/>
                    </a:lnTo>
                    <a:lnTo>
                      <a:pt x="46139" y="16531"/>
                    </a:lnTo>
                    <a:lnTo>
                      <a:pt x="46139" y="15059"/>
                    </a:lnTo>
                    <a:lnTo>
                      <a:pt x="44612" y="13587"/>
                    </a:lnTo>
                    <a:lnTo>
                      <a:pt x="44612" y="13587"/>
                    </a:lnTo>
                    <a:lnTo>
                      <a:pt x="43151" y="12114"/>
                    </a:lnTo>
                    <a:lnTo>
                      <a:pt x="40164" y="12114"/>
                    </a:lnTo>
                    <a:lnTo>
                      <a:pt x="38637" y="13587"/>
                    </a:lnTo>
                    <a:lnTo>
                      <a:pt x="38637" y="13587"/>
                    </a:lnTo>
                    <a:lnTo>
                      <a:pt x="37176" y="15059"/>
                    </a:lnTo>
                    <a:lnTo>
                      <a:pt x="37176" y="16531"/>
                    </a:lnTo>
                    <a:lnTo>
                      <a:pt x="37176" y="19543"/>
                    </a:lnTo>
                    <a:lnTo>
                      <a:pt x="37176" y="19543"/>
                    </a:lnTo>
                    <a:lnTo>
                      <a:pt x="35716" y="19543"/>
                    </a:lnTo>
                    <a:lnTo>
                      <a:pt x="35716" y="21016"/>
                    </a:lnTo>
                    <a:lnTo>
                      <a:pt x="35716" y="28512"/>
                    </a:lnTo>
                    <a:lnTo>
                      <a:pt x="35716" y="30051"/>
                    </a:lnTo>
                    <a:lnTo>
                      <a:pt x="37176" y="30051"/>
                    </a:lnTo>
                    <a:lnTo>
                      <a:pt x="46139" y="30051"/>
                    </a:lnTo>
                    <a:lnTo>
                      <a:pt x="47599" y="30051"/>
                    </a:lnTo>
                    <a:lnTo>
                      <a:pt x="47599" y="28512"/>
                    </a:lnTo>
                    <a:lnTo>
                      <a:pt x="47599" y="21016"/>
                    </a:lnTo>
                    <a:lnTo>
                      <a:pt x="47599" y="19543"/>
                    </a:lnTo>
                    <a:lnTo>
                      <a:pt x="46139" y="19543"/>
                    </a:lnTo>
                    <a:lnTo>
                      <a:pt x="46139" y="19543"/>
                    </a:lnTo>
                    <a:close/>
                    <a:moveTo>
                      <a:pt x="8896" y="48055"/>
                    </a:moveTo>
                    <a:lnTo>
                      <a:pt x="7369" y="60035"/>
                    </a:lnTo>
                    <a:lnTo>
                      <a:pt x="75880" y="60035"/>
                    </a:lnTo>
                    <a:lnTo>
                      <a:pt x="72892" y="48055"/>
                    </a:lnTo>
                    <a:lnTo>
                      <a:pt x="8896" y="48055"/>
                    </a:lnTo>
                    <a:lnTo>
                      <a:pt x="8896" y="48055"/>
                    </a:lnTo>
                    <a:lnTo>
                      <a:pt x="8896" y="48055"/>
                    </a:lnTo>
                    <a:close/>
                    <a:moveTo>
                      <a:pt x="34189" y="61575"/>
                    </a:moveTo>
                    <a:lnTo>
                      <a:pt x="32662" y="67598"/>
                    </a:lnTo>
                    <a:lnTo>
                      <a:pt x="50520" y="67598"/>
                    </a:lnTo>
                    <a:lnTo>
                      <a:pt x="47533" y="61575"/>
                    </a:lnTo>
                    <a:lnTo>
                      <a:pt x="34123" y="61575"/>
                    </a:lnTo>
                    <a:lnTo>
                      <a:pt x="34123" y="61575"/>
                    </a:lnTo>
                    <a:close/>
                    <a:moveTo>
                      <a:pt x="71432" y="37547"/>
                    </a:moveTo>
                    <a:lnTo>
                      <a:pt x="11883" y="37547"/>
                    </a:lnTo>
                    <a:lnTo>
                      <a:pt x="11883" y="33063"/>
                    </a:lnTo>
                    <a:lnTo>
                      <a:pt x="11883" y="6024"/>
                    </a:lnTo>
                    <a:lnTo>
                      <a:pt x="71432" y="6024"/>
                    </a:lnTo>
                    <a:lnTo>
                      <a:pt x="71432" y="33063"/>
                    </a:lnTo>
                    <a:lnTo>
                      <a:pt x="71432" y="37547"/>
                    </a:lnTo>
                    <a:lnTo>
                      <a:pt x="71432" y="37547"/>
                    </a:lnTo>
                    <a:lnTo>
                      <a:pt x="71432" y="37547"/>
                    </a:lnTo>
                    <a:close/>
                    <a:moveTo>
                      <a:pt x="4448" y="31524"/>
                    </a:moveTo>
                    <a:lnTo>
                      <a:pt x="4448" y="42031"/>
                    </a:lnTo>
                    <a:lnTo>
                      <a:pt x="77407" y="42031"/>
                    </a:lnTo>
                    <a:lnTo>
                      <a:pt x="77407" y="0"/>
                    </a:lnTo>
                    <a:lnTo>
                      <a:pt x="4448" y="0"/>
                    </a:lnTo>
                    <a:lnTo>
                      <a:pt x="4448" y="31524"/>
                    </a:lnTo>
                    <a:lnTo>
                      <a:pt x="4448" y="31524"/>
                    </a:lnTo>
                    <a:close/>
                  </a:path>
                </a:pathLst>
              </a:custGeom>
              <a:solidFill>
                <a:srgbClr val="F6641B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06" name="任意多边形: 形状 3805">
                <a:extLst>
                  <a:ext uri="{FF2B5EF4-FFF2-40B4-BE49-F238E27FC236}">
                    <a16:creationId xmlns:a16="http://schemas.microsoft.com/office/drawing/2014/main" id="{02AD48DE-53DB-1B4B-0B40-5D490B0A2106}"/>
                  </a:ext>
                </a:extLst>
              </p:cNvPr>
              <p:cNvSpPr/>
              <p:nvPr/>
            </p:nvSpPr>
            <p:spPr>
              <a:xfrm>
                <a:off x="1237706" y="5457123"/>
                <a:ext cx="65324" cy="32393"/>
              </a:xfrm>
              <a:custGeom>
                <a:avLst/>
                <a:gdLst>
                  <a:gd name="connsiteX0" fmla="*/ 0 w 65324"/>
                  <a:gd name="connsiteY0" fmla="*/ 0 h 32393"/>
                  <a:gd name="connsiteX1" fmla="*/ 65324 w 65324"/>
                  <a:gd name="connsiteY1" fmla="*/ 0 h 32393"/>
                  <a:gd name="connsiteX2" fmla="*/ 65324 w 65324"/>
                  <a:gd name="connsiteY2" fmla="*/ 32394 h 32393"/>
                  <a:gd name="connsiteX3" fmla="*/ 0 w 65324"/>
                  <a:gd name="connsiteY3" fmla="*/ 32394 h 32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324" h="32393">
                    <a:moveTo>
                      <a:pt x="0" y="0"/>
                    </a:moveTo>
                    <a:lnTo>
                      <a:pt x="65324" y="0"/>
                    </a:lnTo>
                    <a:lnTo>
                      <a:pt x="65324" y="32394"/>
                    </a:lnTo>
                    <a:lnTo>
                      <a:pt x="0" y="32394"/>
                    </a:lnTo>
                    <a:close/>
                  </a:path>
                </a:pathLst>
              </a:custGeom>
              <a:solidFill>
                <a:srgbClr val="2A3E80"/>
              </a:solidFill>
              <a:ln w="6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3807" name="组合 3806">
                <a:extLst>
                  <a:ext uri="{FF2B5EF4-FFF2-40B4-BE49-F238E27FC236}">
                    <a16:creationId xmlns:a16="http://schemas.microsoft.com/office/drawing/2014/main" id="{F441370D-E7A8-B455-2AC1-B8E554BAD986}"/>
                  </a:ext>
                </a:extLst>
              </p:cNvPr>
              <p:cNvGrpSpPr/>
              <p:nvPr/>
            </p:nvGrpSpPr>
            <p:grpSpPr>
              <a:xfrm>
                <a:off x="1580592" y="5458270"/>
                <a:ext cx="211234" cy="314825"/>
                <a:chOff x="2374168" y="5081167"/>
                <a:chExt cx="145452" cy="216783"/>
              </a:xfrm>
            </p:grpSpPr>
            <p:sp>
              <p:nvSpPr>
                <p:cNvPr id="3808" name="任意多边形: 形状 3807">
                  <a:extLst>
                    <a:ext uri="{FF2B5EF4-FFF2-40B4-BE49-F238E27FC236}">
                      <a16:creationId xmlns:a16="http://schemas.microsoft.com/office/drawing/2014/main" id="{452380C3-17E5-F9E0-EE08-93984CDE3EE1}"/>
                    </a:ext>
                  </a:extLst>
                </p:cNvPr>
                <p:cNvSpPr/>
                <p:nvPr/>
              </p:nvSpPr>
              <p:spPr>
                <a:xfrm>
                  <a:off x="2374168" y="5081167"/>
                  <a:ext cx="63930" cy="216716"/>
                </a:xfrm>
                <a:custGeom>
                  <a:avLst/>
                  <a:gdLst>
                    <a:gd name="connsiteX0" fmla="*/ 0 w 63930"/>
                    <a:gd name="connsiteY0" fmla="*/ 5555 h 216716"/>
                    <a:gd name="connsiteX1" fmla="*/ 1195 w 63930"/>
                    <a:gd name="connsiteY1" fmla="*/ 200051 h 216716"/>
                    <a:gd name="connsiteX2" fmla="*/ 63930 w 63930"/>
                    <a:gd name="connsiteY2" fmla="*/ 216716 h 216716"/>
                    <a:gd name="connsiteX3" fmla="*/ 63930 w 63930"/>
                    <a:gd name="connsiteY3" fmla="*/ 0 h 216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930" h="216716">
                      <a:moveTo>
                        <a:pt x="0" y="5555"/>
                      </a:moveTo>
                      <a:lnTo>
                        <a:pt x="1195" y="200051"/>
                      </a:lnTo>
                      <a:lnTo>
                        <a:pt x="63930" y="216716"/>
                      </a:lnTo>
                      <a:lnTo>
                        <a:pt x="63930" y="0"/>
                      </a:lnTo>
                      <a:close/>
                    </a:path>
                  </a:pathLst>
                </a:custGeom>
                <a:solidFill>
                  <a:srgbClr val="2B354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09" name="任意多边形: 形状 3808">
                  <a:extLst>
                    <a:ext uri="{FF2B5EF4-FFF2-40B4-BE49-F238E27FC236}">
                      <a16:creationId xmlns:a16="http://schemas.microsoft.com/office/drawing/2014/main" id="{C876B6BA-256F-BABD-0F59-67BF945E743F}"/>
                    </a:ext>
                  </a:extLst>
                </p:cNvPr>
                <p:cNvSpPr/>
                <p:nvPr/>
              </p:nvSpPr>
              <p:spPr>
                <a:xfrm>
                  <a:off x="2438098" y="5081167"/>
                  <a:ext cx="81522" cy="216783"/>
                </a:xfrm>
                <a:custGeom>
                  <a:avLst/>
                  <a:gdLst>
                    <a:gd name="connsiteX0" fmla="*/ 66 w 81522"/>
                    <a:gd name="connsiteY0" fmla="*/ 0 h 216783"/>
                    <a:gd name="connsiteX1" fmla="*/ 81523 w 81522"/>
                    <a:gd name="connsiteY1" fmla="*/ 13453 h 216783"/>
                    <a:gd name="connsiteX2" fmla="*/ 81523 w 81522"/>
                    <a:gd name="connsiteY2" fmla="*/ 164712 h 216783"/>
                    <a:gd name="connsiteX3" fmla="*/ 0 w 81522"/>
                    <a:gd name="connsiteY3" fmla="*/ 216783 h 216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522" h="216783">
                      <a:moveTo>
                        <a:pt x="66" y="0"/>
                      </a:moveTo>
                      <a:lnTo>
                        <a:pt x="81523" y="13453"/>
                      </a:lnTo>
                      <a:lnTo>
                        <a:pt x="81523" y="164712"/>
                      </a:lnTo>
                      <a:lnTo>
                        <a:pt x="0" y="216783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10" name="任意多边形: 形状 3809">
                  <a:extLst>
                    <a:ext uri="{FF2B5EF4-FFF2-40B4-BE49-F238E27FC236}">
                      <a16:creationId xmlns:a16="http://schemas.microsoft.com/office/drawing/2014/main" id="{9F143FB0-31E0-F274-84D5-7B5144762E94}"/>
                    </a:ext>
                  </a:extLst>
                </p:cNvPr>
                <p:cNvSpPr/>
                <p:nvPr/>
              </p:nvSpPr>
              <p:spPr>
                <a:xfrm>
                  <a:off x="2380475" y="5089132"/>
                  <a:ext cx="51383" cy="195968"/>
                </a:xfrm>
                <a:custGeom>
                  <a:avLst/>
                  <a:gdLst>
                    <a:gd name="connsiteX0" fmla="*/ 0 w 51383"/>
                    <a:gd name="connsiteY0" fmla="*/ 5154 h 195968"/>
                    <a:gd name="connsiteX1" fmla="*/ 929 w 51383"/>
                    <a:gd name="connsiteY1" fmla="*/ 184122 h 195968"/>
                    <a:gd name="connsiteX2" fmla="*/ 51383 w 51383"/>
                    <a:gd name="connsiteY2" fmla="*/ 195968 h 195968"/>
                    <a:gd name="connsiteX3" fmla="*/ 51383 w 51383"/>
                    <a:gd name="connsiteY3" fmla="*/ 0 h 195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383" h="195968">
                      <a:moveTo>
                        <a:pt x="0" y="5154"/>
                      </a:moveTo>
                      <a:lnTo>
                        <a:pt x="929" y="184122"/>
                      </a:lnTo>
                      <a:lnTo>
                        <a:pt x="51383" y="195968"/>
                      </a:lnTo>
                      <a:lnTo>
                        <a:pt x="51383" y="0"/>
                      </a:lnTo>
                      <a:close/>
                    </a:path>
                  </a:pathLst>
                </a:custGeom>
                <a:solidFill>
                  <a:srgbClr val="F6641B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11" name="任意多边形: 形状 3810">
                  <a:extLst>
                    <a:ext uri="{FF2B5EF4-FFF2-40B4-BE49-F238E27FC236}">
                      <a16:creationId xmlns:a16="http://schemas.microsoft.com/office/drawing/2014/main" id="{A7200001-0F5D-C909-0289-7404C9746267}"/>
                    </a:ext>
                  </a:extLst>
                </p:cNvPr>
                <p:cNvSpPr/>
                <p:nvPr/>
              </p:nvSpPr>
              <p:spPr>
                <a:xfrm rot="5118392">
                  <a:off x="2415031" y="5184979"/>
                  <a:ext cx="13084" cy="13191"/>
                </a:xfrm>
                <a:custGeom>
                  <a:avLst/>
                  <a:gdLst>
                    <a:gd name="connsiteX0" fmla="*/ 13147 w 13084"/>
                    <a:gd name="connsiteY0" fmla="*/ 6630 h 13191"/>
                    <a:gd name="connsiteX1" fmla="*/ 6604 w 13084"/>
                    <a:gd name="connsiteY1" fmla="*/ 13226 h 13191"/>
                    <a:gd name="connsiteX2" fmla="*/ 62 w 13084"/>
                    <a:gd name="connsiteY2" fmla="*/ 6630 h 13191"/>
                    <a:gd name="connsiteX3" fmla="*/ 6604 w 13084"/>
                    <a:gd name="connsiteY3" fmla="*/ 34 h 13191"/>
                    <a:gd name="connsiteX4" fmla="*/ 13147 w 13084"/>
                    <a:gd name="connsiteY4" fmla="*/ 6630 h 13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84" h="13191">
                      <a:moveTo>
                        <a:pt x="13147" y="6630"/>
                      </a:moveTo>
                      <a:cubicBezTo>
                        <a:pt x="13147" y="10272"/>
                        <a:pt x="10218" y="13226"/>
                        <a:pt x="6604" y="13226"/>
                      </a:cubicBezTo>
                      <a:cubicBezTo>
                        <a:pt x="2991" y="13226"/>
                        <a:pt x="62" y="10272"/>
                        <a:pt x="62" y="6630"/>
                      </a:cubicBezTo>
                      <a:cubicBezTo>
                        <a:pt x="62" y="2987"/>
                        <a:pt x="2991" y="34"/>
                        <a:pt x="6604" y="34"/>
                      </a:cubicBezTo>
                      <a:cubicBezTo>
                        <a:pt x="10218" y="34"/>
                        <a:pt x="13147" y="2987"/>
                        <a:pt x="13147" y="6630"/>
                      </a:cubicBezTo>
                      <a:close/>
                    </a:path>
                  </a:pathLst>
                </a:custGeom>
                <a:solidFill>
                  <a:srgbClr val="DCDDDD"/>
                </a:solidFill>
                <a:ln w="223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12" name="任意多边形: 形状 3811">
                  <a:extLst>
                    <a:ext uri="{FF2B5EF4-FFF2-40B4-BE49-F238E27FC236}">
                      <a16:creationId xmlns:a16="http://schemas.microsoft.com/office/drawing/2014/main" id="{98883C2D-B1C0-FEEF-6FC8-D0420F4B1C4E}"/>
                    </a:ext>
                  </a:extLst>
                </p:cNvPr>
                <p:cNvSpPr/>
                <p:nvPr/>
              </p:nvSpPr>
              <p:spPr>
                <a:xfrm>
                  <a:off x="2418647" y="5200836"/>
                  <a:ext cx="5841" cy="5889"/>
                </a:xfrm>
                <a:custGeom>
                  <a:avLst/>
                  <a:gdLst>
                    <a:gd name="connsiteX0" fmla="*/ 5842 w 5841"/>
                    <a:gd name="connsiteY0" fmla="*/ 2945 h 5889"/>
                    <a:gd name="connsiteX1" fmla="*/ 2921 w 5841"/>
                    <a:gd name="connsiteY1" fmla="*/ 5890 h 5889"/>
                    <a:gd name="connsiteX2" fmla="*/ 0 w 5841"/>
                    <a:gd name="connsiteY2" fmla="*/ 2945 h 5889"/>
                    <a:gd name="connsiteX3" fmla="*/ 2921 w 5841"/>
                    <a:gd name="connsiteY3" fmla="*/ 0 h 5889"/>
                    <a:gd name="connsiteX4" fmla="*/ 5842 w 5841"/>
                    <a:gd name="connsiteY4" fmla="*/ 2945 h 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41" h="5889">
                      <a:moveTo>
                        <a:pt x="5842" y="2945"/>
                      </a:moveTo>
                      <a:cubicBezTo>
                        <a:pt x="5842" y="4571"/>
                        <a:pt x="4534" y="5890"/>
                        <a:pt x="2921" y="5890"/>
                      </a:cubicBezTo>
                      <a:cubicBezTo>
                        <a:pt x="1308" y="5890"/>
                        <a:pt x="0" y="4571"/>
                        <a:pt x="0" y="2945"/>
                      </a:cubicBezTo>
                      <a:cubicBezTo>
                        <a:pt x="0" y="1318"/>
                        <a:pt x="1308" y="0"/>
                        <a:pt x="2921" y="0"/>
                      </a:cubicBezTo>
                      <a:cubicBezTo>
                        <a:pt x="4534" y="0"/>
                        <a:pt x="5842" y="1318"/>
                        <a:pt x="5842" y="2945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13" name="任意多边形: 形状 3812">
                  <a:extLst>
                    <a:ext uri="{FF2B5EF4-FFF2-40B4-BE49-F238E27FC236}">
                      <a16:creationId xmlns:a16="http://schemas.microsoft.com/office/drawing/2014/main" id="{65402099-4163-E87B-D006-50B8CC28FB75}"/>
                    </a:ext>
                  </a:extLst>
                </p:cNvPr>
                <p:cNvSpPr/>
                <p:nvPr/>
              </p:nvSpPr>
              <p:spPr>
                <a:xfrm>
                  <a:off x="2418647" y="5210072"/>
                  <a:ext cx="5841" cy="5889"/>
                </a:xfrm>
                <a:custGeom>
                  <a:avLst/>
                  <a:gdLst>
                    <a:gd name="connsiteX0" fmla="*/ 5842 w 5841"/>
                    <a:gd name="connsiteY0" fmla="*/ 2945 h 5889"/>
                    <a:gd name="connsiteX1" fmla="*/ 2921 w 5841"/>
                    <a:gd name="connsiteY1" fmla="*/ 5890 h 5889"/>
                    <a:gd name="connsiteX2" fmla="*/ 0 w 5841"/>
                    <a:gd name="connsiteY2" fmla="*/ 2945 h 5889"/>
                    <a:gd name="connsiteX3" fmla="*/ 2921 w 5841"/>
                    <a:gd name="connsiteY3" fmla="*/ 0 h 5889"/>
                    <a:gd name="connsiteX4" fmla="*/ 5842 w 5841"/>
                    <a:gd name="connsiteY4" fmla="*/ 2945 h 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41" h="5889">
                      <a:moveTo>
                        <a:pt x="5842" y="2945"/>
                      </a:moveTo>
                      <a:cubicBezTo>
                        <a:pt x="5842" y="4571"/>
                        <a:pt x="4534" y="5890"/>
                        <a:pt x="2921" y="5890"/>
                      </a:cubicBezTo>
                      <a:cubicBezTo>
                        <a:pt x="1308" y="5890"/>
                        <a:pt x="0" y="4571"/>
                        <a:pt x="0" y="2945"/>
                      </a:cubicBezTo>
                      <a:cubicBezTo>
                        <a:pt x="0" y="1318"/>
                        <a:pt x="1308" y="0"/>
                        <a:pt x="2921" y="0"/>
                      </a:cubicBezTo>
                      <a:cubicBezTo>
                        <a:pt x="4534" y="0"/>
                        <a:pt x="5842" y="1318"/>
                        <a:pt x="5842" y="2945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14" name="任意多边形: 形状 3813">
                  <a:extLst>
                    <a:ext uri="{FF2B5EF4-FFF2-40B4-BE49-F238E27FC236}">
                      <a16:creationId xmlns:a16="http://schemas.microsoft.com/office/drawing/2014/main" id="{7F42B8DB-39AC-7A3E-7126-3DF38D877432}"/>
                    </a:ext>
                  </a:extLst>
                </p:cNvPr>
                <p:cNvSpPr/>
                <p:nvPr/>
              </p:nvSpPr>
              <p:spPr>
                <a:xfrm>
                  <a:off x="2421037" y="5188387"/>
                  <a:ext cx="1062" cy="3881"/>
                </a:xfrm>
                <a:custGeom>
                  <a:avLst/>
                  <a:gdLst>
                    <a:gd name="connsiteX0" fmla="*/ 531 w 1062"/>
                    <a:gd name="connsiteY0" fmla="*/ 3882 h 3881"/>
                    <a:gd name="connsiteX1" fmla="*/ 0 w 1062"/>
                    <a:gd name="connsiteY1" fmla="*/ 3346 h 3881"/>
                    <a:gd name="connsiteX2" fmla="*/ 0 w 1062"/>
                    <a:gd name="connsiteY2" fmla="*/ 535 h 3881"/>
                    <a:gd name="connsiteX3" fmla="*/ 531 w 1062"/>
                    <a:gd name="connsiteY3" fmla="*/ 0 h 3881"/>
                    <a:gd name="connsiteX4" fmla="*/ 1062 w 1062"/>
                    <a:gd name="connsiteY4" fmla="*/ 535 h 3881"/>
                    <a:gd name="connsiteX5" fmla="*/ 1062 w 1062"/>
                    <a:gd name="connsiteY5" fmla="*/ 3346 h 3881"/>
                    <a:gd name="connsiteX6" fmla="*/ 531 w 1062"/>
                    <a:gd name="connsiteY6" fmla="*/ 3882 h 3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62" h="3881">
                      <a:moveTo>
                        <a:pt x="531" y="3882"/>
                      </a:moveTo>
                      <a:cubicBezTo>
                        <a:pt x="266" y="3882"/>
                        <a:pt x="0" y="3681"/>
                        <a:pt x="0" y="3346"/>
                      </a:cubicBezTo>
                      <a:lnTo>
                        <a:pt x="0" y="535"/>
                      </a:lnTo>
                      <a:cubicBezTo>
                        <a:pt x="0" y="268"/>
                        <a:pt x="199" y="0"/>
                        <a:pt x="531" y="0"/>
                      </a:cubicBezTo>
                      <a:cubicBezTo>
                        <a:pt x="797" y="0"/>
                        <a:pt x="1062" y="201"/>
                        <a:pt x="1062" y="535"/>
                      </a:cubicBezTo>
                      <a:lnTo>
                        <a:pt x="1062" y="3346"/>
                      </a:lnTo>
                      <a:cubicBezTo>
                        <a:pt x="1062" y="3614"/>
                        <a:pt x="863" y="3882"/>
                        <a:pt x="531" y="3882"/>
                      </a:cubicBezTo>
                      <a:close/>
                    </a:path>
                  </a:pathLst>
                </a:custGeom>
                <a:solidFill>
                  <a:srgbClr val="2A3E7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15" name="任意多边形: 形状 3814">
                  <a:extLst>
                    <a:ext uri="{FF2B5EF4-FFF2-40B4-BE49-F238E27FC236}">
                      <a16:creationId xmlns:a16="http://schemas.microsoft.com/office/drawing/2014/main" id="{E4513620-146D-6041-3F06-780C2F86C670}"/>
                    </a:ext>
                  </a:extLst>
                </p:cNvPr>
                <p:cNvSpPr/>
                <p:nvPr/>
              </p:nvSpPr>
              <p:spPr>
                <a:xfrm>
                  <a:off x="2418514" y="5189136"/>
                  <a:ext cx="6107" cy="5609"/>
                </a:xfrm>
                <a:custGeom>
                  <a:avLst/>
                  <a:gdLst>
                    <a:gd name="connsiteX0" fmla="*/ 3054 w 6107"/>
                    <a:gd name="connsiteY0" fmla="*/ 5609 h 5609"/>
                    <a:gd name="connsiteX1" fmla="*/ 0 w 6107"/>
                    <a:gd name="connsiteY1" fmla="*/ 2531 h 5609"/>
                    <a:gd name="connsiteX2" fmla="*/ 1129 w 6107"/>
                    <a:gd name="connsiteY2" fmla="*/ 121 h 5609"/>
                    <a:gd name="connsiteX3" fmla="*/ 1859 w 6107"/>
                    <a:gd name="connsiteY3" fmla="*/ 188 h 5609"/>
                    <a:gd name="connsiteX4" fmla="*/ 1792 w 6107"/>
                    <a:gd name="connsiteY4" fmla="*/ 924 h 5609"/>
                    <a:gd name="connsiteX5" fmla="*/ 1062 w 6107"/>
                    <a:gd name="connsiteY5" fmla="*/ 2464 h 5609"/>
                    <a:gd name="connsiteX6" fmla="*/ 3054 w 6107"/>
                    <a:gd name="connsiteY6" fmla="*/ 4472 h 5609"/>
                    <a:gd name="connsiteX7" fmla="*/ 5045 w 6107"/>
                    <a:gd name="connsiteY7" fmla="*/ 2464 h 5609"/>
                    <a:gd name="connsiteX8" fmla="*/ 4315 w 6107"/>
                    <a:gd name="connsiteY8" fmla="*/ 924 h 5609"/>
                    <a:gd name="connsiteX9" fmla="*/ 4249 w 6107"/>
                    <a:gd name="connsiteY9" fmla="*/ 188 h 5609"/>
                    <a:gd name="connsiteX10" fmla="*/ 4979 w 6107"/>
                    <a:gd name="connsiteY10" fmla="*/ 121 h 5609"/>
                    <a:gd name="connsiteX11" fmla="*/ 6108 w 6107"/>
                    <a:gd name="connsiteY11" fmla="*/ 2531 h 5609"/>
                    <a:gd name="connsiteX12" fmla="*/ 3054 w 6107"/>
                    <a:gd name="connsiteY12" fmla="*/ 5609 h 5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07" h="5609">
                      <a:moveTo>
                        <a:pt x="3054" y="5609"/>
                      </a:moveTo>
                      <a:cubicBezTo>
                        <a:pt x="1394" y="5609"/>
                        <a:pt x="0" y="4204"/>
                        <a:pt x="0" y="2531"/>
                      </a:cubicBezTo>
                      <a:cubicBezTo>
                        <a:pt x="0" y="1594"/>
                        <a:pt x="398" y="724"/>
                        <a:pt x="1129" y="121"/>
                      </a:cubicBezTo>
                      <a:cubicBezTo>
                        <a:pt x="1328" y="-80"/>
                        <a:pt x="1660" y="-13"/>
                        <a:pt x="1859" y="188"/>
                      </a:cubicBezTo>
                      <a:cubicBezTo>
                        <a:pt x="2058" y="389"/>
                        <a:pt x="1992" y="724"/>
                        <a:pt x="1792" y="924"/>
                      </a:cubicBezTo>
                      <a:cubicBezTo>
                        <a:pt x="1328" y="1326"/>
                        <a:pt x="1062" y="1861"/>
                        <a:pt x="1062" y="2464"/>
                      </a:cubicBezTo>
                      <a:cubicBezTo>
                        <a:pt x="1062" y="3602"/>
                        <a:pt x="1925" y="4472"/>
                        <a:pt x="3054" y="4472"/>
                      </a:cubicBezTo>
                      <a:cubicBezTo>
                        <a:pt x="4182" y="4472"/>
                        <a:pt x="5045" y="3602"/>
                        <a:pt x="5045" y="2464"/>
                      </a:cubicBezTo>
                      <a:cubicBezTo>
                        <a:pt x="5045" y="1861"/>
                        <a:pt x="4780" y="1259"/>
                        <a:pt x="4315" y="924"/>
                      </a:cubicBezTo>
                      <a:cubicBezTo>
                        <a:pt x="4116" y="724"/>
                        <a:pt x="4050" y="389"/>
                        <a:pt x="4249" y="188"/>
                      </a:cubicBezTo>
                      <a:cubicBezTo>
                        <a:pt x="4448" y="-13"/>
                        <a:pt x="4780" y="-80"/>
                        <a:pt x="4979" y="121"/>
                      </a:cubicBezTo>
                      <a:cubicBezTo>
                        <a:pt x="5709" y="724"/>
                        <a:pt x="6108" y="1594"/>
                        <a:pt x="6108" y="2531"/>
                      </a:cubicBezTo>
                      <a:cubicBezTo>
                        <a:pt x="6108" y="4204"/>
                        <a:pt x="4713" y="5609"/>
                        <a:pt x="3054" y="5609"/>
                      </a:cubicBezTo>
                      <a:close/>
                    </a:path>
                  </a:pathLst>
                </a:custGeom>
                <a:solidFill>
                  <a:srgbClr val="2A3E7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16" name="任意多边形: 形状 3815">
                  <a:extLst>
                    <a:ext uri="{FF2B5EF4-FFF2-40B4-BE49-F238E27FC236}">
                      <a16:creationId xmlns:a16="http://schemas.microsoft.com/office/drawing/2014/main" id="{6871B78E-FDA5-6A2F-D64C-9839BD209E81}"/>
                    </a:ext>
                  </a:extLst>
                </p:cNvPr>
                <p:cNvSpPr/>
                <p:nvPr/>
              </p:nvSpPr>
              <p:spPr>
                <a:xfrm>
                  <a:off x="2386781" y="5117777"/>
                  <a:ext cx="7036" cy="3881"/>
                </a:xfrm>
                <a:custGeom>
                  <a:avLst/>
                  <a:gdLst>
                    <a:gd name="connsiteX0" fmla="*/ 0 w 7036"/>
                    <a:gd name="connsiteY0" fmla="*/ 402 h 3881"/>
                    <a:gd name="connsiteX1" fmla="*/ 7037 w 7036"/>
                    <a:gd name="connsiteY1" fmla="*/ 0 h 3881"/>
                    <a:gd name="connsiteX2" fmla="*/ 7037 w 7036"/>
                    <a:gd name="connsiteY2" fmla="*/ 3480 h 3881"/>
                    <a:gd name="connsiteX3" fmla="*/ 0 w 7036"/>
                    <a:gd name="connsiteY3" fmla="*/ 3882 h 3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36" h="3881">
                      <a:moveTo>
                        <a:pt x="0" y="402"/>
                      </a:moveTo>
                      <a:lnTo>
                        <a:pt x="7037" y="0"/>
                      </a:lnTo>
                      <a:lnTo>
                        <a:pt x="7037" y="3480"/>
                      </a:lnTo>
                      <a:lnTo>
                        <a:pt x="0" y="3882"/>
                      </a:lnTo>
                      <a:close/>
                    </a:path>
                  </a:pathLst>
                </a:custGeom>
                <a:solidFill>
                  <a:srgbClr val="FEFEF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17" name="任意多边形: 形状 3816">
                  <a:extLst>
                    <a:ext uri="{FF2B5EF4-FFF2-40B4-BE49-F238E27FC236}">
                      <a16:creationId xmlns:a16="http://schemas.microsoft.com/office/drawing/2014/main" id="{035A23FF-83A9-F283-4F31-CDCA35E09724}"/>
                    </a:ext>
                  </a:extLst>
                </p:cNvPr>
                <p:cNvSpPr/>
                <p:nvPr/>
              </p:nvSpPr>
              <p:spPr>
                <a:xfrm>
                  <a:off x="2387445" y="5118580"/>
                  <a:ext cx="5642" cy="2275"/>
                </a:xfrm>
                <a:custGeom>
                  <a:avLst/>
                  <a:gdLst>
                    <a:gd name="connsiteX0" fmla="*/ 0 w 5642"/>
                    <a:gd name="connsiteY0" fmla="*/ 268 h 2275"/>
                    <a:gd name="connsiteX1" fmla="*/ 5643 w 5642"/>
                    <a:gd name="connsiteY1" fmla="*/ 0 h 2275"/>
                    <a:gd name="connsiteX2" fmla="*/ 5643 w 5642"/>
                    <a:gd name="connsiteY2" fmla="*/ 2008 h 2275"/>
                    <a:gd name="connsiteX3" fmla="*/ 0 w 5642"/>
                    <a:gd name="connsiteY3" fmla="*/ 2276 h 2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42" h="2275">
                      <a:moveTo>
                        <a:pt x="0" y="268"/>
                      </a:moveTo>
                      <a:lnTo>
                        <a:pt x="5643" y="0"/>
                      </a:lnTo>
                      <a:lnTo>
                        <a:pt x="5643" y="2008"/>
                      </a:lnTo>
                      <a:lnTo>
                        <a:pt x="0" y="2276"/>
                      </a:lnTo>
                      <a:close/>
                    </a:path>
                  </a:pathLst>
                </a:custGeom>
                <a:solidFill>
                  <a:srgbClr val="D8D7D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18" name="任意多边形: 形状 3817">
                  <a:extLst>
                    <a:ext uri="{FF2B5EF4-FFF2-40B4-BE49-F238E27FC236}">
                      <a16:creationId xmlns:a16="http://schemas.microsoft.com/office/drawing/2014/main" id="{AF3B6175-2EF5-69FA-FB62-B671DDEE6455}"/>
                    </a:ext>
                  </a:extLst>
                </p:cNvPr>
                <p:cNvSpPr/>
                <p:nvPr/>
              </p:nvSpPr>
              <p:spPr>
                <a:xfrm>
                  <a:off x="2388109" y="5118580"/>
                  <a:ext cx="4978" cy="1606"/>
                </a:xfrm>
                <a:custGeom>
                  <a:avLst/>
                  <a:gdLst>
                    <a:gd name="connsiteX0" fmla="*/ 0 w 4978"/>
                    <a:gd name="connsiteY0" fmla="*/ 268 h 1606"/>
                    <a:gd name="connsiteX1" fmla="*/ 4979 w 4978"/>
                    <a:gd name="connsiteY1" fmla="*/ 0 h 1606"/>
                    <a:gd name="connsiteX2" fmla="*/ 4979 w 4978"/>
                    <a:gd name="connsiteY2" fmla="*/ 1339 h 1606"/>
                    <a:gd name="connsiteX3" fmla="*/ 0 w 4978"/>
                    <a:gd name="connsiteY3" fmla="*/ 1606 h 1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78" h="1606">
                      <a:moveTo>
                        <a:pt x="0" y="268"/>
                      </a:moveTo>
                      <a:lnTo>
                        <a:pt x="4979" y="0"/>
                      </a:lnTo>
                      <a:lnTo>
                        <a:pt x="4979" y="1339"/>
                      </a:lnTo>
                      <a:lnTo>
                        <a:pt x="0" y="1606"/>
                      </a:lnTo>
                      <a:close/>
                    </a:path>
                  </a:pathLst>
                </a:custGeom>
                <a:solidFill>
                  <a:srgbClr val="8B8B8C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19" name="任意多边形: 形状 3818">
                  <a:extLst>
                    <a:ext uri="{FF2B5EF4-FFF2-40B4-BE49-F238E27FC236}">
                      <a16:creationId xmlns:a16="http://schemas.microsoft.com/office/drawing/2014/main" id="{54AE1F54-E31C-79A3-37E2-62EB5ED669D6}"/>
                    </a:ext>
                  </a:extLst>
                </p:cNvPr>
                <p:cNvSpPr/>
                <p:nvPr/>
              </p:nvSpPr>
              <p:spPr>
                <a:xfrm>
                  <a:off x="2394681" y="5117376"/>
                  <a:ext cx="7036" cy="3814"/>
                </a:xfrm>
                <a:custGeom>
                  <a:avLst/>
                  <a:gdLst>
                    <a:gd name="connsiteX0" fmla="*/ 0 w 7036"/>
                    <a:gd name="connsiteY0" fmla="*/ 402 h 3814"/>
                    <a:gd name="connsiteX1" fmla="*/ 7037 w 7036"/>
                    <a:gd name="connsiteY1" fmla="*/ 0 h 3814"/>
                    <a:gd name="connsiteX2" fmla="*/ 7037 w 7036"/>
                    <a:gd name="connsiteY2" fmla="*/ 3480 h 3814"/>
                    <a:gd name="connsiteX3" fmla="*/ 0 w 7036"/>
                    <a:gd name="connsiteY3" fmla="*/ 3815 h 3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36" h="3814">
                      <a:moveTo>
                        <a:pt x="0" y="402"/>
                      </a:moveTo>
                      <a:lnTo>
                        <a:pt x="7037" y="0"/>
                      </a:lnTo>
                      <a:lnTo>
                        <a:pt x="7037" y="3480"/>
                      </a:lnTo>
                      <a:lnTo>
                        <a:pt x="0" y="3815"/>
                      </a:lnTo>
                      <a:close/>
                    </a:path>
                  </a:pathLst>
                </a:custGeom>
                <a:solidFill>
                  <a:srgbClr val="FEFEF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20" name="任意多边形: 形状 3819">
                  <a:extLst>
                    <a:ext uri="{FF2B5EF4-FFF2-40B4-BE49-F238E27FC236}">
                      <a16:creationId xmlns:a16="http://schemas.microsoft.com/office/drawing/2014/main" id="{2F0709E9-193C-4300-64B3-A130A77CF16C}"/>
                    </a:ext>
                  </a:extLst>
                </p:cNvPr>
                <p:cNvSpPr/>
                <p:nvPr/>
              </p:nvSpPr>
              <p:spPr>
                <a:xfrm>
                  <a:off x="2395345" y="5118179"/>
                  <a:ext cx="5642" cy="2275"/>
                </a:xfrm>
                <a:custGeom>
                  <a:avLst/>
                  <a:gdLst>
                    <a:gd name="connsiteX0" fmla="*/ 0 w 5642"/>
                    <a:gd name="connsiteY0" fmla="*/ 268 h 2275"/>
                    <a:gd name="connsiteX1" fmla="*/ 5643 w 5642"/>
                    <a:gd name="connsiteY1" fmla="*/ 0 h 2275"/>
                    <a:gd name="connsiteX2" fmla="*/ 5643 w 5642"/>
                    <a:gd name="connsiteY2" fmla="*/ 2008 h 2275"/>
                    <a:gd name="connsiteX3" fmla="*/ 0 w 5642"/>
                    <a:gd name="connsiteY3" fmla="*/ 2276 h 2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42" h="2275">
                      <a:moveTo>
                        <a:pt x="0" y="268"/>
                      </a:moveTo>
                      <a:lnTo>
                        <a:pt x="5643" y="0"/>
                      </a:lnTo>
                      <a:lnTo>
                        <a:pt x="5643" y="2008"/>
                      </a:lnTo>
                      <a:lnTo>
                        <a:pt x="0" y="2276"/>
                      </a:lnTo>
                      <a:close/>
                    </a:path>
                  </a:pathLst>
                </a:custGeom>
                <a:solidFill>
                  <a:srgbClr val="D8D7D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21" name="任意多边形: 形状 3820">
                  <a:extLst>
                    <a:ext uri="{FF2B5EF4-FFF2-40B4-BE49-F238E27FC236}">
                      <a16:creationId xmlns:a16="http://schemas.microsoft.com/office/drawing/2014/main" id="{F1538CDC-EC1B-4E0E-98DE-05A7775CE71F}"/>
                    </a:ext>
                  </a:extLst>
                </p:cNvPr>
                <p:cNvSpPr/>
                <p:nvPr/>
              </p:nvSpPr>
              <p:spPr>
                <a:xfrm>
                  <a:off x="2396075" y="5118179"/>
                  <a:ext cx="4912" cy="1539"/>
                </a:xfrm>
                <a:custGeom>
                  <a:avLst/>
                  <a:gdLst>
                    <a:gd name="connsiteX0" fmla="*/ 0 w 4912"/>
                    <a:gd name="connsiteY0" fmla="*/ 201 h 1539"/>
                    <a:gd name="connsiteX1" fmla="*/ 4913 w 4912"/>
                    <a:gd name="connsiteY1" fmla="*/ 0 h 1539"/>
                    <a:gd name="connsiteX2" fmla="*/ 4913 w 4912"/>
                    <a:gd name="connsiteY2" fmla="*/ 1339 h 1539"/>
                    <a:gd name="connsiteX3" fmla="*/ 0 w 4912"/>
                    <a:gd name="connsiteY3" fmla="*/ 1539 h 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12" h="1539">
                      <a:moveTo>
                        <a:pt x="0" y="201"/>
                      </a:moveTo>
                      <a:lnTo>
                        <a:pt x="4913" y="0"/>
                      </a:lnTo>
                      <a:lnTo>
                        <a:pt x="4913" y="1339"/>
                      </a:lnTo>
                      <a:lnTo>
                        <a:pt x="0" y="1539"/>
                      </a:lnTo>
                      <a:close/>
                    </a:path>
                  </a:pathLst>
                </a:custGeom>
                <a:solidFill>
                  <a:srgbClr val="8B8B8C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22" name="任意多边形: 形状 3821">
                  <a:extLst>
                    <a:ext uri="{FF2B5EF4-FFF2-40B4-BE49-F238E27FC236}">
                      <a16:creationId xmlns:a16="http://schemas.microsoft.com/office/drawing/2014/main" id="{EC621F60-0DAC-54DD-BAF0-0AE581843A0F}"/>
                    </a:ext>
                  </a:extLst>
                </p:cNvPr>
                <p:cNvSpPr/>
                <p:nvPr/>
              </p:nvSpPr>
              <p:spPr>
                <a:xfrm rot="21140287">
                  <a:off x="2404777" y="5118188"/>
                  <a:ext cx="1847" cy="1845"/>
                </a:xfrm>
                <a:custGeom>
                  <a:avLst/>
                  <a:gdLst>
                    <a:gd name="connsiteX0" fmla="*/ 1907 w 1847"/>
                    <a:gd name="connsiteY0" fmla="*/ 946 h 1845"/>
                    <a:gd name="connsiteX1" fmla="*/ 983 w 1847"/>
                    <a:gd name="connsiteY1" fmla="*/ 1868 h 1845"/>
                    <a:gd name="connsiteX2" fmla="*/ 59 w 1847"/>
                    <a:gd name="connsiteY2" fmla="*/ 946 h 1845"/>
                    <a:gd name="connsiteX3" fmla="*/ 983 w 1847"/>
                    <a:gd name="connsiteY3" fmla="*/ 23 h 1845"/>
                    <a:gd name="connsiteX4" fmla="*/ 1907 w 1847"/>
                    <a:gd name="connsiteY4" fmla="*/ 946 h 1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47" h="1845">
                      <a:moveTo>
                        <a:pt x="1907" y="946"/>
                      </a:moveTo>
                      <a:cubicBezTo>
                        <a:pt x="1907" y="1455"/>
                        <a:pt x="1493" y="1868"/>
                        <a:pt x="983" y="1868"/>
                      </a:cubicBezTo>
                      <a:cubicBezTo>
                        <a:pt x="473" y="1868"/>
                        <a:pt x="59" y="1455"/>
                        <a:pt x="59" y="946"/>
                      </a:cubicBezTo>
                      <a:cubicBezTo>
                        <a:pt x="59" y="436"/>
                        <a:pt x="473" y="23"/>
                        <a:pt x="983" y="23"/>
                      </a:cubicBezTo>
                      <a:cubicBezTo>
                        <a:pt x="1493" y="23"/>
                        <a:pt x="1907" y="436"/>
                        <a:pt x="1907" y="946"/>
                      </a:cubicBezTo>
                      <a:close/>
                    </a:path>
                  </a:pathLst>
                </a:custGeom>
                <a:solidFill>
                  <a:srgbClr val="A1A1A1"/>
                </a:solidFill>
                <a:ln w="2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23" name="任意多边形: 形状 3822">
                  <a:extLst>
                    <a:ext uri="{FF2B5EF4-FFF2-40B4-BE49-F238E27FC236}">
                      <a16:creationId xmlns:a16="http://schemas.microsoft.com/office/drawing/2014/main" id="{237EF4E4-A3EE-D5DB-241A-CF837E56A526}"/>
                    </a:ext>
                  </a:extLst>
                </p:cNvPr>
                <p:cNvSpPr/>
                <p:nvPr/>
              </p:nvSpPr>
              <p:spPr>
                <a:xfrm rot="21140287">
                  <a:off x="2409511" y="5118080"/>
                  <a:ext cx="1847" cy="1845"/>
                </a:xfrm>
                <a:custGeom>
                  <a:avLst/>
                  <a:gdLst>
                    <a:gd name="connsiteX0" fmla="*/ 1907 w 1847"/>
                    <a:gd name="connsiteY0" fmla="*/ 946 h 1845"/>
                    <a:gd name="connsiteX1" fmla="*/ 984 w 1847"/>
                    <a:gd name="connsiteY1" fmla="*/ 1868 h 1845"/>
                    <a:gd name="connsiteX2" fmla="*/ 60 w 1847"/>
                    <a:gd name="connsiteY2" fmla="*/ 946 h 1845"/>
                    <a:gd name="connsiteX3" fmla="*/ 984 w 1847"/>
                    <a:gd name="connsiteY3" fmla="*/ 23 h 1845"/>
                    <a:gd name="connsiteX4" fmla="*/ 1907 w 1847"/>
                    <a:gd name="connsiteY4" fmla="*/ 946 h 1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47" h="1845">
                      <a:moveTo>
                        <a:pt x="1907" y="946"/>
                      </a:moveTo>
                      <a:cubicBezTo>
                        <a:pt x="1907" y="1455"/>
                        <a:pt x="1494" y="1868"/>
                        <a:pt x="984" y="1868"/>
                      </a:cubicBezTo>
                      <a:cubicBezTo>
                        <a:pt x="474" y="1868"/>
                        <a:pt x="60" y="1455"/>
                        <a:pt x="60" y="946"/>
                      </a:cubicBezTo>
                      <a:cubicBezTo>
                        <a:pt x="60" y="436"/>
                        <a:pt x="474" y="23"/>
                        <a:pt x="984" y="23"/>
                      </a:cubicBezTo>
                      <a:cubicBezTo>
                        <a:pt x="1494" y="23"/>
                        <a:pt x="1907" y="436"/>
                        <a:pt x="1907" y="946"/>
                      </a:cubicBezTo>
                      <a:close/>
                    </a:path>
                  </a:pathLst>
                </a:custGeom>
                <a:solidFill>
                  <a:srgbClr val="A1A1A1"/>
                </a:solidFill>
                <a:ln w="2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24" name="任意多边形: 形状 3823">
                  <a:extLst>
                    <a:ext uri="{FF2B5EF4-FFF2-40B4-BE49-F238E27FC236}">
                      <a16:creationId xmlns:a16="http://schemas.microsoft.com/office/drawing/2014/main" id="{6FDCC656-B462-CB56-9A3E-FD096F6B96CB}"/>
                    </a:ext>
                  </a:extLst>
                </p:cNvPr>
                <p:cNvSpPr/>
                <p:nvPr/>
              </p:nvSpPr>
              <p:spPr>
                <a:xfrm>
                  <a:off x="2418248" y="5113761"/>
                  <a:ext cx="7568" cy="7629"/>
                </a:xfrm>
                <a:custGeom>
                  <a:avLst/>
                  <a:gdLst>
                    <a:gd name="connsiteX0" fmla="*/ 7568 w 7568"/>
                    <a:gd name="connsiteY0" fmla="*/ 3815 h 7629"/>
                    <a:gd name="connsiteX1" fmla="*/ 3784 w 7568"/>
                    <a:gd name="connsiteY1" fmla="*/ 7630 h 7629"/>
                    <a:gd name="connsiteX2" fmla="*/ 0 w 7568"/>
                    <a:gd name="connsiteY2" fmla="*/ 3815 h 7629"/>
                    <a:gd name="connsiteX3" fmla="*/ 3784 w 7568"/>
                    <a:gd name="connsiteY3" fmla="*/ 0 h 7629"/>
                    <a:gd name="connsiteX4" fmla="*/ 7568 w 7568"/>
                    <a:gd name="connsiteY4" fmla="*/ 3815 h 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68" h="7629">
                      <a:moveTo>
                        <a:pt x="7568" y="3815"/>
                      </a:moveTo>
                      <a:cubicBezTo>
                        <a:pt x="7568" y="5922"/>
                        <a:pt x="5874" y="7630"/>
                        <a:pt x="3784" y="7630"/>
                      </a:cubicBezTo>
                      <a:cubicBezTo>
                        <a:pt x="1694" y="7630"/>
                        <a:pt x="0" y="5922"/>
                        <a:pt x="0" y="3815"/>
                      </a:cubicBezTo>
                      <a:cubicBezTo>
                        <a:pt x="0" y="1708"/>
                        <a:pt x="1694" y="0"/>
                        <a:pt x="3784" y="0"/>
                      </a:cubicBezTo>
                      <a:cubicBezTo>
                        <a:pt x="5874" y="0"/>
                        <a:pt x="7568" y="1708"/>
                        <a:pt x="7568" y="3815"/>
                      </a:cubicBezTo>
                      <a:close/>
                    </a:path>
                  </a:pathLst>
                </a:custGeom>
                <a:noFill/>
                <a:ln w="1246" cap="flat">
                  <a:solidFill>
                    <a:srgbClr val="332C2B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25" name="任意多边形: 形状 3824">
                  <a:extLst>
                    <a:ext uri="{FF2B5EF4-FFF2-40B4-BE49-F238E27FC236}">
                      <a16:creationId xmlns:a16="http://schemas.microsoft.com/office/drawing/2014/main" id="{38C96FB5-5A87-6767-C10C-B9891818518E}"/>
                    </a:ext>
                  </a:extLst>
                </p:cNvPr>
                <p:cNvSpPr/>
                <p:nvPr/>
              </p:nvSpPr>
              <p:spPr>
                <a:xfrm>
                  <a:off x="2418448" y="5114029"/>
                  <a:ext cx="7169" cy="7094"/>
                </a:xfrm>
                <a:custGeom>
                  <a:avLst/>
                  <a:gdLst>
                    <a:gd name="connsiteX0" fmla="*/ 7170 w 7169"/>
                    <a:gd name="connsiteY0" fmla="*/ 3547 h 7094"/>
                    <a:gd name="connsiteX1" fmla="*/ 3585 w 7169"/>
                    <a:gd name="connsiteY1" fmla="*/ 7094 h 7094"/>
                    <a:gd name="connsiteX2" fmla="*/ 0 w 7169"/>
                    <a:gd name="connsiteY2" fmla="*/ 3547 h 7094"/>
                    <a:gd name="connsiteX3" fmla="*/ 3585 w 7169"/>
                    <a:gd name="connsiteY3" fmla="*/ 0 h 7094"/>
                    <a:gd name="connsiteX4" fmla="*/ 7170 w 7169"/>
                    <a:gd name="connsiteY4" fmla="*/ 3547 h 7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69" h="7094">
                      <a:moveTo>
                        <a:pt x="7170" y="3547"/>
                      </a:moveTo>
                      <a:cubicBezTo>
                        <a:pt x="7170" y="5506"/>
                        <a:pt x="5565" y="7094"/>
                        <a:pt x="3585" y="7094"/>
                      </a:cubicBezTo>
                      <a:cubicBezTo>
                        <a:pt x="1605" y="7094"/>
                        <a:pt x="0" y="5506"/>
                        <a:pt x="0" y="3547"/>
                      </a:cubicBezTo>
                      <a:cubicBezTo>
                        <a:pt x="0" y="1588"/>
                        <a:pt x="1605" y="0"/>
                        <a:pt x="3585" y="0"/>
                      </a:cubicBezTo>
                      <a:cubicBezTo>
                        <a:pt x="5565" y="0"/>
                        <a:pt x="7170" y="1588"/>
                        <a:pt x="7170" y="3547"/>
                      </a:cubicBezTo>
                      <a:close/>
                    </a:path>
                  </a:pathLst>
                </a:custGeom>
                <a:solidFill>
                  <a:srgbClr val="111D38"/>
                </a:solidFill>
                <a:ln w="1246" cap="flat">
                  <a:solidFill>
                    <a:srgbClr val="B6B6B7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26" name="任意多边形: 形状 3825">
                  <a:extLst>
                    <a:ext uri="{FF2B5EF4-FFF2-40B4-BE49-F238E27FC236}">
                      <a16:creationId xmlns:a16="http://schemas.microsoft.com/office/drawing/2014/main" id="{70F53915-EEF9-9E4F-0385-16DBC5CD590E}"/>
                    </a:ext>
                  </a:extLst>
                </p:cNvPr>
                <p:cNvSpPr/>
                <p:nvPr/>
              </p:nvSpPr>
              <p:spPr>
                <a:xfrm>
                  <a:off x="2414199" y="5117643"/>
                  <a:ext cx="1858" cy="1874"/>
                </a:xfrm>
                <a:custGeom>
                  <a:avLst/>
                  <a:gdLst>
                    <a:gd name="connsiteX0" fmla="*/ 1859 w 1858"/>
                    <a:gd name="connsiteY0" fmla="*/ 937 h 1874"/>
                    <a:gd name="connsiteX1" fmla="*/ 929 w 1858"/>
                    <a:gd name="connsiteY1" fmla="*/ 1874 h 1874"/>
                    <a:gd name="connsiteX2" fmla="*/ 0 w 1858"/>
                    <a:gd name="connsiteY2" fmla="*/ 937 h 1874"/>
                    <a:gd name="connsiteX3" fmla="*/ 929 w 1858"/>
                    <a:gd name="connsiteY3" fmla="*/ 0 h 1874"/>
                    <a:gd name="connsiteX4" fmla="*/ 1859 w 1858"/>
                    <a:gd name="connsiteY4" fmla="*/ 937 h 1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58" h="1874">
                      <a:moveTo>
                        <a:pt x="1859" y="937"/>
                      </a:moveTo>
                      <a:cubicBezTo>
                        <a:pt x="1859" y="1455"/>
                        <a:pt x="1443" y="1874"/>
                        <a:pt x="929" y="1874"/>
                      </a:cubicBezTo>
                      <a:cubicBezTo>
                        <a:pt x="416" y="1874"/>
                        <a:pt x="0" y="1455"/>
                        <a:pt x="0" y="937"/>
                      </a:cubicBezTo>
                      <a:cubicBezTo>
                        <a:pt x="0" y="420"/>
                        <a:pt x="416" y="0"/>
                        <a:pt x="929" y="0"/>
                      </a:cubicBezTo>
                      <a:cubicBezTo>
                        <a:pt x="1443" y="0"/>
                        <a:pt x="1859" y="420"/>
                        <a:pt x="1859" y="937"/>
                      </a:cubicBezTo>
                      <a:close/>
                    </a:path>
                  </a:pathLst>
                </a:custGeom>
                <a:solidFill>
                  <a:srgbClr val="757475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27" name="任意多边形: 形状 3826">
                  <a:extLst>
                    <a:ext uri="{FF2B5EF4-FFF2-40B4-BE49-F238E27FC236}">
                      <a16:creationId xmlns:a16="http://schemas.microsoft.com/office/drawing/2014/main" id="{3E462CEB-D249-3565-FE80-3F99746AD95D}"/>
                    </a:ext>
                  </a:extLst>
                </p:cNvPr>
                <p:cNvSpPr/>
                <p:nvPr/>
              </p:nvSpPr>
              <p:spPr>
                <a:xfrm>
                  <a:off x="2414332" y="5117777"/>
                  <a:ext cx="1593" cy="1606"/>
                </a:xfrm>
                <a:custGeom>
                  <a:avLst/>
                  <a:gdLst>
                    <a:gd name="connsiteX0" fmla="*/ 1593 w 1593"/>
                    <a:gd name="connsiteY0" fmla="*/ 803 h 1606"/>
                    <a:gd name="connsiteX1" fmla="*/ 797 w 1593"/>
                    <a:gd name="connsiteY1" fmla="*/ 1606 h 1606"/>
                    <a:gd name="connsiteX2" fmla="*/ 0 w 1593"/>
                    <a:gd name="connsiteY2" fmla="*/ 803 h 1606"/>
                    <a:gd name="connsiteX3" fmla="*/ 797 w 1593"/>
                    <a:gd name="connsiteY3" fmla="*/ 0 h 1606"/>
                    <a:gd name="connsiteX4" fmla="*/ 1593 w 1593"/>
                    <a:gd name="connsiteY4" fmla="*/ 803 h 1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93" h="1606">
                      <a:moveTo>
                        <a:pt x="1593" y="803"/>
                      </a:moveTo>
                      <a:cubicBezTo>
                        <a:pt x="1593" y="1247"/>
                        <a:pt x="1237" y="1606"/>
                        <a:pt x="797" y="1606"/>
                      </a:cubicBezTo>
                      <a:cubicBezTo>
                        <a:pt x="357" y="1606"/>
                        <a:pt x="0" y="1247"/>
                        <a:pt x="0" y="803"/>
                      </a:cubicBezTo>
                      <a:cubicBezTo>
                        <a:pt x="0" y="360"/>
                        <a:pt x="357" y="0"/>
                        <a:pt x="797" y="0"/>
                      </a:cubicBezTo>
                      <a:cubicBezTo>
                        <a:pt x="1237" y="0"/>
                        <a:pt x="1593" y="360"/>
                        <a:pt x="1593" y="803"/>
                      </a:cubicBezTo>
                      <a:close/>
                    </a:path>
                  </a:pathLst>
                </a:custGeom>
                <a:solidFill>
                  <a:srgbClr val="474443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28" name="任意多边形: 形状 3827">
                  <a:extLst>
                    <a:ext uri="{FF2B5EF4-FFF2-40B4-BE49-F238E27FC236}">
                      <a16:creationId xmlns:a16="http://schemas.microsoft.com/office/drawing/2014/main" id="{8E0670A6-18C7-820A-B44C-F8282D2AB0D2}"/>
                    </a:ext>
                  </a:extLst>
                </p:cNvPr>
                <p:cNvSpPr/>
                <p:nvPr/>
              </p:nvSpPr>
              <p:spPr>
                <a:xfrm>
                  <a:off x="2383064" y="5100571"/>
                  <a:ext cx="46868" cy="8978"/>
                </a:xfrm>
                <a:custGeom>
                  <a:avLst/>
                  <a:gdLst>
                    <a:gd name="connsiteX0" fmla="*/ 1461 w 46868"/>
                    <a:gd name="connsiteY0" fmla="*/ 4021 h 8978"/>
                    <a:gd name="connsiteX1" fmla="*/ 45408 w 46868"/>
                    <a:gd name="connsiteY1" fmla="*/ 5 h 8978"/>
                    <a:gd name="connsiteX2" fmla="*/ 46869 w 46868"/>
                    <a:gd name="connsiteY2" fmla="*/ 1344 h 8978"/>
                    <a:gd name="connsiteX3" fmla="*/ 46869 w 46868"/>
                    <a:gd name="connsiteY3" fmla="*/ 3352 h 8978"/>
                    <a:gd name="connsiteX4" fmla="*/ 45408 w 46868"/>
                    <a:gd name="connsiteY4" fmla="*/ 4958 h 8978"/>
                    <a:gd name="connsiteX5" fmla="*/ 1461 w 46868"/>
                    <a:gd name="connsiteY5" fmla="*/ 8974 h 8978"/>
                    <a:gd name="connsiteX6" fmla="*/ 0 w 46868"/>
                    <a:gd name="connsiteY6" fmla="*/ 7635 h 8978"/>
                    <a:gd name="connsiteX7" fmla="*/ 0 w 46868"/>
                    <a:gd name="connsiteY7" fmla="*/ 5627 h 8978"/>
                    <a:gd name="connsiteX8" fmla="*/ 1461 w 46868"/>
                    <a:gd name="connsiteY8" fmla="*/ 4021 h 8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868" h="8978">
                      <a:moveTo>
                        <a:pt x="1461" y="4021"/>
                      </a:moveTo>
                      <a:lnTo>
                        <a:pt x="45408" y="5"/>
                      </a:lnTo>
                      <a:cubicBezTo>
                        <a:pt x="46205" y="-62"/>
                        <a:pt x="46869" y="541"/>
                        <a:pt x="46869" y="1344"/>
                      </a:cubicBezTo>
                      <a:lnTo>
                        <a:pt x="46869" y="3352"/>
                      </a:lnTo>
                      <a:cubicBezTo>
                        <a:pt x="46869" y="4155"/>
                        <a:pt x="46205" y="4891"/>
                        <a:pt x="45408" y="4958"/>
                      </a:cubicBezTo>
                      <a:lnTo>
                        <a:pt x="1461" y="8974"/>
                      </a:lnTo>
                      <a:cubicBezTo>
                        <a:pt x="664" y="9040"/>
                        <a:pt x="0" y="8438"/>
                        <a:pt x="0" y="7635"/>
                      </a:cubicBezTo>
                      <a:lnTo>
                        <a:pt x="0" y="5627"/>
                      </a:lnTo>
                      <a:cubicBezTo>
                        <a:pt x="0" y="4824"/>
                        <a:pt x="664" y="4088"/>
                        <a:pt x="1461" y="40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29" name="任意多边形: 形状 3828">
                  <a:extLst>
                    <a:ext uri="{FF2B5EF4-FFF2-40B4-BE49-F238E27FC236}">
                      <a16:creationId xmlns:a16="http://schemas.microsoft.com/office/drawing/2014/main" id="{0A010369-D102-E481-339F-9342E0B21CDF}"/>
                    </a:ext>
                  </a:extLst>
                </p:cNvPr>
                <p:cNvSpPr/>
                <p:nvPr/>
              </p:nvSpPr>
              <p:spPr>
                <a:xfrm>
                  <a:off x="2383196" y="5226516"/>
                  <a:ext cx="46935" cy="13292"/>
                </a:xfrm>
                <a:custGeom>
                  <a:avLst/>
                  <a:gdLst>
                    <a:gd name="connsiteX0" fmla="*/ 1394 w 46935"/>
                    <a:gd name="connsiteY0" fmla="*/ 87 h 13292"/>
                    <a:gd name="connsiteX1" fmla="*/ 45541 w 46935"/>
                    <a:gd name="connsiteY1" fmla="*/ 8922 h 13292"/>
                    <a:gd name="connsiteX2" fmla="*/ 46935 w 46935"/>
                    <a:gd name="connsiteY2" fmla="*/ 10662 h 13292"/>
                    <a:gd name="connsiteX3" fmla="*/ 46935 w 46935"/>
                    <a:gd name="connsiteY3" fmla="*/ 12068 h 13292"/>
                    <a:gd name="connsiteX4" fmla="*/ 45541 w 46935"/>
                    <a:gd name="connsiteY4" fmla="*/ 13272 h 13292"/>
                    <a:gd name="connsiteX5" fmla="*/ 1394 w 46935"/>
                    <a:gd name="connsiteY5" fmla="*/ 4438 h 13292"/>
                    <a:gd name="connsiteX6" fmla="*/ 0 w 46935"/>
                    <a:gd name="connsiteY6" fmla="*/ 2631 h 13292"/>
                    <a:gd name="connsiteX7" fmla="*/ 0 w 46935"/>
                    <a:gd name="connsiteY7" fmla="*/ 1225 h 13292"/>
                    <a:gd name="connsiteX8" fmla="*/ 1394 w 46935"/>
                    <a:gd name="connsiteY8" fmla="*/ 21 h 13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292">
                      <a:moveTo>
                        <a:pt x="1394" y="87"/>
                      </a:moveTo>
                      <a:lnTo>
                        <a:pt x="45541" y="8922"/>
                      </a:lnTo>
                      <a:cubicBezTo>
                        <a:pt x="46338" y="9056"/>
                        <a:pt x="46935" y="9859"/>
                        <a:pt x="46935" y="10662"/>
                      </a:cubicBezTo>
                      <a:lnTo>
                        <a:pt x="46935" y="12068"/>
                      </a:lnTo>
                      <a:cubicBezTo>
                        <a:pt x="46935" y="12871"/>
                        <a:pt x="46271" y="13406"/>
                        <a:pt x="45541" y="13272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501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30" name="任意多边形: 形状 3829">
                  <a:extLst>
                    <a:ext uri="{FF2B5EF4-FFF2-40B4-BE49-F238E27FC236}">
                      <a16:creationId xmlns:a16="http://schemas.microsoft.com/office/drawing/2014/main" id="{DEE11928-CBEA-4137-49A6-0F9CBCDAC8DE}"/>
                    </a:ext>
                  </a:extLst>
                </p:cNvPr>
                <p:cNvSpPr/>
                <p:nvPr/>
              </p:nvSpPr>
              <p:spPr>
                <a:xfrm>
                  <a:off x="2383329" y="5227072"/>
                  <a:ext cx="47067" cy="11177"/>
                </a:xfrm>
                <a:custGeom>
                  <a:avLst/>
                  <a:gdLst>
                    <a:gd name="connsiteX0" fmla="*/ 4116 w 47067"/>
                    <a:gd name="connsiteY0" fmla="*/ 0 h 11177"/>
                    <a:gd name="connsiteX1" fmla="*/ 0 w 47067"/>
                    <a:gd name="connsiteY1" fmla="*/ 1406 h 11177"/>
                    <a:gd name="connsiteX2" fmla="*/ 46736 w 47067"/>
                    <a:gd name="connsiteY2" fmla="*/ 11177 h 11177"/>
                    <a:gd name="connsiteX3" fmla="*/ 47068 w 47067"/>
                    <a:gd name="connsiteY3" fmla="*/ 8165 h 11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177">
                      <a:moveTo>
                        <a:pt x="4116" y="0"/>
                      </a:moveTo>
                      <a:lnTo>
                        <a:pt x="0" y="1406"/>
                      </a:lnTo>
                      <a:lnTo>
                        <a:pt x="46736" y="11177"/>
                      </a:lnTo>
                      <a:lnTo>
                        <a:pt x="47068" y="816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31" name="任意多边形: 形状 3830">
                  <a:extLst>
                    <a:ext uri="{FF2B5EF4-FFF2-40B4-BE49-F238E27FC236}">
                      <a16:creationId xmlns:a16="http://schemas.microsoft.com/office/drawing/2014/main" id="{329828E5-126C-C675-098E-D953D46BBCFD}"/>
                    </a:ext>
                  </a:extLst>
                </p:cNvPr>
                <p:cNvSpPr/>
                <p:nvPr/>
              </p:nvSpPr>
              <p:spPr>
                <a:xfrm>
                  <a:off x="2383196" y="5226516"/>
                  <a:ext cx="46935" cy="13292"/>
                </a:xfrm>
                <a:custGeom>
                  <a:avLst/>
                  <a:gdLst>
                    <a:gd name="connsiteX0" fmla="*/ 1394 w 46935"/>
                    <a:gd name="connsiteY0" fmla="*/ 87 h 13292"/>
                    <a:gd name="connsiteX1" fmla="*/ 45541 w 46935"/>
                    <a:gd name="connsiteY1" fmla="*/ 8922 h 13292"/>
                    <a:gd name="connsiteX2" fmla="*/ 46935 w 46935"/>
                    <a:gd name="connsiteY2" fmla="*/ 10662 h 13292"/>
                    <a:gd name="connsiteX3" fmla="*/ 46935 w 46935"/>
                    <a:gd name="connsiteY3" fmla="*/ 12068 h 13292"/>
                    <a:gd name="connsiteX4" fmla="*/ 45541 w 46935"/>
                    <a:gd name="connsiteY4" fmla="*/ 13272 h 13292"/>
                    <a:gd name="connsiteX5" fmla="*/ 1394 w 46935"/>
                    <a:gd name="connsiteY5" fmla="*/ 4438 h 13292"/>
                    <a:gd name="connsiteX6" fmla="*/ 0 w 46935"/>
                    <a:gd name="connsiteY6" fmla="*/ 2631 h 13292"/>
                    <a:gd name="connsiteX7" fmla="*/ 0 w 46935"/>
                    <a:gd name="connsiteY7" fmla="*/ 1225 h 13292"/>
                    <a:gd name="connsiteX8" fmla="*/ 1394 w 46935"/>
                    <a:gd name="connsiteY8" fmla="*/ 21 h 13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292">
                      <a:moveTo>
                        <a:pt x="1394" y="87"/>
                      </a:moveTo>
                      <a:lnTo>
                        <a:pt x="45541" y="8922"/>
                      </a:lnTo>
                      <a:cubicBezTo>
                        <a:pt x="46338" y="9056"/>
                        <a:pt x="46935" y="9859"/>
                        <a:pt x="46935" y="10662"/>
                      </a:cubicBezTo>
                      <a:lnTo>
                        <a:pt x="46935" y="12068"/>
                      </a:lnTo>
                      <a:cubicBezTo>
                        <a:pt x="46935" y="12871"/>
                        <a:pt x="46271" y="13406"/>
                        <a:pt x="45541" y="13272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501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32" name="任意多边形: 形状 3831">
                  <a:extLst>
                    <a:ext uri="{FF2B5EF4-FFF2-40B4-BE49-F238E27FC236}">
                      <a16:creationId xmlns:a16="http://schemas.microsoft.com/office/drawing/2014/main" id="{7396C2BE-04F6-9306-28FC-7F629703523F}"/>
                    </a:ext>
                  </a:extLst>
                </p:cNvPr>
                <p:cNvSpPr/>
                <p:nvPr/>
              </p:nvSpPr>
              <p:spPr>
                <a:xfrm>
                  <a:off x="2383130" y="5228586"/>
                  <a:ext cx="47001" cy="11362"/>
                </a:xfrm>
                <a:custGeom>
                  <a:avLst/>
                  <a:gdLst>
                    <a:gd name="connsiteX0" fmla="*/ 1129 w 47001"/>
                    <a:gd name="connsiteY0" fmla="*/ 26 h 11362"/>
                    <a:gd name="connsiteX1" fmla="*/ 45873 w 47001"/>
                    <a:gd name="connsiteY1" fmla="*/ 8994 h 11362"/>
                    <a:gd name="connsiteX2" fmla="*/ 47002 w 47001"/>
                    <a:gd name="connsiteY2" fmla="*/ 10400 h 11362"/>
                    <a:gd name="connsiteX3" fmla="*/ 47002 w 47001"/>
                    <a:gd name="connsiteY3" fmla="*/ 10400 h 11362"/>
                    <a:gd name="connsiteX4" fmla="*/ 45873 w 47001"/>
                    <a:gd name="connsiteY4" fmla="*/ 11337 h 11362"/>
                    <a:gd name="connsiteX5" fmla="*/ 1129 w 47001"/>
                    <a:gd name="connsiteY5" fmla="*/ 2368 h 11362"/>
                    <a:gd name="connsiteX6" fmla="*/ 0 w 47001"/>
                    <a:gd name="connsiteY6" fmla="*/ 963 h 11362"/>
                    <a:gd name="connsiteX7" fmla="*/ 0 w 47001"/>
                    <a:gd name="connsiteY7" fmla="*/ 963 h 11362"/>
                    <a:gd name="connsiteX8" fmla="*/ 1129 w 47001"/>
                    <a:gd name="connsiteY8" fmla="*/ 26 h 11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362">
                      <a:moveTo>
                        <a:pt x="1129" y="26"/>
                      </a:moveTo>
                      <a:lnTo>
                        <a:pt x="45873" y="8994"/>
                      </a:lnTo>
                      <a:cubicBezTo>
                        <a:pt x="46470" y="9128"/>
                        <a:pt x="47002" y="9730"/>
                        <a:pt x="47002" y="10400"/>
                      </a:cubicBezTo>
                      <a:lnTo>
                        <a:pt x="47002" y="10400"/>
                      </a:lnTo>
                      <a:cubicBezTo>
                        <a:pt x="47002" y="11069"/>
                        <a:pt x="46537" y="11471"/>
                        <a:pt x="45873" y="11337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33" name="任意多边形: 形状 3832">
                  <a:extLst>
                    <a:ext uri="{FF2B5EF4-FFF2-40B4-BE49-F238E27FC236}">
                      <a16:creationId xmlns:a16="http://schemas.microsoft.com/office/drawing/2014/main" id="{4B1346F7-8386-7B7A-EA45-C3A205571EBE}"/>
                    </a:ext>
                  </a:extLst>
                </p:cNvPr>
                <p:cNvSpPr/>
                <p:nvPr/>
              </p:nvSpPr>
              <p:spPr>
                <a:xfrm>
                  <a:off x="2383196" y="5232339"/>
                  <a:ext cx="46935" cy="13694"/>
                </a:xfrm>
                <a:custGeom>
                  <a:avLst/>
                  <a:gdLst>
                    <a:gd name="connsiteX0" fmla="*/ 1394 w 46935"/>
                    <a:gd name="connsiteY0" fmla="*/ 21 h 13694"/>
                    <a:gd name="connsiteX1" fmla="*/ 45541 w 46935"/>
                    <a:gd name="connsiteY1" fmla="*/ 9257 h 13694"/>
                    <a:gd name="connsiteX2" fmla="*/ 46935 w 46935"/>
                    <a:gd name="connsiteY2" fmla="*/ 11064 h 13694"/>
                    <a:gd name="connsiteX3" fmla="*/ 46935 w 46935"/>
                    <a:gd name="connsiteY3" fmla="*/ 12469 h 13694"/>
                    <a:gd name="connsiteX4" fmla="*/ 45541 w 46935"/>
                    <a:gd name="connsiteY4" fmla="*/ 13674 h 13694"/>
                    <a:gd name="connsiteX5" fmla="*/ 1394 w 46935"/>
                    <a:gd name="connsiteY5" fmla="*/ 4438 h 13694"/>
                    <a:gd name="connsiteX6" fmla="*/ 0 w 46935"/>
                    <a:gd name="connsiteY6" fmla="*/ 2631 h 13694"/>
                    <a:gd name="connsiteX7" fmla="*/ 0 w 46935"/>
                    <a:gd name="connsiteY7" fmla="*/ 1225 h 13694"/>
                    <a:gd name="connsiteX8" fmla="*/ 1394 w 46935"/>
                    <a:gd name="connsiteY8" fmla="*/ 21 h 13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694">
                      <a:moveTo>
                        <a:pt x="1394" y="21"/>
                      </a:moveTo>
                      <a:lnTo>
                        <a:pt x="45541" y="9257"/>
                      </a:lnTo>
                      <a:cubicBezTo>
                        <a:pt x="46338" y="9457"/>
                        <a:pt x="46935" y="10261"/>
                        <a:pt x="46935" y="11064"/>
                      </a:cubicBezTo>
                      <a:lnTo>
                        <a:pt x="46935" y="12469"/>
                      </a:lnTo>
                      <a:cubicBezTo>
                        <a:pt x="46935" y="13272"/>
                        <a:pt x="46271" y="13808"/>
                        <a:pt x="45541" y="13674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34" name="任意多边形: 形状 3833">
                  <a:extLst>
                    <a:ext uri="{FF2B5EF4-FFF2-40B4-BE49-F238E27FC236}">
                      <a16:creationId xmlns:a16="http://schemas.microsoft.com/office/drawing/2014/main" id="{883C8572-C22C-46E4-C8FF-3690B5611F33}"/>
                    </a:ext>
                  </a:extLst>
                </p:cNvPr>
                <p:cNvSpPr/>
                <p:nvPr/>
              </p:nvSpPr>
              <p:spPr>
                <a:xfrm>
                  <a:off x="2383329" y="5232895"/>
                  <a:ext cx="47067" cy="11578"/>
                </a:xfrm>
                <a:custGeom>
                  <a:avLst/>
                  <a:gdLst>
                    <a:gd name="connsiteX0" fmla="*/ 4116 w 47067"/>
                    <a:gd name="connsiteY0" fmla="*/ 0 h 11578"/>
                    <a:gd name="connsiteX1" fmla="*/ 0 w 47067"/>
                    <a:gd name="connsiteY1" fmla="*/ 1339 h 11578"/>
                    <a:gd name="connsiteX2" fmla="*/ 46736 w 47067"/>
                    <a:gd name="connsiteY2" fmla="*/ 11579 h 11578"/>
                    <a:gd name="connsiteX3" fmla="*/ 47068 w 47067"/>
                    <a:gd name="connsiteY3" fmla="*/ 8500 h 11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578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579"/>
                      </a:lnTo>
                      <a:lnTo>
                        <a:pt x="47068" y="8500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35" name="任意多边形: 形状 3834">
                  <a:extLst>
                    <a:ext uri="{FF2B5EF4-FFF2-40B4-BE49-F238E27FC236}">
                      <a16:creationId xmlns:a16="http://schemas.microsoft.com/office/drawing/2014/main" id="{6B290246-3173-00EF-3AA5-A32E4A4F5468}"/>
                    </a:ext>
                  </a:extLst>
                </p:cNvPr>
                <p:cNvSpPr/>
                <p:nvPr/>
              </p:nvSpPr>
              <p:spPr>
                <a:xfrm>
                  <a:off x="2383196" y="5232339"/>
                  <a:ext cx="46935" cy="13694"/>
                </a:xfrm>
                <a:custGeom>
                  <a:avLst/>
                  <a:gdLst>
                    <a:gd name="connsiteX0" fmla="*/ 1394 w 46935"/>
                    <a:gd name="connsiteY0" fmla="*/ 21 h 13694"/>
                    <a:gd name="connsiteX1" fmla="*/ 45541 w 46935"/>
                    <a:gd name="connsiteY1" fmla="*/ 9257 h 13694"/>
                    <a:gd name="connsiteX2" fmla="*/ 46935 w 46935"/>
                    <a:gd name="connsiteY2" fmla="*/ 11064 h 13694"/>
                    <a:gd name="connsiteX3" fmla="*/ 46935 w 46935"/>
                    <a:gd name="connsiteY3" fmla="*/ 12469 h 13694"/>
                    <a:gd name="connsiteX4" fmla="*/ 45541 w 46935"/>
                    <a:gd name="connsiteY4" fmla="*/ 13674 h 13694"/>
                    <a:gd name="connsiteX5" fmla="*/ 1394 w 46935"/>
                    <a:gd name="connsiteY5" fmla="*/ 4438 h 13694"/>
                    <a:gd name="connsiteX6" fmla="*/ 0 w 46935"/>
                    <a:gd name="connsiteY6" fmla="*/ 2631 h 13694"/>
                    <a:gd name="connsiteX7" fmla="*/ 0 w 46935"/>
                    <a:gd name="connsiteY7" fmla="*/ 1225 h 13694"/>
                    <a:gd name="connsiteX8" fmla="*/ 1394 w 46935"/>
                    <a:gd name="connsiteY8" fmla="*/ 21 h 13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694">
                      <a:moveTo>
                        <a:pt x="1394" y="21"/>
                      </a:moveTo>
                      <a:lnTo>
                        <a:pt x="45541" y="9257"/>
                      </a:lnTo>
                      <a:cubicBezTo>
                        <a:pt x="46338" y="9457"/>
                        <a:pt x="46935" y="10261"/>
                        <a:pt x="46935" y="11064"/>
                      </a:cubicBezTo>
                      <a:lnTo>
                        <a:pt x="46935" y="12469"/>
                      </a:lnTo>
                      <a:cubicBezTo>
                        <a:pt x="46935" y="13272"/>
                        <a:pt x="46271" y="13808"/>
                        <a:pt x="45541" y="13674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36" name="任意多边形: 形状 3835">
                  <a:extLst>
                    <a:ext uri="{FF2B5EF4-FFF2-40B4-BE49-F238E27FC236}">
                      <a16:creationId xmlns:a16="http://schemas.microsoft.com/office/drawing/2014/main" id="{0D4D181C-5580-7940-37B5-6CC389002FA8}"/>
                    </a:ext>
                  </a:extLst>
                </p:cNvPr>
                <p:cNvSpPr/>
                <p:nvPr/>
              </p:nvSpPr>
              <p:spPr>
                <a:xfrm>
                  <a:off x="2383064" y="5234342"/>
                  <a:ext cx="47001" cy="11763"/>
                </a:xfrm>
                <a:custGeom>
                  <a:avLst/>
                  <a:gdLst>
                    <a:gd name="connsiteX0" fmla="*/ 1129 w 47001"/>
                    <a:gd name="connsiteY0" fmla="*/ 26 h 11763"/>
                    <a:gd name="connsiteX1" fmla="*/ 45873 w 47001"/>
                    <a:gd name="connsiteY1" fmla="*/ 9396 h 11763"/>
                    <a:gd name="connsiteX2" fmla="*/ 47002 w 47001"/>
                    <a:gd name="connsiteY2" fmla="*/ 10801 h 11763"/>
                    <a:gd name="connsiteX3" fmla="*/ 47002 w 47001"/>
                    <a:gd name="connsiteY3" fmla="*/ 10801 h 11763"/>
                    <a:gd name="connsiteX4" fmla="*/ 45873 w 47001"/>
                    <a:gd name="connsiteY4" fmla="*/ 11738 h 11763"/>
                    <a:gd name="connsiteX5" fmla="*/ 1129 w 47001"/>
                    <a:gd name="connsiteY5" fmla="*/ 2368 h 11763"/>
                    <a:gd name="connsiteX6" fmla="*/ 0 w 47001"/>
                    <a:gd name="connsiteY6" fmla="*/ 963 h 11763"/>
                    <a:gd name="connsiteX7" fmla="*/ 0 w 47001"/>
                    <a:gd name="connsiteY7" fmla="*/ 963 h 11763"/>
                    <a:gd name="connsiteX8" fmla="*/ 1129 w 47001"/>
                    <a:gd name="connsiteY8" fmla="*/ 26 h 11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763">
                      <a:moveTo>
                        <a:pt x="1129" y="26"/>
                      </a:moveTo>
                      <a:lnTo>
                        <a:pt x="45873" y="9396"/>
                      </a:lnTo>
                      <a:cubicBezTo>
                        <a:pt x="46470" y="9530"/>
                        <a:pt x="47002" y="10132"/>
                        <a:pt x="47002" y="10801"/>
                      </a:cubicBezTo>
                      <a:lnTo>
                        <a:pt x="47002" y="10801"/>
                      </a:lnTo>
                      <a:cubicBezTo>
                        <a:pt x="47002" y="11471"/>
                        <a:pt x="46537" y="11872"/>
                        <a:pt x="45873" y="11738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37" name="任意多边形: 形状 3836">
                  <a:extLst>
                    <a:ext uri="{FF2B5EF4-FFF2-40B4-BE49-F238E27FC236}">
                      <a16:creationId xmlns:a16="http://schemas.microsoft.com/office/drawing/2014/main" id="{032A9885-87B9-14DD-1F5C-6F985F501B95}"/>
                    </a:ext>
                  </a:extLst>
                </p:cNvPr>
                <p:cNvSpPr/>
                <p:nvPr/>
              </p:nvSpPr>
              <p:spPr>
                <a:xfrm>
                  <a:off x="2383196" y="523809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DCDCDD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38" name="任意多边形: 形状 3837">
                  <a:extLst>
                    <a:ext uri="{FF2B5EF4-FFF2-40B4-BE49-F238E27FC236}">
                      <a16:creationId xmlns:a16="http://schemas.microsoft.com/office/drawing/2014/main" id="{8B08B5CE-E31E-AD9C-C590-87BB6BE0DF78}"/>
                    </a:ext>
                  </a:extLst>
                </p:cNvPr>
                <p:cNvSpPr/>
                <p:nvPr/>
              </p:nvSpPr>
              <p:spPr>
                <a:xfrm>
                  <a:off x="2383329" y="5238651"/>
                  <a:ext cx="47067" cy="11712"/>
                </a:xfrm>
                <a:custGeom>
                  <a:avLst/>
                  <a:gdLst>
                    <a:gd name="connsiteX0" fmla="*/ 4116 w 47067"/>
                    <a:gd name="connsiteY0" fmla="*/ 0 h 11712"/>
                    <a:gd name="connsiteX1" fmla="*/ 0 w 47067"/>
                    <a:gd name="connsiteY1" fmla="*/ 1339 h 11712"/>
                    <a:gd name="connsiteX2" fmla="*/ 46736 w 47067"/>
                    <a:gd name="connsiteY2" fmla="*/ 11713 h 11712"/>
                    <a:gd name="connsiteX3" fmla="*/ 47068 w 47067"/>
                    <a:gd name="connsiteY3" fmla="*/ 8701 h 11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712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713"/>
                      </a:lnTo>
                      <a:lnTo>
                        <a:pt x="47068" y="8701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39" name="任意多边形: 形状 3838">
                  <a:extLst>
                    <a:ext uri="{FF2B5EF4-FFF2-40B4-BE49-F238E27FC236}">
                      <a16:creationId xmlns:a16="http://schemas.microsoft.com/office/drawing/2014/main" id="{AB3B5228-3FBD-5C38-A6D5-EE62EC5D2C0A}"/>
                    </a:ext>
                  </a:extLst>
                </p:cNvPr>
                <p:cNvSpPr/>
                <p:nvPr/>
              </p:nvSpPr>
              <p:spPr>
                <a:xfrm>
                  <a:off x="2383196" y="523809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40" name="任意多边形: 形状 3839">
                  <a:extLst>
                    <a:ext uri="{FF2B5EF4-FFF2-40B4-BE49-F238E27FC236}">
                      <a16:creationId xmlns:a16="http://schemas.microsoft.com/office/drawing/2014/main" id="{095CE81C-1D59-E1FA-5233-2052D78BA811}"/>
                    </a:ext>
                  </a:extLst>
                </p:cNvPr>
                <p:cNvSpPr/>
                <p:nvPr/>
              </p:nvSpPr>
              <p:spPr>
                <a:xfrm>
                  <a:off x="2383064" y="5240098"/>
                  <a:ext cx="47001" cy="11964"/>
                </a:xfrm>
                <a:custGeom>
                  <a:avLst/>
                  <a:gdLst>
                    <a:gd name="connsiteX0" fmla="*/ 1129 w 47001"/>
                    <a:gd name="connsiteY0" fmla="*/ 26 h 11964"/>
                    <a:gd name="connsiteX1" fmla="*/ 45873 w 47001"/>
                    <a:gd name="connsiteY1" fmla="*/ 9596 h 11964"/>
                    <a:gd name="connsiteX2" fmla="*/ 47002 w 47001"/>
                    <a:gd name="connsiteY2" fmla="*/ 11002 h 11964"/>
                    <a:gd name="connsiteX3" fmla="*/ 47002 w 47001"/>
                    <a:gd name="connsiteY3" fmla="*/ 11002 h 11964"/>
                    <a:gd name="connsiteX4" fmla="*/ 45873 w 47001"/>
                    <a:gd name="connsiteY4" fmla="*/ 11939 h 11964"/>
                    <a:gd name="connsiteX5" fmla="*/ 1129 w 47001"/>
                    <a:gd name="connsiteY5" fmla="*/ 2368 h 11964"/>
                    <a:gd name="connsiteX6" fmla="*/ 0 w 47001"/>
                    <a:gd name="connsiteY6" fmla="*/ 963 h 11964"/>
                    <a:gd name="connsiteX7" fmla="*/ 0 w 47001"/>
                    <a:gd name="connsiteY7" fmla="*/ 963 h 11964"/>
                    <a:gd name="connsiteX8" fmla="*/ 1129 w 47001"/>
                    <a:gd name="connsiteY8" fmla="*/ 26 h 11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964">
                      <a:moveTo>
                        <a:pt x="1129" y="26"/>
                      </a:moveTo>
                      <a:lnTo>
                        <a:pt x="45873" y="9596"/>
                      </a:lnTo>
                      <a:cubicBezTo>
                        <a:pt x="46470" y="9730"/>
                        <a:pt x="47002" y="10333"/>
                        <a:pt x="47002" y="11002"/>
                      </a:cubicBezTo>
                      <a:lnTo>
                        <a:pt x="47002" y="11002"/>
                      </a:lnTo>
                      <a:cubicBezTo>
                        <a:pt x="47002" y="11671"/>
                        <a:pt x="46537" y="12073"/>
                        <a:pt x="45873" y="11939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41" name="任意多边形: 形状 3840">
                  <a:extLst>
                    <a:ext uri="{FF2B5EF4-FFF2-40B4-BE49-F238E27FC236}">
                      <a16:creationId xmlns:a16="http://schemas.microsoft.com/office/drawing/2014/main" id="{E5901F88-A6B8-042E-EC21-3E9D7FBB9F7C}"/>
                    </a:ext>
                  </a:extLst>
                </p:cNvPr>
                <p:cNvSpPr/>
                <p:nvPr/>
              </p:nvSpPr>
              <p:spPr>
                <a:xfrm>
                  <a:off x="2383196" y="524398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42" name="任意多边形: 形状 3841">
                  <a:extLst>
                    <a:ext uri="{FF2B5EF4-FFF2-40B4-BE49-F238E27FC236}">
                      <a16:creationId xmlns:a16="http://schemas.microsoft.com/office/drawing/2014/main" id="{F75CBB2A-279C-5234-3129-25AC16679534}"/>
                    </a:ext>
                  </a:extLst>
                </p:cNvPr>
                <p:cNvSpPr/>
                <p:nvPr/>
              </p:nvSpPr>
              <p:spPr>
                <a:xfrm>
                  <a:off x="2383329" y="5244608"/>
                  <a:ext cx="47067" cy="11712"/>
                </a:xfrm>
                <a:custGeom>
                  <a:avLst/>
                  <a:gdLst>
                    <a:gd name="connsiteX0" fmla="*/ 4116 w 47067"/>
                    <a:gd name="connsiteY0" fmla="*/ 0 h 11712"/>
                    <a:gd name="connsiteX1" fmla="*/ 0 w 47067"/>
                    <a:gd name="connsiteY1" fmla="*/ 1339 h 11712"/>
                    <a:gd name="connsiteX2" fmla="*/ 46736 w 47067"/>
                    <a:gd name="connsiteY2" fmla="*/ 11713 h 11712"/>
                    <a:gd name="connsiteX3" fmla="*/ 47068 w 47067"/>
                    <a:gd name="connsiteY3" fmla="*/ 8701 h 11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1712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1713"/>
                      </a:lnTo>
                      <a:lnTo>
                        <a:pt x="47068" y="8701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43" name="任意多边形: 形状 3842">
                  <a:extLst>
                    <a:ext uri="{FF2B5EF4-FFF2-40B4-BE49-F238E27FC236}">
                      <a16:creationId xmlns:a16="http://schemas.microsoft.com/office/drawing/2014/main" id="{3C6EF952-AD00-164C-97DC-8B3835EA7BEC}"/>
                    </a:ext>
                  </a:extLst>
                </p:cNvPr>
                <p:cNvSpPr/>
                <p:nvPr/>
              </p:nvSpPr>
              <p:spPr>
                <a:xfrm>
                  <a:off x="2383196" y="5243985"/>
                  <a:ext cx="46935" cy="13895"/>
                </a:xfrm>
                <a:custGeom>
                  <a:avLst/>
                  <a:gdLst>
                    <a:gd name="connsiteX0" fmla="*/ 1394 w 46935"/>
                    <a:gd name="connsiteY0" fmla="*/ 21 h 13895"/>
                    <a:gd name="connsiteX1" fmla="*/ 45541 w 46935"/>
                    <a:gd name="connsiteY1" fmla="*/ 9457 h 13895"/>
                    <a:gd name="connsiteX2" fmla="*/ 46935 w 46935"/>
                    <a:gd name="connsiteY2" fmla="*/ 11265 h 13895"/>
                    <a:gd name="connsiteX3" fmla="*/ 46935 w 46935"/>
                    <a:gd name="connsiteY3" fmla="*/ 12670 h 13895"/>
                    <a:gd name="connsiteX4" fmla="*/ 45541 w 46935"/>
                    <a:gd name="connsiteY4" fmla="*/ 13875 h 13895"/>
                    <a:gd name="connsiteX5" fmla="*/ 1394 w 46935"/>
                    <a:gd name="connsiteY5" fmla="*/ 4438 h 13895"/>
                    <a:gd name="connsiteX6" fmla="*/ 0 w 46935"/>
                    <a:gd name="connsiteY6" fmla="*/ 2631 h 13895"/>
                    <a:gd name="connsiteX7" fmla="*/ 0 w 46935"/>
                    <a:gd name="connsiteY7" fmla="*/ 1225 h 13895"/>
                    <a:gd name="connsiteX8" fmla="*/ 1394 w 46935"/>
                    <a:gd name="connsiteY8" fmla="*/ 21 h 13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895">
                      <a:moveTo>
                        <a:pt x="1394" y="21"/>
                      </a:moveTo>
                      <a:lnTo>
                        <a:pt x="45541" y="9457"/>
                      </a:lnTo>
                      <a:cubicBezTo>
                        <a:pt x="46338" y="9658"/>
                        <a:pt x="46935" y="10461"/>
                        <a:pt x="46935" y="11265"/>
                      </a:cubicBezTo>
                      <a:lnTo>
                        <a:pt x="46935" y="12670"/>
                      </a:lnTo>
                      <a:cubicBezTo>
                        <a:pt x="46935" y="13473"/>
                        <a:pt x="46271" y="14009"/>
                        <a:pt x="45541" y="13875"/>
                      </a:cubicBezTo>
                      <a:lnTo>
                        <a:pt x="1394" y="4438"/>
                      </a:lnTo>
                      <a:cubicBezTo>
                        <a:pt x="597" y="4304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44" name="任意多边形: 形状 3843">
                  <a:extLst>
                    <a:ext uri="{FF2B5EF4-FFF2-40B4-BE49-F238E27FC236}">
                      <a16:creationId xmlns:a16="http://schemas.microsoft.com/office/drawing/2014/main" id="{84A9FB54-D6C7-0A1A-38E0-3F5AAB1CCC14}"/>
                    </a:ext>
                  </a:extLst>
                </p:cNvPr>
                <p:cNvSpPr/>
                <p:nvPr/>
              </p:nvSpPr>
              <p:spPr>
                <a:xfrm>
                  <a:off x="2383064" y="5246054"/>
                  <a:ext cx="47001" cy="11964"/>
                </a:xfrm>
                <a:custGeom>
                  <a:avLst/>
                  <a:gdLst>
                    <a:gd name="connsiteX0" fmla="*/ 1129 w 47001"/>
                    <a:gd name="connsiteY0" fmla="*/ 26 h 11964"/>
                    <a:gd name="connsiteX1" fmla="*/ 45873 w 47001"/>
                    <a:gd name="connsiteY1" fmla="*/ 9596 h 11964"/>
                    <a:gd name="connsiteX2" fmla="*/ 47002 w 47001"/>
                    <a:gd name="connsiteY2" fmla="*/ 11002 h 11964"/>
                    <a:gd name="connsiteX3" fmla="*/ 47002 w 47001"/>
                    <a:gd name="connsiteY3" fmla="*/ 11002 h 11964"/>
                    <a:gd name="connsiteX4" fmla="*/ 45873 w 47001"/>
                    <a:gd name="connsiteY4" fmla="*/ 11939 h 11964"/>
                    <a:gd name="connsiteX5" fmla="*/ 1129 w 47001"/>
                    <a:gd name="connsiteY5" fmla="*/ 2368 h 11964"/>
                    <a:gd name="connsiteX6" fmla="*/ 0 w 47001"/>
                    <a:gd name="connsiteY6" fmla="*/ 963 h 11964"/>
                    <a:gd name="connsiteX7" fmla="*/ 0 w 47001"/>
                    <a:gd name="connsiteY7" fmla="*/ 963 h 11964"/>
                    <a:gd name="connsiteX8" fmla="*/ 1129 w 47001"/>
                    <a:gd name="connsiteY8" fmla="*/ 26 h 11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1964">
                      <a:moveTo>
                        <a:pt x="1129" y="26"/>
                      </a:moveTo>
                      <a:lnTo>
                        <a:pt x="45873" y="9596"/>
                      </a:lnTo>
                      <a:cubicBezTo>
                        <a:pt x="46470" y="9730"/>
                        <a:pt x="47002" y="10333"/>
                        <a:pt x="47002" y="11002"/>
                      </a:cubicBezTo>
                      <a:lnTo>
                        <a:pt x="47002" y="11002"/>
                      </a:lnTo>
                      <a:cubicBezTo>
                        <a:pt x="47002" y="11671"/>
                        <a:pt x="46537" y="12073"/>
                        <a:pt x="45873" y="11939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45" name="任意多边形: 形状 3844">
                  <a:extLst>
                    <a:ext uri="{FF2B5EF4-FFF2-40B4-BE49-F238E27FC236}">
                      <a16:creationId xmlns:a16="http://schemas.microsoft.com/office/drawing/2014/main" id="{999879EA-7526-86B4-D731-EBA0700A6671}"/>
                    </a:ext>
                  </a:extLst>
                </p:cNvPr>
                <p:cNvSpPr/>
                <p:nvPr/>
              </p:nvSpPr>
              <p:spPr>
                <a:xfrm>
                  <a:off x="2383196" y="5249941"/>
                  <a:ext cx="46935" cy="14229"/>
                </a:xfrm>
                <a:custGeom>
                  <a:avLst/>
                  <a:gdLst>
                    <a:gd name="connsiteX0" fmla="*/ 1394 w 46935"/>
                    <a:gd name="connsiteY0" fmla="*/ 21 h 14229"/>
                    <a:gd name="connsiteX1" fmla="*/ 45541 w 46935"/>
                    <a:gd name="connsiteY1" fmla="*/ 9792 h 14229"/>
                    <a:gd name="connsiteX2" fmla="*/ 46935 w 46935"/>
                    <a:gd name="connsiteY2" fmla="*/ 11599 h 14229"/>
                    <a:gd name="connsiteX3" fmla="*/ 46935 w 46935"/>
                    <a:gd name="connsiteY3" fmla="*/ 13005 h 14229"/>
                    <a:gd name="connsiteX4" fmla="*/ 45541 w 46935"/>
                    <a:gd name="connsiteY4" fmla="*/ 14209 h 14229"/>
                    <a:gd name="connsiteX5" fmla="*/ 1394 w 46935"/>
                    <a:gd name="connsiteY5" fmla="*/ 4438 h 14229"/>
                    <a:gd name="connsiteX6" fmla="*/ 0 w 46935"/>
                    <a:gd name="connsiteY6" fmla="*/ 2631 h 14229"/>
                    <a:gd name="connsiteX7" fmla="*/ 0 w 46935"/>
                    <a:gd name="connsiteY7" fmla="*/ 1225 h 14229"/>
                    <a:gd name="connsiteX8" fmla="*/ 1394 w 46935"/>
                    <a:gd name="connsiteY8" fmla="*/ 21 h 14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229">
                      <a:moveTo>
                        <a:pt x="1394" y="21"/>
                      </a:moveTo>
                      <a:lnTo>
                        <a:pt x="45541" y="9792"/>
                      </a:lnTo>
                      <a:cubicBezTo>
                        <a:pt x="46338" y="9993"/>
                        <a:pt x="46935" y="10796"/>
                        <a:pt x="46935" y="11599"/>
                      </a:cubicBezTo>
                      <a:lnTo>
                        <a:pt x="46935" y="13005"/>
                      </a:lnTo>
                      <a:cubicBezTo>
                        <a:pt x="46935" y="13808"/>
                        <a:pt x="46271" y="14343"/>
                        <a:pt x="45541" y="14209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46" name="任意多边形: 形状 3845">
                  <a:extLst>
                    <a:ext uri="{FF2B5EF4-FFF2-40B4-BE49-F238E27FC236}">
                      <a16:creationId xmlns:a16="http://schemas.microsoft.com/office/drawing/2014/main" id="{EF387C78-EFC9-467B-5111-317AC5762C7F}"/>
                    </a:ext>
                  </a:extLst>
                </p:cNvPr>
                <p:cNvSpPr/>
                <p:nvPr/>
              </p:nvSpPr>
              <p:spPr>
                <a:xfrm>
                  <a:off x="2383329" y="5250564"/>
                  <a:ext cx="47067" cy="12114"/>
                </a:xfrm>
                <a:custGeom>
                  <a:avLst/>
                  <a:gdLst>
                    <a:gd name="connsiteX0" fmla="*/ 4116 w 47067"/>
                    <a:gd name="connsiteY0" fmla="*/ 0 h 12114"/>
                    <a:gd name="connsiteX1" fmla="*/ 0 w 47067"/>
                    <a:gd name="connsiteY1" fmla="*/ 1339 h 12114"/>
                    <a:gd name="connsiteX2" fmla="*/ 46736 w 47067"/>
                    <a:gd name="connsiteY2" fmla="*/ 12114 h 12114"/>
                    <a:gd name="connsiteX3" fmla="*/ 47068 w 47067"/>
                    <a:gd name="connsiteY3" fmla="*/ 9035 h 12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114">
                      <a:moveTo>
                        <a:pt x="4116" y="0"/>
                      </a:moveTo>
                      <a:lnTo>
                        <a:pt x="0" y="1339"/>
                      </a:lnTo>
                      <a:lnTo>
                        <a:pt x="46736" y="12114"/>
                      </a:lnTo>
                      <a:lnTo>
                        <a:pt x="47068" y="903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47" name="任意多边形: 形状 3846">
                  <a:extLst>
                    <a:ext uri="{FF2B5EF4-FFF2-40B4-BE49-F238E27FC236}">
                      <a16:creationId xmlns:a16="http://schemas.microsoft.com/office/drawing/2014/main" id="{0BB380FD-D94D-7D75-8A15-7D2F1EC92C90}"/>
                    </a:ext>
                  </a:extLst>
                </p:cNvPr>
                <p:cNvSpPr/>
                <p:nvPr/>
              </p:nvSpPr>
              <p:spPr>
                <a:xfrm>
                  <a:off x="2383196" y="5249941"/>
                  <a:ext cx="46935" cy="14229"/>
                </a:xfrm>
                <a:custGeom>
                  <a:avLst/>
                  <a:gdLst>
                    <a:gd name="connsiteX0" fmla="*/ 1394 w 46935"/>
                    <a:gd name="connsiteY0" fmla="*/ 21 h 14229"/>
                    <a:gd name="connsiteX1" fmla="*/ 45541 w 46935"/>
                    <a:gd name="connsiteY1" fmla="*/ 9792 h 14229"/>
                    <a:gd name="connsiteX2" fmla="*/ 46935 w 46935"/>
                    <a:gd name="connsiteY2" fmla="*/ 11599 h 14229"/>
                    <a:gd name="connsiteX3" fmla="*/ 46935 w 46935"/>
                    <a:gd name="connsiteY3" fmla="*/ 13005 h 14229"/>
                    <a:gd name="connsiteX4" fmla="*/ 45541 w 46935"/>
                    <a:gd name="connsiteY4" fmla="*/ 14209 h 14229"/>
                    <a:gd name="connsiteX5" fmla="*/ 1394 w 46935"/>
                    <a:gd name="connsiteY5" fmla="*/ 4438 h 14229"/>
                    <a:gd name="connsiteX6" fmla="*/ 0 w 46935"/>
                    <a:gd name="connsiteY6" fmla="*/ 2631 h 14229"/>
                    <a:gd name="connsiteX7" fmla="*/ 0 w 46935"/>
                    <a:gd name="connsiteY7" fmla="*/ 1225 h 14229"/>
                    <a:gd name="connsiteX8" fmla="*/ 1394 w 46935"/>
                    <a:gd name="connsiteY8" fmla="*/ 21 h 14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229">
                      <a:moveTo>
                        <a:pt x="1394" y="21"/>
                      </a:moveTo>
                      <a:lnTo>
                        <a:pt x="45541" y="9792"/>
                      </a:lnTo>
                      <a:cubicBezTo>
                        <a:pt x="46338" y="9993"/>
                        <a:pt x="46935" y="10796"/>
                        <a:pt x="46935" y="11599"/>
                      </a:cubicBezTo>
                      <a:lnTo>
                        <a:pt x="46935" y="13005"/>
                      </a:lnTo>
                      <a:cubicBezTo>
                        <a:pt x="46935" y="13808"/>
                        <a:pt x="46271" y="14343"/>
                        <a:pt x="45541" y="14209"/>
                      </a:cubicBezTo>
                      <a:lnTo>
                        <a:pt x="1394" y="4438"/>
                      </a:lnTo>
                      <a:cubicBezTo>
                        <a:pt x="597" y="4237"/>
                        <a:pt x="0" y="3434"/>
                        <a:pt x="0" y="2631"/>
                      </a:cubicBezTo>
                      <a:lnTo>
                        <a:pt x="0" y="1225"/>
                      </a:lnTo>
                      <a:cubicBezTo>
                        <a:pt x="0" y="422"/>
                        <a:pt x="664" y="-113"/>
                        <a:pt x="1394" y="21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48" name="任意多边形: 形状 3847">
                  <a:extLst>
                    <a:ext uri="{FF2B5EF4-FFF2-40B4-BE49-F238E27FC236}">
                      <a16:creationId xmlns:a16="http://schemas.microsoft.com/office/drawing/2014/main" id="{969F4EE7-718B-1DCB-87EB-11B704A1879D}"/>
                    </a:ext>
                  </a:extLst>
                </p:cNvPr>
                <p:cNvSpPr/>
                <p:nvPr/>
              </p:nvSpPr>
              <p:spPr>
                <a:xfrm>
                  <a:off x="2383064" y="5252011"/>
                  <a:ext cx="47001" cy="12299"/>
                </a:xfrm>
                <a:custGeom>
                  <a:avLst/>
                  <a:gdLst>
                    <a:gd name="connsiteX0" fmla="*/ 1129 w 47001"/>
                    <a:gd name="connsiteY0" fmla="*/ 26 h 12299"/>
                    <a:gd name="connsiteX1" fmla="*/ 45873 w 47001"/>
                    <a:gd name="connsiteY1" fmla="*/ 9931 h 12299"/>
                    <a:gd name="connsiteX2" fmla="*/ 47002 w 47001"/>
                    <a:gd name="connsiteY2" fmla="*/ 11337 h 12299"/>
                    <a:gd name="connsiteX3" fmla="*/ 47002 w 47001"/>
                    <a:gd name="connsiteY3" fmla="*/ 11337 h 12299"/>
                    <a:gd name="connsiteX4" fmla="*/ 45873 w 47001"/>
                    <a:gd name="connsiteY4" fmla="*/ 12274 h 12299"/>
                    <a:gd name="connsiteX5" fmla="*/ 1129 w 47001"/>
                    <a:gd name="connsiteY5" fmla="*/ 2368 h 12299"/>
                    <a:gd name="connsiteX6" fmla="*/ 0 w 47001"/>
                    <a:gd name="connsiteY6" fmla="*/ 963 h 12299"/>
                    <a:gd name="connsiteX7" fmla="*/ 0 w 47001"/>
                    <a:gd name="connsiteY7" fmla="*/ 963 h 12299"/>
                    <a:gd name="connsiteX8" fmla="*/ 1129 w 47001"/>
                    <a:gd name="connsiteY8" fmla="*/ 26 h 12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001" h="12299">
                      <a:moveTo>
                        <a:pt x="1129" y="26"/>
                      </a:moveTo>
                      <a:lnTo>
                        <a:pt x="45873" y="9931"/>
                      </a:lnTo>
                      <a:cubicBezTo>
                        <a:pt x="46470" y="10065"/>
                        <a:pt x="47002" y="10667"/>
                        <a:pt x="47002" y="11337"/>
                      </a:cubicBezTo>
                      <a:lnTo>
                        <a:pt x="47002" y="11337"/>
                      </a:lnTo>
                      <a:cubicBezTo>
                        <a:pt x="47002" y="12006"/>
                        <a:pt x="46537" y="12408"/>
                        <a:pt x="45873" y="12274"/>
                      </a:cubicBezTo>
                      <a:lnTo>
                        <a:pt x="1129" y="2368"/>
                      </a:lnTo>
                      <a:cubicBezTo>
                        <a:pt x="531" y="2234"/>
                        <a:pt x="0" y="1632"/>
                        <a:pt x="0" y="963"/>
                      </a:cubicBezTo>
                      <a:lnTo>
                        <a:pt x="0" y="963"/>
                      </a:lnTo>
                      <a:cubicBezTo>
                        <a:pt x="0" y="293"/>
                        <a:pt x="465" y="-108"/>
                        <a:pt x="1129" y="26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49" name="任意多边形: 形状 3848">
                  <a:extLst>
                    <a:ext uri="{FF2B5EF4-FFF2-40B4-BE49-F238E27FC236}">
                      <a16:creationId xmlns:a16="http://schemas.microsoft.com/office/drawing/2014/main" id="{F507A2B8-2A24-103E-D396-80C02069F8B8}"/>
                    </a:ext>
                  </a:extLst>
                </p:cNvPr>
                <p:cNvSpPr/>
                <p:nvPr/>
              </p:nvSpPr>
              <p:spPr>
                <a:xfrm>
                  <a:off x="2383196" y="5256010"/>
                  <a:ext cx="46935" cy="14675"/>
                </a:xfrm>
                <a:custGeom>
                  <a:avLst/>
                  <a:gdLst>
                    <a:gd name="connsiteX0" fmla="*/ 1394 w 46935"/>
                    <a:gd name="connsiteY0" fmla="*/ 42 h 14675"/>
                    <a:gd name="connsiteX1" fmla="*/ 45541 w 46935"/>
                    <a:gd name="connsiteY1" fmla="*/ 10282 h 14675"/>
                    <a:gd name="connsiteX2" fmla="*/ 46935 w 46935"/>
                    <a:gd name="connsiteY2" fmla="*/ 12090 h 14675"/>
                    <a:gd name="connsiteX3" fmla="*/ 46935 w 46935"/>
                    <a:gd name="connsiteY3" fmla="*/ 13495 h 14675"/>
                    <a:gd name="connsiteX4" fmla="*/ 45541 w 46935"/>
                    <a:gd name="connsiteY4" fmla="*/ 14633 h 14675"/>
                    <a:gd name="connsiteX5" fmla="*/ 1394 w 46935"/>
                    <a:gd name="connsiteY5" fmla="*/ 4393 h 14675"/>
                    <a:gd name="connsiteX6" fmla="*/ 0 w 46935"/>
                    <a:gd name="connsiteY6" fmla="*/ 2586 h 14675"/>
                    <a:gd name="connsiteX7" fmla="*/ 0 w 46935"/>
                    <a:gd name="connsiteY7" fmla="*/ 1180 h 14675"/>
                    <a:gd name="connsiteX8" fmla="*/ 1394 w 46935"/>
                    <a:gd name="connsiteY8" fmla="*/ 42 h 14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675">
                      <a:moveTo>
                        <a:pt x="1394" y="42"/>
                      </a:moveTo>
                      <a:lnTo>
                        <a:pt x="45541" y="10282"/>
                      </a:lnTo>
                      <a:cubicBezTo>
                        <a:pt x="46338" y="10483"/>
                        <a:pt x="46935" y="11286"/>
                        <a:pt x="46935" y="12090"/>
                      </a:cubicBezTo>
                      <a:lnTo>
                        <a:pt x="46935" y="13495"/>
                      </a:lnTo>
                      <a:cubicBezTo>
                        <a:pt x="46935" y="14298"/>
                        <a:pt x="46271" y="14834"/>
                        <a:pt x="45541" y="14633"/>
                      </a:cubicBezTo>
                      <a:lnTo>
                        <a:pt x="1394" y="4393"/>
                      </a:lnTo>
                      <a:cubicBezTo>
                        <a:pt x="597" y="4192"/>
                        <a:pt x="0" y="3389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50" name="任意多边形: 形状 3849">
                  <a:extLst>
                    <a:ext uri="{FF2B5EF4-FFF2-40B4-BE49-F238E27FC236}">
                      <a16:creationId xmlns:a16="http://schemas.microsoft.com/office/drawing/2014/main" id="{07DDC8FD-209D-1CA5-D483-AC24EF19666E}"/>
                    </a:ext>
                  </a:extLst>
                </p:cNvPr>
                <p:cNvSpPr/>
                <p:nvPr/>
              </p:nvSpPr>
              <p:spPr>
                <a:xfrm>
                  <a:off x="2383329" y="5256655"/>
                  <a:ext cx="47067" cy="12515"/>
                </a:xfrm>
                <a:custGeom>
                  <a:avLst/>
                  <a:gdLst>
                    <a:gd name="connsiteX0" fmla="*/ 4116 w 47067"/>
                    <a:gd name="connsiteY0" fmla="*/ 0 h 12515"/>
                    <a:gd name="connsiteX1" fmla="*/ 0 w 47067"/>
                    <a:gd name="connsiteY1" fmla="*/ 1272 h 12515"/>
                    <a:gd name="connsiteX2" fmla="*/ 46736 w 47067"/>
                    <a:gd name="connsiteY2" fmla="*/ 12516 h 12515"/>
                    <a:gd name="connsiteX3" fmla="*/ 47068 w 47067"/>
                    <a:gd name="connsiteY3" fmla="*/ 9504 h 12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515">
                      <a:moveTo>
                        <a:pt x="4116" y="0"/>
                      </a:moveTo>
                      <a:lnTo>
                        <a:pt x="0" y="1272"/>
                      </a:lnTo>
                      <a:lnTo>
                        <a:pt x="46736" y="12516"/>
                      </a:lnTo>
                      <a:lnTo>
                        <a:pt x="47068" y="9504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51" name="任意多边形: 形状 3850">
                  <a:extLst>
                    <a:ext uri="{FF2B5EF4-FFF2-40B4-BE49-F238E27FC236}">
                      <a16:creationId xmlns:a16="http://schemas.microsoft.com/office/drawing/2014/main" id="{592FEFD2-878C-942C-118F-4B7C30FB632C}"/>
                    </a:ext>
                  </a:extLst>
                </p:cNvPr>
                <p:cNvSpPr/>
                <p:nvPr/>
              </p:nvSpPr>
              <p:spPr>
                <a:xfrm>
                  <a:off x="2383196" y="5256010"/>
                  <a:ext cx="46935" cy="14675"/>
                </a:xfrm>
                <a:custGeom>
                  <a:avLst/>
                  <a:gdLst>
                    <a:gd name="connsiteX0" fmla="*/ 1394 w 46935"/>
                    <a:gd name="connsiteY0" fmla="*/ 42 h 14675"/>
                    <a:gd name="connsiteX1" fmla="*/ 45541 w 46935"/>
                    <a:gd name="connsiteY1" fmla="*/ 10282 h 14675"/>
                    <a:gd name="connsiteX2" fmla="*/ 46935 w 46935"/>
                    <a:gd name="connsiteY2" fmla="*/ 12090 h 14675"/>
                    <a:gd name="connsiteX3" fmla="*/ 46935 w 46935"/>
                    <a:gd name="connsiteY3" fmla="*/ 13495 h 14675"/>
                    <a:gd name="connsiteX4" fmla="*/ 45541 w 46935"/>
                    <a:gd name="connsiteY4" fmla="*/ 14633 h 14675"/>
                    <a:gd name="connsiteX5" fmla="*/ 1394 w 46935"/>
                    <a:gd name="connsiteY5" fmla="*/ 4393 h 14675"/>
                    <a:gd name="connsiteX6" fmla="*/ 0 w 46935"/>
                    <a:gd name="connsiteY6" fmla="*/ 2586 h 14675"/>
                    <a:gd name="connsiteX7" fmla="*/ 0 w 46935"/>
                    <a:gd name="connsiteY7" fmla="*/ 1180 h 14675"/>
                    <a:gd name="connsiteX8" fmla="*/ 1394 w 46935"/>
                    <a:gd name="connsiteY8" fmla="*/ 42 h 14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4675">
                      <a:moveTo>
                        <a:pt x="1394" y="42"/>
                      </a:moveTo>
                      <a:lnTo>
                        <a:pt x="45541" y="10282"/>
                      </a:lnTo>
                      <a:cubicBezTo>
                        <a:pt x="46338" y="10483"/>
                        <a:pt x="46935" y="11286"/>
                        <a:pt x="46935" y="12090"/>
                      </a:cubicBezTo>
                      <a:lnTo>
                        <a:pt x="46935" y="13495"/>
                      </a:lnTo>
                      <a:cubicBezTo>
                        <a:pt x="46935" y="14298"/>
                        <a:pt x="46271" y="14834"/>
                        <a:pt x="45541" y="14633"/>
                      </a:cubicBezTo>
                      <a:lnTo>
                        <a:pt x="1394" y="4393"/>
                      </a:lnTo>
                      <a:cubicBezTo>
                        <a:pt x="597" y="4192"/>
                        <a:pt x="0" y="3389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52" name="任意多边形: 形状 3851">
                  <a:extLst>
                    <a:ext uri="{FF2B5EF4-FFF2-40B4-BE49-F238E27FC236}">
                      <a16:creationId xmlns:a16="http://schemas.microsoft.com/office/drawing/2014/main" id="{D5DCA1E2-4B30-359D-5BA8-3C01E0AF2D94}"/>
                    </a:ext>
                  </a:extLst>
                </p:cNvPr>
                <p:cNvSpPr/>
                <p:nvPr/>
              </p:nvSpPr>
              <p:spPr>
                <a:xfrm>
                  <a:off x="2383130" y="5258009"/>
                  <a:ext cx="46935" cy="12753"/>
                </a:xfrm>
                <a:custGeom>
                  <a:avLst/>
                  <a:gdLst>
                    <a:gd name="connsiteX0" fmla="*/ 1062 w 46935"/>
                    <a:gd name="connsiteY0" fmla="*/ 52 h 12753"/>
                    <a:gd name="connsiteX1" fmla="*/ 45873 w 46935"/>
                    <a:gd name="connsiteY1" fmla="*/ 10426 h 12753"/>
                    <a:gd name="connsiteX2" fmla="*/ 46935 w 46935"/>
                    <a:gd name="connsiteY2" fmla="*/ 11831 h 12753"/>
                    <a:gd name="connsiteX3" fmla="*/ 46935 w 46935"/>
                    <a:gd name="connsiteY3" fmla="*/ 11831 h 12753"/>
                    <a:gd name="connsiteX4" fmla="*/ 45873 w 46935"/>
                    <a:gd name="connsiteY4" fmla="*/ 12701 h 12753"/>
                    <a:gd name="connsiteX5" fmla="*/ 1062 w 46935"/>
                    <a:gd name="connsiteY5" fmla="*/ 2327 h 12753"/>
                    <a:gd name="connsiteX6" fmla="*/ 0 w 46935"/>
                    <a:gd name="connsiteY6" fmla="*/ 922 h 12753"/>
                    <a:gd name="connsiteX7" fmla="*/ 0 w 46935"/>
                    <a:gd name="connsiteY7" fmla="*/ 922 h 12753"/>
                    <a:gd name="connsiteX8" fmla="*/ 1062 w 46935"/>
                    <a:gd name="connsiteY8" fmla="*/ 52 h 127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2753">
                      <a:moveTo>
                        <a:pt x="1062" y="52"/>
                      </a:moveTo>
                      <a:lnTo>
                        <a:pt x="45873" y="10426"/>
                      </a:lnTo>
                      <a:cubicBezTo>
                        <a:pt x="46470" y="10560"/>
                        <a:pt x="46935" y="11229"/>
                        <a:pt x="46935" y="11831"/>
                      </a:cubicBezTo>
                      <a:lnTo>
                        <a:pt x="46935" y="11831"/>
                      </a:lnTo>
                      <a:cubicBezTo>
                        <a:pt x="46935" y="12501"/>
                        <a:pt x="46470" y="12902"/>
                        <a:pt x="45873" y="12701"/>
                      </a:cubicBezTo>
                      <a:lnTo>
                        <a:pt x="1062" y="2327"/>
                      </a:lnTo>
                      <a:cubicBezTo>
                        <a:pt x="465" y="2194"/>
                        <a:pt x="0" y="1524"/>
                        <a:pt x="0" y="922"/>
                      </a:cubicBezTo>
                      <a:lnTo>
                        <a:pt x="0" y="922"/>
                      </a:lnTo>
                      <a:cubicBezTo>
                        <a:pt x="0" y="253"/>
                        <a:pt x="465" y="-149"/>
                        <a:pt x="1062" y="52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53" name="任意多边形: 形状 3852">
                  <a:extLst>
                    <a:ext uri="{FF2B5EF4-FFF2-40B4-BE49-F238E27FC236}">
                      <a16:creationId xmlns:a16="http://schemas.microsoft.com/office/drawing/2014/main" id="{43034B0F-0C2F-AEC8-7546-879861087974}"/>
                    </a:ext>
                  </a:extLst>
                </p:cNvPr>
                <p:cNvSpPr/>
                <p:nvPr/>
              </p:nvSpPr>
              <p:spPr>
                <a:xfrm>
                  <a:off x="2383130" y="5262235"/>
                  <a:ext cx="46935" cy="15009"/>
                </a:xfrm>
                <a:custGeom>
                  <a:avLst/>
                  <a:gdLst>
                    <a:gd name="connsiteX0" fmla="*/ 1394 w 46935"/>
                    <a:gd name="connsiteY0" fmla="*/ 42 h 15009"/>
                    <a:gd name="connsiteX1" fmla="*/ 45541 w 46935"/>
                    <a:gd name="connsiteY1" fmla="*/ 10550 h 15009"/>
                    <a:gd name="connsiteX2" fmla="*/ 46935 w 46935"/>
                    <a:gd name="connsiteY2" fmla="*/ 12424 h 15009"/>
                    <a:gd name="connsiteX3" fmla="*/ 46935 w 46935"/>
                    <a:gd name="connsiteY3" fmla="*/ 13830 h 15009"/>
                    <a:gd name="connsiteX4" fmla="*/ 45541 w 46935"/>
                    <a:gd name="connsiteY4" fmla="*/ 14968 h 15009"/>
                    <a:gd name="connsiteX5" fmla="*/ 1394 w 46935"/>
                    <a:gd name="connsiteY5" fmla="*/ 4460 h 15009"/>
                    <a:gd name="connsiteX6" fmla="*/ 0 w 46935"/>
                    <a:gd name="connsiteY6" fmla="*/ 2586 h 15009"/>
                    <a:gd name="connsiteX7" fmla="*/ 0 w 46935"/>
                    <a:gd name="connsiteY7" fmla="*/ 1180 h 15009"/>
                    <a:gd name="connsiteX8" fmla="*/ 1394 w 46935"/>
                    <a:gd name="connsiteY8" fmla="*/ 42 h 15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5009">
                      <a:moveTo>
                        <a:pt x="1394" y="42"/>
                      </a:moveTo>
                      <a:lnTo>
                        <a:pt x="45541" y="10550"/>
                      </a:lnTo>
                      <a:cubicBezTo>
                        <a:pt x="46338" y="10751"/>
                        <a:pt x="46935" y="11554"/>
                        <a:pt x="46935" y="12424"/>
                      </a:cubicBezTo>
                      <a:lnTo>
                        <a:pt x="46935" y="13830"/>
                      </a:lnTo>
                      <a:cubicBezTo>
                        <a:pt x="46935" y="14633"/>
                        <a:pt x="46271" y="15168"/>
                        <a:pt x="45541" y="14968"/>
                      </a:cubicBezTo>
                      <a:lnTo>
                        <a:pt x="1394" y="4460"/>
                      </a:lnTo>
                      <a:cubicBezTo>
                        <a:pt x="597" y="4259"/>
                        <a:pt x="0" y="3456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solidFill>
                  <a:srgbClr val="CECEDE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54" name="任意多边形: 形状 3853">
                  <a:extLst>
                    <a:ext uri="{FF2B5EF4-FFF2-40B4-BE49-F238E27FC236}">
                      <a16:creationId xmlns:a16="http://schemas.microsoft.com/office/drawing/2014/main" id="{DFF9F9C5-2E31-DB90-5506-72D32FB0A0C5}"/>
                    </a:ext>
                  </a:extLst>
                </p:cNvPr>
                <p:cNvSpPr/>
                <p:nvPr/>
              </p:nvSpPr>
              <p:spPr>
                <a:xfrm>
                  <a:off x="2383329" y="5262946"/>
                  <a:ext cx="47067" cy="12716"/>
                </a:xfrm>
                <a:custGeom>
                  <a:avLst/>
                  <a:gdLst>
                    <a:gd name="connsiteX0" fmla="*/ 4116 w 47067"/>
                    <a:gd name="connsiteY0" fmla="*/ 0 h 12716"/>
                    <a:gd name="connsiteX1" fmla="*/ 0 w 47067"/>
                    <a:gd name="connsiteY1" fmla="*/ 1205 h 12716"/>
                    <a:gd name="connsiteX2" fmla="*/ 46736 w 47067"/>
                    <a:gd name="connsiteY2" fmla="*/ 12716 h 12716"/>
                    <a:gd name="connsiteX3" fmla="*/ 47068 w 47067"/>
                    <a:gd name="connsiteY3" fmla="*/ 9705 h 12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67" h="12716">
                      <a:moveTo>
                        <a:pt x="4116" y="0"/>
                      </a:moveTo>
                      <a:lnTo>
                        <a:pt x="0" y="1205"/>
                      </a:lnTo>
                      <a:lnTo>
                        <a:pt x="46736" y="12716"/>
                      </a:lnTo>
                      <a:lnTo>
                        <a:pt x="47068" y="9705"/>
                      </a:lnTo>
                      <a:close/>
                    </a:path>
                  </a:pathLst>
                </a:custGeom>
                <a:solidFill>
                  <a:srgbClr val="111D38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55" name="任意多边形: 形状 3854">
                  <a:extLst>
                    <a:ext uri="{FF2B5EF4-FFF2-40B4-BE49-F238E27FC236}">
                      <a16:creationId xmlns:a16="http://schemas.microsoft.com/office/drawing/2014/main" id="{50F798A0-7951-46F5-C0EE-FFE0A2616B17}"/>
                    </a:ext>
                  </a:extLst>
                </p:cNvPr>
                <p:cNvSpPr/>
                <p:nvPr/>
              </p:nvSpPr>
              <p:spPr>
                <a:xfrm>
                  <a:off x="2383130" y="5262235"/>
                  <a:ext cx="46935" cy="15009"/>
                </a:xfrm>
                <a:custGeom>
                  <a:avLst/>
                  <a:gdLst>
                    <a:gd name="connsiteX0" fmla="*/ 1394 w 46935"/>
                    <a:gd name="connsiteY0" fmla="*/ 42 h 15009"/>
                    <a:gd name="connsiteX1" fmla="*/ 45541 w 46935"/>
                    <a:gd name="connsiteY1" fmla="*/ 10550 h 15009"/>
                    <a:gd name="connsiteX2" fmla="*/ 46935 w 46935"/>
                    <a:gd name="connsiteY2" fmla="*/ 12424 h 15009"/>
                    <a:gd name="connsiteX3" fmla="*/ 46935 w 46935"/>
                    <a:gd name="connsiteY3" fmla="*/ 13830 h 15009"/>
                    <a:gd name="connsiteX4" fmla="*/ 45541 w 46935"/>
                    <a:gd name="connsiteY4" fmla="*/ 14968 h 15009"/>
                    <a:gd name="connsiteX5" fmla="*/ 1394 w 46935"/>
                    <a:gd name="connsiteY5" fmla="*/ 4460 h 15009"/>
                    <a:gd name="connsiteX6" fmla="*/ 0 w 46935"/>
                    <a:gd name="connsiteY6" fmla="*/ 2586 h 15009"/>
                    <a:gd name="connsiteX7" fmla="*/ 0 w 46935"/>
                    <a:gd name="connsiteY7" fmla="*/ 1180 h 15009"/>
                    <a:gd name="connsiteX8" fmla="*/ 1394 w 46935"/>
                    <a:gd name="connsiteY8" fmla="*/ 42 h 15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5009">
                      <a:moveTo>
                        <a:pt x="1394" y="42"/>
                      </a:moveTo>
                      <a:lnTo>
                        <a:pt x="45541" y="10550"/>
                      </a:lnTo>
                      <a:cubicBezTo>
                        <a:pt x="46338" y="10751"/>
                        <a:pt x="46935" y="11554"/>
                        <a:pt x="46935" y="12424"/>
                      </a:cubicBezTo>
                      <a:lnTo>
                        <a:pt x="46935" y="13830"/>
                      </a:lnTo>
                      <a:cubicBezTo>
                        <a:pt x="46935" y="14633"/>
                        <a:pt x="46271" y="15168"/>
                        <a:pt x="45541" y="14968"/>
                      </a:cubicBezTo>
                      <a:lnTo>
                        <a:pt x="1394" y="4460"/>
                      </a:lnTo>
                      <a:cubicBezTo>
                        <a:pt x="597" y="4259"/>
                        <a:pt x="0" y="3456"/>
                        <a:pt x="0" y="2586"/>
                      </a:cubicBezTo>
                      <a:lnTo>
                        <a:pt x="0" y="1180"/>
                      </a:lnTo>
                      <a:cubicBezTo>
                        <a:pt x="0" y="377"/>
                        <a:pt x="664" y="-158"/>
                        <a:pt x="1394" y="42"/>
                      </a:cubicBezTo>
                      <a:close/>
                    </a:path>
                  </a:pathLst>
                </a:custGeom>
                <a:noFill/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856" name="任意多边形: 形状 3855">
                  <a:extLst>
                    <a:ext uri="{FF2B5EF4-FFF2-40B4-BE49-F238E27FC236}">
                      <a16:creationId xmlns:a16="http://schemas.microsoft.com/office/drawing/2014/main" id="{316C6416-5942-C02A-7177-276898CA3097}"/>
                    </a:ext>
                  </a:extLst>
                </p:cNvPr>
                <p:cNvSpPr/>
                <p:nvPr/>
              </p:nvSpPr>
              <p:spPr>
                <a:xfrm>
                  <a:off x="2383130" y="5264300"/>
                  <a:ext cx="46935" cy="13021"/>
                </a:xfrm>
                <a:custGeom>
                  <a:avLst/>
                  <a:gdLst>
                    <a:gd name="connsiteX0" fmla="*/ 1062 w 46935"/>
                    <a:gd name="connsiteY0" fmla="*/ 52 h 13021"/>
                    <a:gd name="connsiteX1" fmla="*/ 45873 w 46935"/>
                    <a:gd name="connsiteY1" fmla="*/ 10694 h 13021"/>
                    <a:gd name="connsiteX2" fmla="*/ 46935 w 46935"/>
                    <a:gd name="connsiteY2" fmla="*/ 12099 h 13021"/>
                    <a:gd name="connsiteX3" fmla="*/ 46935 w 46935"/>
                    <a:gd name="connsiteY3" fmla="*/ 12099 h 13021"/>
                    <a:gd name="connsiteX4" fmla="*/ 45873 w 46935"/>
                    <a:gd name="connsiteY4" fmla="*/ 12969 h 13021"/>
                    <a:gd name="connsiteX5" fmla="*/ 1062 w 46935"/>
                    <a:gd name="connsiteY5" fmla="*/ 2327 h 13021"/>
                    <a:gd name="connsiteX6" fmla="*/ 0 w 46935"/>
                    <a:gd name="connsiteY6" fmla="*/ 922 h 13021"/>
                    <a:gd name="connsiteX7" fmla="*/ 0 w 46935"/>
                    <a:gd name="connsiteY7" fmla="*/ 922 h 13021"/>
                    <a:gd name="connsiteX8" fmla="*/ 1062 w 46935"/>
                    <a:gd name="connsiteY8" fmla="*/ 52 h 13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35" h="13021">
                      <a:moveTo>
                        <a:pt x="1062" y="52"/>
                      </a:moveTo>
                      <a:lnTo>
                        <a:pt x="45873" y="10694"/>
                      </a:lnTo>
                      <a:cubicBezTo>
                        <a:pt x="46470" y="10827"/>
                        <a:pt x="46935" y="11497"/>
                        <a:pt x="46935" y="12099"/>
                      </a:cubicBezTo>
                      <a:lnTo>
                        <a:pt x="46935" y="12099"/>
                      </a:lnTo>
                      <a:cubicBezTo>
                        <a:pt x="46935" y="12768"/>
                        <a:pt x="46470" y="13170"/>
                        <a:pt x="45873" y="12969"/>
                      </a:cubicBezTo>
                      <a:lnTo>
                        <a:pt x="1062" y="2327"/>
                      </a:lnTo>
                      <a:cubicBezTo>
                        <a:pt x="465" y="2194"/>
                        <a:pt x="0" y="1524"/>
                        <a:pt x="0" y="922"/>
                      </a:cubicBezTo>
                      <a:lnTo>
                        <a:pt x="0" y="922"/>
                      </a:lnTo>
                      <a:cubicBezTo>
                        <a:pt x="0" y="253"/>
                        <a:pt x="465" y="-149"/>
                        <a:pt x="1062" y="52"/>
                      </a:cubicBezTo>
                      <a:close/>
                    </a:path>
                  </a:pathLst>
                </a:custGeom>
                <a:solidFill>
                  <a:srgbClr val="5D6B8F"/>
                </a:solidFill>
                <a:ln w="655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84007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28D5-EEAF-DABF-1D99-6555A333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09D3116-E7C3-1C7E-E86F-B3AA3907A57B}"/>
              </a:ext>
            </a:extLst>
          </p:cNvPr>
          <p:cNvSpPr txBox="1"/>
          <p:nvPr/>
        </p:nvSpPr>
        <p:spPr>
          <a:xfrm>
            <a:off x="506081" y="175601"/>
            <a:ext cx="7182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2000" dirty="0">
                <a:solidFill>
                  <a:srgbClr val="171D2A"/>
                </a:solidFill>
              </a:rPr>
              <a:t>安全可控的文件导入导出与审计能力（符合医院的安全要求）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6BC0D71-569F-A926-4D5A-C1DDC3339634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521457" y="893"/>
            <a:ext cx="0" cy="574712"/>
          </a:xfrm>
          <a:prstGeom prst="line">
            <a:avLst/>
          </a:prstGeom>
          <a:ln w="19050">
            <a:solidFill>
              <a:srgbClr val="EB632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41" name="图片 4040">
            <a:extLst>
              <a:ext uri="{FF2B5EF4-FFF2-40B4-BE49-F238E27FC236}">
                <a16:creationId xmlns:a16="http://schemas.microsoft.com/office/drawing/2014/main" id="{A742A4BD-515C-E5E6-4BC1-87DC011E6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51" y="874432"/>
            <a:ext cx="10449428" cy="588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733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6EAC-8CA3-5300-AED6-A2603FC2B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3B88971D-13C2-E507-1F61-552FA4A04F5E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5577338"/>
              </p:ext>
            </p:extLst>
          </p:nvPr>
        </p:nvGraphicFramePr>
        <p:xfrm>
          <a:off x="1164999" y="3806606"/>
          <a:ext cx="4610810" cy="2004545"/>
        </p:xfrm>
        <a:graphic>
          <a:graphicData uri="http://schemas.openxmlformats.org/drawingml/2006/table">
            <a:tbl>
              <a:tblPr/>
              <a:tblGrid>
                <a:gridCol w="73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74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方正兰亭粗黑简体" charset="0"/>
                        </a:rPr>
                        <a:t>满足</a:t>
                      </a: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方正兰亭粗黑简体" charset="0"/>
                        </a:rPr>
                        <a:t>10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方正兰亭粗黑简体" charset="0"/>
                        </a:rPr>
                        <a:t>个虚拟桌面，所需虚拟化资源</a:t>
                      </a: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63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6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 dirty="0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CPU</a:t>
                      </a:r>
                      <a:endParaRPr lang="en-US" altLang="en-US" sz="1200" b="1" dirty="0">
                        <a:solidFill>
                          <a:srgbClr val="171D2A"/>
                        </a:solidFill>
                        <a:latin typeface="方正兰亭细黑简体" charset="0"/>
                        <a:ea typeface="方正兰亭细黑简体" charset="0"/>
                        <a:cs typeface="方正兰亭细黑简体" charset="0"/>
                      </a:endParaRP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 dirty="0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44</a:t>
                      </a:r>
                      <a:r>
                        <a:rPr lang="zh-CN" altLang="en-US" sz="1200" b="0" dirty="0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核</a:t>
                      </a:r>
                      <a:endParaRPr lang="en-US" sz="1200" b="0" dirty="0">
                        <a:solidFill>
                          <a:srgbClr val="171D2A"/>
                        </a:solidFill>
                        <a:latin typeface="方正兰亭细黑简体" charset="0"/>
                        <a:cs typeface="方正兰亭细黑简体" charset="0"/>
                      </a:endParaRP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内存</a:t>
                      </a:r>
                      <a:endParaRPr lang="en-US" altLang="en-US" sz="1200" b="1" dirty="0">
                        <a:solidFill>
                          <a:srgbClr val="171D2A"/>
                        </a:solidFill>
                        <a:latin typeface="方正兰亭细黑简体" charset="0"/>
                        <a:ea typeface="方正兰亭细黑简体" charset="0"/>
                        <a:cs typeface="方正兰亭细黑简体" charset="0"/>
                      </a:endParaRP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 dirty="0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100GB</a:t>
                      </a: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rgbClr val="171D2A"/>
                          </a:solidFill>
                          <a:latin typeface="方正兰亭细黑简体" charset="0"/>
                          <a:ea typeface="方正兰亭细黑简体" charset="0"/>
                          <a:cs typeface="方正兰亭细黑简体" charset="0"/>
                        </a:rPr>
                        <a:t>存储</a:t>
                      </a: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200" b="0" dirty="0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2000GB</a:t>
                      </a:r>
                      <a:endParaRPr lang="zh-CN" altLang="en-US" sz="1200" b="0" dirty="0">
                        <a:solidFill>
                          <a:srgbClr val="171D2A"/>
                        </a:solidFill>
                        <a:latin typeface="方正兰亭细黑简体" charset="0"/>
                        <a:cs typeface="方正兰亭细黑简体" charset="0"/>
                      </a:endParaRP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C65CCAF8-89DB-0D54-5B86-C9BE09D015C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9802894"/>
              </p:ext>
            </p:extLst>
          </p:nvPr>
        </p:nvGraphicFramePr>
        <p:xfrm>
          <a:off x="6365648" y="3825656"/>
          <a:ext cx="4610811" cy="1985495"/>
        </p:xfrm>
        <a:graphic>
          <a:graphicData uri="http://schemas.openxmlformats.org/drawingml/2006/table">
            <a:tbl>
              <a:tblPr/>
              <a:tblGrid>
                <a:gridCol w="733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69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方正兰亭粗黑简体" charset="0"/>
                        </a:rPr>
                        <a:t>满足</a:t>
                      </a: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方正兰亭粗黑简体" charset="0"/>
                        </a:rPr>
                        <a:t>30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方正兰亭粗黑简体" charset="0"/>
                        </a:rPr>
                        <a:t>个虚拟桌面，所需虚拟化资源</a:t>
                      </a: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63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6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 dirty="0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CPU</a:t>
                      </a:r>
                      <a:endParaRPr lang="en-US" altLang="en-US" sz="1200" b="1" dirty="0">
                        <a:solidFill>
                          <a:srgbClr val="171D2A"/>
                        </a:solidFill>
                        <a:latin typeface="方正兰亭细黑简体" charset="0"/>
                        <a:ea typeface="方正兰亭细黑简体" charset="0"/>
                        <a:cs typeface="方正兰亭细黑简体" charset="0"/>
                      </a:endParaRP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 dirty="0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120</a:t>
                      </a:r>
                      <a:r>
                        <a:rPr lang="zh-CN" altLang="en-US" sz="1200" b="0" dirty="0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核</a:t>
                      </a:r>
                      <a:endParaRPr lang="en-US" sz="1200" b="0" dirty="0">
                        <a:solidFill>
                          <a:srgbClr val="171D2A"/>
                        </a:solidFill>
                        <a:latin typeface="方正兰亭细黑简体" charset="0"/>
                        <a:cs typeface="方正兰亭细黑简体" charset="0"/>
                      </a:endParaRP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内存</a:t>
                      </a:r>
                      <a:endParaRPr lang="en-US" altLang="en-US" sz="1200" b="1" dirty="0">
                        <a:solidFill>
                          <a:srgbClr val="171D2A"/>
                        </a:solidFill>
                        <a:latin typeface="方正兰亭细黑简体" charset="0"/>
                        <a:ea typeface="方正兰亭细黑简体" charset="0"/>
                        <a:cs typeface="方正兰亭细黑简体" charset="0"/>
                      </a:endParaRP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 dirty="0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240GB</a:t>
                      </a: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rgbClr val="171D2A"/>
                          </a:solidFill>
                          <a:latin typeface="方正兰亭细黑简体" charset="0"/>
                          <a:ea typeface="方正兰亭细黑简体" charset="0"/>
                          <a:cs typeface="方正兰亭细黑简体" charset="0"/>
                        </a:rPr>
                        <a:t>存储</a:t>
                      </a: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200" b="0" dirty="0">
                          <a:solidFill>
                            <a:srgbClr val="171D2A"/>
                          </a:solidFill>
                          <a:latin typeface="方正兰亭细黑简体" charset="0"/>
                          <a:cs typeface="方正兰亭细黑简体" charset="0"/>
                        </a:rPr>
                        <a:t>3000GB</a:t>
                      </a:r>
                      <a:endParaRPr lang="zh-CN" altLang="en-US" sz="1200" b="0" dirty="0">
                        <a:solidFill>
                          <a:srgbClr val="171D2A"/>
                        </a:solidFill>
                        <a:latin typeface="方正兰亭细黑简体" charset="0"/>
                        <a:cs typeface="方正兰亭细黑简体" charset="0"/>
                      </a:endParaRPr>
                    </a:p>
                  </a:txBody>
                  <a:tcPr marL="55767" marR="55767" marT="27884" marB="278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0279A188-D8F5-7E8E-8093-D75B946DE4C2}"/>
              </a:ext>
            </a:extLst>
          </p:cNvPr>
          <p:cNvSpPr txBox="1"/>
          <p:nvPr/>
        </p:nvSpPr>
        <p:spPr>
          <a:xfrm>
            <a:off x="1164999" y="1311943"/>
            <a:ext cx="9020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、需要在虚拟资源池上准备一个</a:t>
            </a:r>
            <a:r>
              <a:rPr lang="en-US" altLang="zh-CN" dirty="0" err="1"/>
              <a:t>OpenEuler</a:t>
            </a:r>
            <a:r>
              <a:rPr lang="zh-CN" altLang="en-US" dirty="0"/>
              <a:t>的虚拟机</a:t>
            </a:r>
            <a:r>
              <a:rPr lang="en-US" altLang="zh-CN" dirty="0"/>
              <a:t>(</a:t>
            </a:r>
            <a:r>
              <a:rPr lang="zh-CN" altLang="en-US" dirty="0"/>
              <a:t>部署云桌面管理服务</a:t>
            </a:r>
            <a:r>
              <a:rPr lang="en-US" altLang="zh-CN" dirty="0"/>
              <a:t>)</a:t>
            </a:r>
            <a:r>
              <a:rPr lang="zh-CN" altLang="en-US" dirty="0">
                <a:hlinkClick r:id="rId4"/>
              </a:rPr>
              <a:t>下载连接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、需要在虚拟资源池上准备一个</a:t>
            </a:r>
            <a:r>
              <a:rPr lang="en-US" altLang="zh-CN" dirty="0"/>
              <a:t>Windows10</a:t>
            </a:r>
            <a:r>
              <a:rPr lang="zh-CN" altLang="en-US" dirty="0"/>
              <a:t>的模板</a:t>
            </a:r>
            <a:r>
              <a:rPr lang="en-US" altLang="zh-CN" dirty="0"/>
              <a:t>(</a:t>
            </a:r>
            <a:r>
              <a:rPr lang="zh-CN" altLang="en-US" dirty="0"/>
              <a:t>用于派生虚拟桌面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E424CB1-A270-52E9-F407-3D57E62E0289}"/>
              </a:ext>
            </a:extLst>
          </p:cNvPr>
          <p:cNvSpPr txBox="1"/>
          <p:nvPr/>
        </p:nvSpPr>
        <p:spPr>
          <a:xfrm>
            <a:off x="1164999" y="3366475"/>
            <a:ext cx="36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如果试点</a:t>
            </a:r>
            <a:r>
              <a:rPr lang="en-US" altLang="zh-CN" b="1" dirty="0"/>
              <a:t>10</a:t>
            </a:r>
            <a:r>
              <a:rPr lang="zh-CN" altLang="en-US" b="1" dirty="0"/>
              <a:t>个虚拟桌面所需资源：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376330B-4292-AA13-3A00-3F0AC4F178D1}"/>
              </a:ext>
            </a:extLst>
          </p:cNvPr>
          <p:cNvSpPr txBox="1"/>
          <p:nvPr/>
        </p:nvSpPr>
        <p:spPr>
          <a:xfrm>
            <a:off x="6270399" y="3366475"/>
            <a:ext cx="36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如果试点</a:t>
            </a:r>
            <a:r>
              <a:rPr lang="en-US" altLang="zh-CN" b="1" dirty="0"/>
              <a:t>30</a:t>
            </a:r>
            <a:r>
              <a:rPr lang="zh-CN" altLang="en-US" b="1" dirty="0"/>
              <a:t>个虚拟桌面所需资源：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389C21-719D-CE15-7721-CCDF5A83C64C}"/>
              </a:ext>
            </a:extLst>
          </p:cNvPr>
          <p:cNvSpPr txBox="1"/>
          <p:nvPr/>
        </p:nvSpPr>
        <p:spPr>
          <a:xfrm>
            <a:off x="1164999" y="2952219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、需要在虚拟资源池中预留以下资源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0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94080" y="2497992"/>
            <a:ext cx="82931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800" b="1" kern="0" dirty="0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THANKS</a:t>
            </a:r>
          </a:p>
        </p:txBody>
      </p:sp>
      <p:sp>
        <p:nvSpPr>
          <p:cNvPr id="43" name="矩形 42"/>
          <p:cNvSpPr/>
          <p:nvPr/>
        </p:nvSpPr>
        <p:spPr>
          <a:xfrm>
            <a:off x="6774155" y="3247609"/>
            <a:ext cx="309880" cy="46037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 sz="2400" dirty="0">
              <a:solidFill>
                <a:srgbClr val="FFFFFF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c6af1e4-1c8b-413b-ba04-af14cf87f8e3"/>
  <p:tag name="COMMONDATA" val="eyJoZGlkIjoiNmZiYmVmN2VjMzE2MTUwOGRhZjQ5ZGJjMzg0NWU3OD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44,&quot;width&quot;:192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44,&quot;width&quot;:192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44,&quot;width&quot;:192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44,&quot;width&quot;:192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44,&quot;width&quot;:192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70*206"/>
  <p:tag name="TABLE_ENDDRAG_RECT" val="32*155*570*20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70*206"/>
  <p:tag name="TABLE_ENDDRAG_RECT" val="32*155*570*20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zQxMDkxMDMyMzE5IiwKCSJHcm91cElkIiA6ICIxMjU4NDMzOTkiLAoJIkltYWdlIiA6ICJpVkJPUncwS0dnb0FBQUFOU1VoRVVnQUFCYzBBQUFDMENBWUFBQUJHeGdRaUFBQUFBWE5TUjBJQXJzNGM2UUFBSUFCSlJFRlVlSnpzM1hlY0pHVzEvL0hQWVdGM2tTd2dnZ2lJcUlnWEk4a0lLRVpRUVJCRjBldFBESWdKTTRwWnZITFZxNktnQkZFa0NBb2lLb29JQWlJS0NFZ09Ma0dpcENXbkJaYjkvdjQ0VDIzVjlIVDM5T3pPVFBmTWZOK3YxN3ltdTZxNnVtYTNxK3VwODV6blBHQ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tWm1abVpqWjlSYjhQd015bUQwbFBCcDdhNytPd0tlbmZFWEZkdnc5aXV2SzViZVBJNTNhZitmeTJjZVR6dTQ5OGJ0czQ4cmx0WmxPQ2crWm1OaUVrclFrY0JxemY3Mk94S2VsNjRDMFJjVzIvRDJTNmtiUU84Rk44YnR2NDhMbmRSNzUyMnpqeitkMG52bmJiT1BPNWJXWlR3cEw5UGdBem16YldKQnZtcXdFUEFQUDdlemcyUlN3SlBBNllEYXdEdUhFKzhkYkI1N2FOUFovYmc4SFhiaHNQUHIvN3o5ZHVHdzgrdDgxc1NuSFEzTXdtMmdQQTE0Qi85UHRBYkVwNEx2QUZZSWwrSDRqNTNMWXg1WE43c1BqOHRySGs4M3R3UEVEK1gxelE3d094S2NIbnRwbE5LUTZhbTlsRW13OWNGQkduOWZ0QWJQS1RCUEFJbWRGaS9lVnoyOGFNeisyQjQvUGJ4b3pQNzRFeUg3akE1N2FOQlovYlpqYlZ1QWZRek16TXpNek16TXpNekt4dzBOek16TXpNek16TXpNek1ySERRM016TXpNek16TXpNek15c2NORGN6TXpNek16TXpNek16S3h3ME56TXpNek16TXpNek16TXJIRFEzTXpNek16TXpNek16TXlzY05EY3pNek16TXpNek16TXpLeHcwTnpNek16TXpNek16TXpNckhEUTNNek16TXpNek16TXpNeXNjTkRjek16TXpNek16TXpNekt4WXN0OEhNRkVrTFFjOEVWZ0dlQnd3czc5SFpDMGVBUjRFN2dkdWk0aDcrM3c4Wm1abVptWm1abVkyamtxOGJqVmdXUnl2RzBUVE5sNDNwWVBta3A0SmJBOXNCcXdETEUzK3pVdmlMUHRCc3dDWUR6d0t6Sk4wSGZCMzREY1JjVWxmajh6TXpNek16TXpNek1aRWlkZHRDN3lZak5mTkJwYkM4YnBCTkczamRWTXFhQzVwQ1dBVjRIWEFyc0NtemRYQVBPQ3g4cU1KUDBEckpvQVo1R2R5SnZBczh2OXhMMG5uQWZzQWZ3SnVqNGdGZlR0S016TXpNek16TXpQcldTTmV0eFh3RVliSDZ4NG1BN09PMXcyZWFSdXZtekpCYzBuckFHOEYzZ3c4dnl4K0ZMZ1F1QnlZQTl3QTNFY09LWGlrRDRkcG5jMGtTK2NzRHp3SmVBYXdBYkFoOEFMZ0VQTC84aGhKaDBmRTlmMDZVRE16TXpNek16TXpHNW1rTllHZEdSNnZ1eGk0bEl6WDNRamNpK04xZzJqYXh1dW1STkJjMHRPQW53SWJrLytadHdPSEFVZVRKOTQ5RVhGZi80N1FSa3ZTc3NDS3dCckFtNEIzQTg4RC9ndDR0YVNQUk1TRmZUeEVNek16TXpNek16UHJvTVRyRGdSZVJNYnI3aVNEckVjRE53RjNPMTQzdVV5bmVOMmtyaE1rYWFhazF3UG5rbldRSGdGT0FqYVBpRTlFeEZrUmNhTlB3TWtuSXU0di8zZi9pSWc5Z0MyQTM1TkRkbDRHL0ZYU0RwSThRWVJOT3BKV2xiUkd2NC9EeklhVHRMYWtwZnA5SEdabVpqYVlKSzBocVdzQ1ltbFBiQzFwOWlqMit4UkpqMXY4SXpUclAwbExOZUoxVzFESDY3WnN4T3R1Y0x4dThwbE84YnBKR3pRdi8vaTdBNGVUTSt5ZUI3d1BlRjFFWE43UFk3T3hGeEdYa1pORTdBTDhreHdhOGpQZ0kyNVkyR1FoNmVPU3JnZHVBMzdRNDJ1V2t2U1d4dk5ybGZadHMrM1prdVpKK3UzWUhiWFo1Q0xwY05VK3VRaTdPQkc0UzlLaExmdmR1ckhmdmJ1OC96S1M1bmY0V1ZuU0dScFp4eUdwa2w0bTZlR3kzUThseFdqK09FbC83UEsrcDVWdHVoM2pjYU41UHpNenM5R1E5S0VlcnBNam1WZjI5Wkl4Mkpja3pTMzdteVZwVDdLVXhOZTYvQTIvQUs0RmpnZGUwc1BmL0VSSnB3SlhBNThhZzM5R3M3NVN4dXMrUUIydnU0ZzZYbmRSUDQvTnh0NVVqdGRONXZJc0h3TStSOWJVK1NkWkgybk9WQ3M2YjdXSW1DL3BhTEx1MVUrQXpZQXZrRU44L3FlZngyWldrYlFXc0ZhSDFjc0RUeTZQdDVhMEpWbkxyZFhERVhHT2N0alQ3NEF0SkwyS2JHaDBNNnY4VFBvZVhiTitVQTRmZlVaNTJscUxiNnZHNHo5MTJVMDFVVTZuZGIxbzI1YVJ0RGx3SFBVNXZqbHdzZFIxcnFSckl1SU5iWmJQSjdOQktQdHJsMTMvS0hWTnlWbE03bmFqbVpuWjRwb0o3RW9HaEQ0dDZhU0lPS1hOZHI4SGRpeVBYd21jUE1KK2J3V2VRTFlUUGkzcFFPQ0R3SjQ5SE5NekkrS0tYZzdlYkFKOUROaURPbDczVHVCeXgrdW1ycWthcjV0ME56K1NaZ0R2QWZZbWIvaE9CN2J4a0k3cElTSUVYQzdwMVdRdzhVWEExeVhkRFJ3UUVZLzE5UUROc3A3WGwzclliaGJRcnBFTldkdHR6WWk0WDlJY2NyalR1OG1aeEJlU2RBdFpTNnhTQmRKZVdXWFlGSmRHeEF0Nk9YaXphVzc3OG5zK3NMK2tDNEdubG1YTjRkVy9VL3RJOWNvdHovY0hIZ0ErMFdiYjB4bitYZkZOY242V2gxczNsclFiOEIzeXU2T3lRWnY5dHVyVTF2dFpSTHluN1B0N3dFZmJiSE5nUkh5b2JITTQ4UFllM3MvTXpHeXNmSVljb2Rtcm5ZRlhOSjVmQXJ5Mnc3WnJBUWVVeDNjRE8zWFo3eU1BRVhHZnBBK1E5NkZMQUlkSTJwRE1ybXhtVTY3VWVMeURwTlpZeFRrUmNXTDFKQ0lrNlZ2a1BHMlBJLy91KzdzY2o5bEFjcnh1ZXB1SzhicEpGVFJYRGtGK1BmQlZNbmgwRExDN1Q4RHBKeUx1bGJRZHNCOFo1TmdMdUZIUzhlNjl0Q25tQThBS3dLWmt3T3hWalhXekdScEFxeXpSc3J6ZE5tWTIzSCtYMzhkRnhJMlNsaUd6eVZwMUdtYllta24rQzJBdTdZUG10MGZFYWRVVFpXM1V4NWVuOXpTV3J3L3N3OUJ6L3dIZ2k4QmxiZDcvM2NBT2pXV0hkemhXTXpPelFYY2FzQjN3dllpNFZkS2F3SStCUDVJak0zOVVZZ1Jua3FWUWJtbStPQ0x1THRzT0krbURqYWUvaklpMjI3V0tpT09WcFJEZlFBYjBWeU5Id0xkMm5GZldaWGdwbC8yQUU1VmwwZFlqSjBaOEFYbFAreVJnRytDVDVQVy9uYTJBWi9WeXZHWVRwWnlMVzFISDY0NEhkblc4YnZxWlN2RzZTUlUwSnk5RVh3WldCYTRDOW9pSVcvdDdTTll2RVhHbnBNOEM2d1BQQWI0Q1hNRHdJZlZtL2JJVGNGWjUvR3l5N01PcFpCQ3RuVFBJaHZKQ0ViRkEwanZKTEprOVd0WnZ6TkF5RUw4bXo0Y3pnUGMybGcvTFdqV3pvU1M5aUR4L29NNDhlejNaNlZSMTJBTjhGemlVOWg1bUZHMHJTYzhtaDNBL1FJNGFXYTJzdXFLc1h3VTRteHphQ3ZBM01tTmpHZUFiWkVmYWQ4anZsRzJBendPYk5JNWxsNGc0b3NQYnYxdlN1OHJqVG5QYzdDWnAxeEcyTVRNekd5OS9KTE8yUlFhbTN3Rzh1dnpjTHVrbjVIVnYwL0x6MTNZN2tiUVNtWVRTOU1iRzQxTWxyZFBoR0c2TmlJZGFsbjJzSE5zQnBhM2UrMTgwMUJQSnR2M3NpSGkwakNxYkQ1eFlNakxiemlNaTZjYzRhRzZEWjJXeWc2aUsxMzNTOGJycGE2ckU2eVpOMEx3TTgvZ2krWTk5RDdCOVJGelgzNk95Zm91SWF5WHRUQVlKbnd2c0llbkRrM0hZaDAwWmM0Ri9sY2ZYUk1TMUFKSytDYnlaYlBSL0p5S0dUVkFvNlRZeWUvek84bnhOY3BqcE80Rm50bm12ZWRTbEk2Q3VTVHlMYklSWC9vWFo5UFJoU1R0MFdQZmppUGh4NDNrekcvd1dnR3BpY1VrZmFxejdSVVJjME9rTlcyNmNYd2wweTY2WkE2ek84QnJvQjVmM24xdHVvQThFUGhvUlB5NS96OEZrSUgwUDRDUGxlTmR0dlA0ME1yT24zYm4vRUJta2I2Y0tDanpZd3pabVptYmo3V2h5VHAvZGxKTnd2N094YmxYZ3JjQUx5L01MeWNrR1g5cG1QM3ZTZnRSWDVjZ3U2MTVQWnN3dUZCSFhBRDlxTEZxYkhPMTFLckFSZWUxZm84cytPMDM0ZlFId091QzlIUUx4RDBYRXo3cnMxNnd2R3ZHNmphbmpkVmYzOTZpczM2WkN2RzdTQk0zSndORnU1TTNheHlMaTRqNGZqdzJJaUxoVTBvZkpvTUo3Z2ZPQmcvcDdWRFpkUmNTK3dMN05aWktlUU00bURkbWdQcXJEYTUvZnN1Z3pRRE5ZTjQvTTlxeHFsNzhGK0ZhYlhXMU1OdG9yN3lXSHNwcE5OOTBtNWwwNERGdlNNNmpQMFdyWlZjQ2E1V2x6a3N5L2RNa28reFB3dHNienozVTd1SWlZSitrUThzYjZNZkltK3pjUjhZdkdOa2RJT2pVaS9pTnBCZUF1OGp1a21oajRjUXdObUY4UC9CSllWZEpkd0YwUjhXaGpmOXQxT2g1SjUwbWFTOVphWGJZcyt4WHdQRExyN1FQZC9oNHpNN014OW1OeVBvMFZ5dU5xUk5nOVpkbnUxTmY1dzRDbmpOZUJTRm9iK0V2TDRpOUd4S0VSOFVEWnBsbytQeUlXcFNiNXN4a2FqRzkxQitDZ3VRMmlLbDQzRDhmcnJHR3l4K3NtUmRCYzBycGtUYThad0FsMEdLWmswOXB4WkwyN053R2ZsWFJ5UlB5N3o4ZGswNHlrSjVPQjdGWWJVUWZkYmdHMmtMVEZDTHM3bnl5MzhpSGdScklCZlNCd0xwbk5Bbm5EME11SUc5ZVJzK25xRWVEUkx1c3Flek84L0Vpbk9RTzZ6UkV3czJVL2Q1S2pTOXJWT1YxUDB1N2tKR1dYTkphdlhwYi9EbGlhbktEenFhVXR0QmJENjZZTFdFQ2RyYjRXOE1NaEcwajNrK1ZiM2tObXYzZnloTEwvbDVlSmhpR0h4Yzhrczk2cWdQdnBFYkZqbC8yWW1abU5oYnZJa21nZklFZHNRZ2FPZHlIdi81NWJsaTBnczhXN2RsWVhMeVFuL3V6bVZReXZKNzRVZFJ1OHNuekw4K3BhdkZLNTlyYnpxNGo0N3c3cnpDYWRjZzljeGV0T3d2RTZHMjdTeHVzR1BtaGVKaE40SXpsQnhyM0FRUkZ4VjMrUHlnWk5STnd2NldEZ1pXUm00QnNsN1ZObTd6V2JLRStsZmVaMzB4TjcyQVp5MG96ZHlZa3pmaHNSOHdFa2ZaRnNvRjlFQnJQK1FuN21kNDZJbXhmeHVNMm1xajBqNHR2ZE5wQzBPUzFaNXNYcnlHRHh4Nml6eDNjbjY0cDNjZzlEZzlyYmtqZjg3Ykp0bmtQV1IrL2tXbkxFeUZ1QlpWdldQVmlPNHdUZ1dISVUzcmJBYThqcllHdVEvazZ5enV1bnFPdW1kek96elhZekdzc2VqNW1aMmNUWUI5aVYrdnA2WUVUOFJ0Smx3QVpsMmNsbFJGWXYrN3NxSXVZQ1NIb1Y4RDlsK2FjajRwU3kvTC9hdk81KzREZmtDSzlPSGRETmtXbnRKaEtIM3VjSWVUNVFCWlgySklPU1pnT2x4T3RlVFIydk85RHhPbXMxbWVOMUF4ODBKNE5DYnlVenZrNWphTWtCczZaVGdkUEozcXNkeWVIcC8rbnJFZGwwTTU4TW1qVXRRLzFkKzBEWnBxazVLZEc5Wk5Zb1pGRHMyMlJtYUd1ZDVNcFMxS1ZhcnBIVXJUYlkyaEZ4UjdlRE41dW1xaElzajlHb0xSNFJGd0ZJMnJnc2VwZ2MvZkZnaC8wOEZoRjNTV29HbEZ2UDk2YXJ5RWxBTjZRT3FtOUFmU1ArWUVUY1V5WTVlekZ3S2ZCUGNtTFFmNUxEMUt1SlFOZUlpQU9CQTh2Tnk3clVrdyt2RGZ5alRGUzJBOFBiZml1UXcybjNJRy9rSHlhejZhOGdKK3o1RThOcnIzYjd1OHpNek1aTVJQeEwwbW5BbG1SR2VUV2Fhci95QS9EelJkejkyc0FMeXVPWjNUYU1pRnVBYmN1RW9aMHlKR2VYMy9jd3RCempzbVNaR2VoY3o3elZmUkZ4TjRDa2gzdDhqZGxFVzRtY2E2Q0sxNTNRMzhPeEFUWXA0M1dUSVdpK0Zkbkx1Z0Q0ZkVUNGdtRnRSY1JEa3I1R0R2dllpUHpzSE5yZm83THBKQ0xPQUZhc25wZUpQQzhuRzhxM0E4OW85cnhMZWhsMWJjUTV3UHJOM2xaSis5TTVTNlhWN0JIV3Q1WjBNTE4wWWZtOUh6bXA1a0tTbGdTZVZwN09vbnM1cEt2SkxKdm1UZmVmdTJ4L0ZYbWovaExnZnlMaXo1S3FpY2p1SXh1VkFEOGhKMEtyTEFsc1FuMlQveWhadnFVNUtURGtkODd0d0drUmNWWlo5a1pnbGZMelpPQlpaVDlMa1IxMmg1R1piUHVRQ1F0SGtwbDFaNVBmVWRlU2dZQzV3Sys2L0cxbVptWmpRdEx5MUdWWWxpRG5BYm1SSExGVldkUmE1cXMzSG85VXNxVVhWYnY5eW9qWXRWcFlydEZWME56eERKdEt0Z0kybzQ3WHpldno4ZGlBbXF6eHVvRU9ta3VhQlh5TnpQdzZPaUxPNi9NaDJZQ0xpQXNrSFVYZTdIOUIwaS9jMFdKOTlIM3FzZ3BmYVFtWUI3QlhZOXZ2dEJtZTlDWGdleTNMWnBORE5IZG9XWDRZOWZCU3lON2JiY2xKV1JhUUpTTE1iTGgva2ZYRGYwMUwwSHlVRnBUZnpZNnVwYnRzL3dDWm5RUHdlVW4vSmpNdkFJNXIzSFFjVEIwZ2IyY3BzdlJLSjdkUUJ3VStUR2F0TjgwQi9nQWNFaEZWQjhKT2txcmg4TnNBcnlnL2xkTngwTnpNekNiR1I2aXZsd0Fma2ZRSm9Ga1gvSDJTdnI0SSs2NnVpU0xiQTR0TTBreGcxZkwwdHBiVnpmbFFlcjAzL1ZpWjBCdGc4OFU1TnJQeDBJalhMWW5qZGRhRHlSaXY2N1dlVnIrOEMzZzZtU25WdFNhcFdjTTN5Q3k0OVNpbExjd21tcVJYa3Iyb2xXOUxPa3JTYXlUTklML1RYbHJXWFVtYlh0YUl1RFVpcm9pSUs4aGhvSnNEdjZVT21COE9mTDQ4ZmpzNUt1ZnBaQUQ5SzhEemdKZVhmWFFyM1dJMmJVWEVvMlI3bzkyNitjQnlIWDdlU0QzSjZHTmtlUlBLdXNxdTVFU2VuUnhRZm05QmxrR3BzdFFQSE5VZjBWMnp3K3o3d0RXTjV3K1NRZjQzQTcrdk10MGwvUjQ0aHN3QWFSMUcvbS9nQjJONGZHWm1acDJzUWwzTCs2SHllMGZnZjhsQWRGVXViSFdHdHJ0SFZMSy9xdzdoZXhtYWRUNmEvZXhhU3JNOW5Ub3A4YWFXelpxZDZMMEdpSFlqRTJYMkpFZWxtUTJhS2w1M0o0N1hXZThtVmJ4dVlJUG1aVWowMjhoZTN6K1FKUTdNZW5FVmNHSjV2RXNKVUpwTnRGT0FyY2xKK3VhVEdlSnZJZXU4M1FaOHZHejNFTEJEUkR6VWJpZVNuaXZwVytRdzFQM0prZ29BaDBYRU80Qzl5ZnB4U3dCSGtCTVViVlMyK1F0WlRzSE11b2lJTzd1c2ZnL1pEdGtPbUI4Ujk1TjF5SStnbnZEci9SRnhiSG5jdk9rK212d3U2T1F3c3RNTWNpSmhnTitYVWsrVlY1Q1phOVhQZWd6TllOdXNaZjJxRE0xTVh4ZzBqNGhmTnQ0UGNqS3pKelYrcWd5NTFSckxXb01JRjBYRU1WMytKak16czdIeVZlcjVmOTVLZGxZdlJaMWwvaVBxTW1zZjdMS2ZtOHAyRndMekpTMURYc2VyKzhRVmdFc2xuU0pwTy9JNisvdnljMnVYL1g2aUhNTXE1R1RjbGJOYXRtc0d6ZHUyK2R0NGtCeVYxdnk1djhmWG1vMnJsbmpkcVRoZVo3MmJWUEc2Z1EyYWt6ZWs2d0R6Z0ZQS1RhclppRXJ3OGM5a28ySk5vTjNzNTJiaktpSWVpNGcvUk1UMlpLQzdPVUZSYzZMQXVjQm1wVjdqRUpLK0NweFBadGlzMHJMNit2SjdSZUFRTXRPMWFSOWd1NGc0ZnRIL0NyUEJKR20ycEdYYi9UQzA5TnpNVHR1Vm42NXpBVWhhaFN5VDlGSnlOTWlOa3I1UEJ0R3Iwa3Vmam9pREd5L2JzUHllendqMVVVc21lMnNKcHYxYXRya25JdVpHeEZ3eUUrN2J3QlBLNmhNaTR1eHFmV083NXZkQnA5Sk0zNkRPbXY5U2gyMCswOWptbTkzK0ZqTXpzM0ZRVFk1OVhFVDhsaXluVnBsSEpvLzh0RHpmbU96MEhTWWl2aHNSenkzYmJFVUd6emN0cTIrbURveHZTU2E4SEFLY0RMdzFJczVwM1YzajhUcmw5NnBrVUwvUzdQeUdvYVBRT2swbzN1bzVFYkZzeTAvMWZnTWRaTEpwNFJrNFhtZUxZTExGNndZNWFQNUM4dUp6TDhON2FzMUdjalpaMW1kNThyTmtObUVrTFNWcFEwbnZsSFFBV1cvNGJSMDJmekpab3VFV1NZZExla1dwZHc1d0VIVnBoRk9BMXpXZTd5aHBEaGwwUDRRTXZKM1UyTzlIZ1p0THhzeVhKSFdycld3MjJSeERUcGJaN3VjdGplMiszbVc3KzRDUk9wV1dKRy9HcStEM3ltUmQ4R3JDMytNaTRsc3RyOW1zL0o0VEVRdW9NK1NHa2JRWldVcXA2WEJKMjdmWmRsMnloTXUyWmRIOXdPNGRkcjFCNC9IY1R1OXZabVkyNEI0aHk1bDhxanovY1dQZC9oSHhIN0pjNFFIa3hOMVZGdmQ4QUVtclM5cGEwc2NrSFEzOGh4d0ZWbzN1bWd1OG5KeElkSGZxc2lwUEFiNEwzQ0JwcjlLSlhsbXo1Umh2STBkNFZhTzhMbytJT1MzYk5DY3R2YWZUSHhzUngwZnRxbmJibEt6TWpScUxlZzNDbTQybDUxUEg2MDdyODdIWTVETnA0blVET1JGb3lmemFoQ3huY0I1d2RYK1B5Q2FoSzhsaEgrc0FtMGc2TENJZTZQTXgyUlFuYVNYZ2IyU2p2ZFAzNjZWa3h1WUZ3SWZJaVRxWExqOXZMei9uU3Rva0ltNlE5SDdnd29nNFg5STNxR3NlUDYxbHYzUElHNHIza1JPTXJrTFdldHdTdUtaVCtSY3o2eXdpYmdFK0x1a0x3RHZJenFqMUc1dHNLK2xjNEFzUmNVSVpNZkxhc3U0R1NUOW42STN5dk1iakY1TjEwYXZ2Q3BIWmE0OEhqcEcwVDBUc0x1blp3QzdBKzZrbkVuc0VlRXRFekpIMFlXQU5NckEvanp6M1A5QjRuL003L0htZkxUL2QvRy81TVRNejY0ZTNBR3MxQXNnbkFxOGlyNW1YU0hvRFdRN3hQdUJ6WkwxenlFbXdJYStwUjlOK1l1NlRnUGRFUkRWNmN4OUord1B2THZ0YWsrd2szNU1zSWJCdWFVKy9yTEdQYzhuMndXOGF5L1lGS0pQZHJVeG1oVGRya2wvYTgxK2YrOW1TYk9NL1JJNGtldzVaUnhxeVhNM05vOW1mMmVJcThick5xT04xcloxRVppT1pOUEc2Z1F5YWs3ME5tNUEzajc4c21WcG1QWXVJK1pLT0k0ZjBiVUwyZ2c3a1NXaFRSMFRjSmVrVTRKa3RxeTRqYTVrZkZSSG5OcGEvVDlKbnlja0NkeU1EWHdDSFJvVEtQZzlwYkg4SVdhcGxTVEtyNVN6Z0g4QkZ3Ri9MYXc2UWREanczdkl6bSs0VEVacE5ScWN5UXVtVEhsM1N5MGFsRWJkL0dUbnlXdURUNU1TOGtKbGxWVEI3SG5BbTJWbjFVK0E3MU9mMVpSRnh2NlJxdDdlU045T1EyUmJ2THEvWmhMd3gzay9TQm1WZHM0ek10Y0RiSXVMTThud2w2a2xJVzkwSS9LekR1bVp0MUdXb3k4MDAzVWVkd2JaczJjN016R3lpWEJJUngxVlBTbHhnNGNoS1NmUEloSkZXdnl2Ylh5cHBUL0o2REJscy95UHdnNGc0b2ZWRkVmRXc4Q05KUHlXVFd6NUxCdDYvMFVoQStRRTVBZUkxNUh3bk8xRUhzVzhteTdsQmRuQnYxZklXbHpQNlVmUnpxRHZrVy8yaVRHaHVOcEdXSnp1Q3FuaGRhNWxRczY0Y3IxdE1rbDR1NlZGSkQwbDZZcitQeHlZblNVK1U5R0Q1TEczZDcrT1o3aVJ0SnVsbVNYZEplczNJcjVpY3lqRFEzMHY2aHFRZGV2ME9LeVZkM2k3cFdFbExkZG51YlpJMmFwUndHV20vdzJxbFR5V1N0bWg4cnJibzkvRk1SeTMvQjVQMjNDNS9SMlhFMm5xU05wVjB2S1JUVzVhdkpPa01TYk1rN1N2cFlrbEhTbnBPV1g5R2VZOWpKSDFYMGs4a1BhNnNteTNwbTVJKzFkamZUbVg3V3lWOXJ0cTJzZjVWa2g1ckhQczhTZitXZElpa3Rkb2M5eC9MZGw5dUxOdWpMRHU1UEQ5ZDB2MlNkbXRzczFmWjVyaldmWTRIbjl1RFlicGN1MjFpK2Z6dXYwSCtQNUQwb2NZMWJiMFJ0bjE4WTl1SHk5OTBjUE5hS1dtR3NsMitvNlJWdSsydnpmNVhrTFM3cENWYWxqOVYwc3pHODEzSysyL1RXTGFicFBuSys5R2JKUDFHV1dxdHVaOHJ5ckYzTGFVbTZSSkpDeVE5VXY3UDVwUTJ4T082dlc2aURmTG55c2FPSEsrek1TREg2eGFkcE8rVWk4Y2YrMzBzTnJsSitrUDVMSDIvMzhjeTNmbkcyOGFERytmOXB5a1NORjlVelp2bXhyS09IVjh0Mi9VMGtaZWtqU1YxSFIwb2FRbjEySmsyR2ZqY0hneStkdHQ0OFBuZGYxUHAvNkFFeGZ0Ky9Sc3B3RDhkVEtYUGxYWG1lSjJObGNrUXJ4dlVpVUEzTHI5UDZldFIyRlJ3WXZuOXZMNGVoWm1aVFVrUjhVaWJaVDBObGU1MU9HdEVuQk1SODBmWVprRlYxc25Nekd5NmlJakhCdUg2MTJuaVRyTXB5UEU2R3lzREg2OGJ1S0I1eWFSNmRubmFhZklxczE3OW8vemVzSFZZblptWm1abVptWm1aamN6eE9odGpBeCt2RzhTRFdwZWNXT0FlNEQ5OVBoYWIvRzRFN2dWV0FKN2E1Mk14TXpNek16TXpNNXVNcW5qZGZUaGVaNHR2NE9OMWd4ZzByM3F0YmdUdTcrZUIySlF3RDdpcFBINStQdy9Fek16TXpNek16R3lTcXVKMU4rTjRuUzIrZ1kvWERXTFF2S3BsY3ozd1FEOFBaTEtSTkt1SGJZWk5XRGJGUFV4K2xnQTI2dWVCbUUwSGtsYnZOR0docEdVa3JUelJ4MlEyS0NTdExlbGpnenI4MEt6ZkpLMHFhWTErSDBlck10SGdNeVE5cWQvSDBvMmttWkpXS05maWRTVTlTOUlHbzl6SFVtWHk0YjVQckdobVpnT25pdGY5aDJrUXIzT2JmZHdOZkx4dUVEOEF6eW0vYndRZTdPZUJqQ2RKSjJ2eHZhWmx0eGRJdWtmU0FSM2VjdzFncnFSVEpIMXcvUC9LZ2ZBd2NFTjVQSkE5VjJialFkSjZqZStLdVJQMG5tOEdMZ1YrM2lGd3ZqZndiMGxma3JUY1JCeVRUWDZTcm1oOGxqZnI4VFg3U0xwZjB0OGtQWDRNam1FRlNmZVZZN2hiMGdxTHNJOG5BaWNEM3dGT2tyU2FwQlZIZWQzL2NadjlQbGpXZlgwTS9zNTl5NzZ1YmJQdTByTHUyTVY5SDdOV2tqNHU2WHJnTnVBSFBiNW1LVWx2YVR5L3RueEc5MjJ6N2RtUzVrbjY3U0ljMjlmSWU1SXJnSytNNG5WWFM1b3I2ZEFPNjI4cHgvdkh4cklsSmUwaTZZVXQyLzVKMHZtU0xwSDBMMG5YU0xxaDdPT084bjMzR05udXZac01abHdOWEFMOFRUMEd3Q1VkVFE2VC9nZndxbDcvVnJPS3BMYzJybGwvSFBrVlpqYkpWUEc2VzVqQzhUcFlHREMvV05JSmtuYnFzRTN6TzIvYlJYaVA1ajM3dHhmN29DZWZnWS9YdGMwRzdKZlNvSHNTSU9DbWlKalNKK0ZZS3Y5MjZ3Q3o2ZHpqOXhsZ09XQkw0S1FKT3JTK2lvaUhKZDBJTENEL2ZXd1VKRDBCV0NVaUx1djNzZGhnVTJhUTd3dXNCTHdaZUZqU095TkNaZjNtd0FlQkFMNU1CaDkrMGFmRG5mWWt6UUQrQzdnNklxYlUwTXJ5V2Z4SWVmb2lZRnZnSjR1NTIxMkFaY3ZqYTRBUFMrcmxkYitKaUl2TDR3ZUJ1Y0I2d011QmZ3S3ZYTXpqZ2pvQlluN3JDa2xyQXUvcDh0cXJJdUx3VWI3Zlk2UGMzaWJZb0Y2N0phMEZyTlZoOWZMQWs4dmpyU1Z0Q1R6YVpydUhJK0ljU2NzQ3Z3TzJrUFFxNEgwanZQMnM4dE4yeEtXazJkVG5lS3NMRzYvYlR0S2VkRDRQN3FpdWU4REtaSTNPNVVjNHRtcGl0WGNBbnlmcnhkNHFhZU9JcUc0a0h3TFdKTS96K2VTL3pVUEFJMlY3eUU3cm04Z2IwRWNhdng4aDIvLzNOdDd2WmJUL3Q1aEoza3NBZktJRTRsczlHaEYvR2VsdnN2RlJQdTkvallpSCtuMHM0MEhaS1QwL0l0cmV6NDYwdmw4a3ZSYjRRM242NVlnWTFzRW1hU1h5SEYwYU9DMGl0cFQwUGVDalpaTURJbUxYc3UyeVpNM29WZytUd2NxL0F6K0lpRE5IZVp3YkF6OENYZ0NjSFJFOUpTUFk1Q1ZwYWJKVzlCVVJNYXl0T01wOU5lTjFOMCtEZU4zV3dBYmxaNUd2ZSswNjh4dWFpVGl2R0dIYlgwZkVueGYxT0FiUlpJalhEVlRRSEhnY2VVeVBrUk9CVG1VL0pqUE9BSjRMVkpreXh3Rm50Mno3T3VDbDVmRVBxWHRpL3RYWVpnM3FSdTdsclc4bWFWM2cvZVhwaGNEaGtyNEVQQ1VpM3JXSWY4TmtjUzk1ZzdHa3BLV25haU56bkt3TEhLbU1EdjBVT0pac3FOMFhFWS8wOWNoc29FVEVIWkxlQ0p4S2ZoZXRTTGxKTHpjSmg1RUJjNEF2Um9RRDV2MjFGTmw1OFJKSnh3Q0hrbGthZm55eUFBQWdBRWxFUVZTSjkwMkI3OGc3eVN6SlRjaGFpMzlmbkoxSldnYjRkR1BSODZpSHBvN2szOERGQUJGeHI2UlhrNTNXbXdCbmt0ZnhEUnZiUHhQNFpYbjhhZUNFbHYzZFdZNXBDYkxOQkRDai9GNmkzR1JYSGlPRGJGL3FjbnduQXIwR3phdmcvSUlldDdmK0dkUnI5N3ZwL25tc3pBSk82YkR1Sm1ETmlMaGYwaHhnaTdMZkljRmRTYmVRMTZGS0ZTQitwYVI1amVXWFJzUUxnSGVSZ2FTUlBKNzh0K3hrSlRMVHUya2JTYTJkazgyU0tjOGdPNUtiRTJETkExNVEvbzRWeUk2N2R0WUgvbG9lN3dQOHVzTjJNeVV0MHdnMEhrc0c5YnQ1SmUwNzl1NWg2TCt0VGF3VGdadktDSWFqZ2V1QWV4YzNHTlp2a25ZRGRnUmVETHdRT0hjMDZ3ZkFydVgzZk9DZ0R0dThpd3lZUTIvZk4rM01BdFl1UDIrVnRGdEU3Ti90QlNYUXVTWFppZjRXQnJQYWdJMmZGY2pQNU5xU2ppVGJmVGVTYllKNVhWODUzR3pxZUYzcnRXNHEycVA4dmhiNEh1U29ObUNWeGpiTm1PcVJiVHFiMXlZVHgzcngzUExUeWJYQWxBcWFGd01kcnh1MG9QblM1TTNmQXJLeE9HVkZ4RkhWWTBrN1V3Zk5UMnk5OEVsYWhUcG9mbGhFbk5WWXR4eXdQZkNVeGt1ZUpxa0toRjhaRVg4RHZrMWVaQjhsYnk2ZVJnWk1rSFIwUlB4K3JQNjJBVFNQL0dKZmd2eWlINmlUY0pKNEN2QlZNZ1BxWXVCc1NXY0M1MFRFdjdxKzBxWTBTWGN6OUZxeVZQbTlKZkNma28wN2c3cFREK0F6a2o3VGVMNXlSRHc4cmdkcW5heEMzdWk5bHd5YW55UHBEREw3NlB5K0h0a2lpZ2hKZWlrNXhPL3FpTGg5TVhlNUI3QmFlVnhkVDdwWmlqcEFOeVNJVVFMblc1T2RGTHRFeEdOaytRUUFOTFRzMnBFUmNXT0g5NmlDN2syZkx6K1ZmMUJucjBIZTNGVG4yY28wemx0SjU1R0J1K3E0MXlwQnZsK1R3YkV0cVlQMGIyb1RBRncrSWh4TUh6eFQvZHI5QVRJWXNDbFo5cWhaVG1RMjJlNXR0VVRMOGhIbkF4b0RNNEJsMmh4SHBabFo5US95YnprbUloNHIzd210bldlZEhGaCtPdGtQK0ZDUCs3TEI5aVRnczhESGdJdUF2MHU2aE14QW45UFhJMXQwSDJkb3g5Rm8xL2ROR2RXMWRYbjYyNGo0VDRkTnF3UzJXK25jd2RYSi81SnRrS2NDTzVEZmNRRjhWOUp4RWRHdE0rOElvRzFwQ1p0V1ZpZlBvdzhEYzRCL1NQb3IyU2E0cE9zcmE3T3A0M1ZUT3FaU1J2VzhxRHo5RkxDR2NuN0FaUmwrVGEvTWJyTXM2Rjc3UGFqYjJJK1NvOE02bWFwSml3TWRyeHZFb1BtU1RJT2crUmhhamN3aWF2cFU0L0dQbExYTXR5dlBQeE1SL3dTUWRDcDVJL3dkU1grS2lIYkRZS2VDNWttNE5IQlhmdzluVXB0SkR1ZDdIckF6Y0llazg4bmd6akY5UFRLYlVKSm1sSURmc3RTWnJrMmRHaFB0MW5teXNmNmJBVHlkN0ZCOUUzQzdwS3ZKck9lakltSlNaWk9VYk5xelJ0eHdCSktlUloxbGZodXdYa1MwR3k3ZGZNM0h5S0FYdEFUTkpTMFJFWFBKRVdSSTJvaWhiYkdxRnVLdHdKcmxScnpWSFQwZWZtdlc0WHVyNytrU1hIbFdZOTB5REQwdm96eGZ1dncwMXkzSjhQWmpUN1Zxckc4RzhkcTlFL1U1K215eTArWlVzb1JSTzJlUWdjS0ZJbUtCcEhjQ3J5VTd0NXJyTjJib3RlblhaRmIyR1dRbllhVmRoKzAzZ2RGMEd1NUJYZU8xblV1QWcxdVczZGw0dkFENExmQi9FWEdHcEEyQlYwczZnYnlCN2piNmRnbHlWQmRrQ2FodWJmbDJ3K2gvUWZjU1RrMzdBMi92Y1Z1YkdMUEpUdFJOeUtETXJaS3VBSTRFanB0cTVkY0cyUHVvdjIvYVpwQkxlam41UFFmdzQwVzQ3LzVlRlJpWDlBT3k0N3dLTUwyVzRmR0FwcXBFbE1pT3VVMUgrZDQydFN4RnRnRTNJRXRxenBWME9YV2J2MXNjcnNvMG45SkI4MUxHOHYvSzB4TWk0aGhKdndHMklVZWJiVTg5OHZJbHdDZks0NzBaWGpYaTNvam9WUDROU2VzQlY1YW4zNCtJVDQ3Qm56RFpESFM4YmhDRDV0T2k1Mm9NaWZvRFZnV2VIcU8rY0s5Sm5YVnlCbkNDcEJlUncwc3ZKb1BtVHljdjl2dE4wREZQdE9va25FSGRpMmVMWndteUFiWThtY24ySmtuM2tqZDloNU8xZWhkbHlGZlBKTTBpTTJUZlFsNzBseVl2WXFjQTMycldjbFZPd0hkemVmcHdPZTdQay9WRDF5Qm5iRDRZK0dacnRxU2t0Y3UycndXZVFON1Fud0o4dFpuTlUyNVNxc2J3QzhuaDhaOG1iOUx2SUROTFAxOEN6YVBhZjZsMTJteGNyMVFGTVNXdFNPUENFaEc5VHZiMVl2SkcvOFZrUU94Nk1xanc5WWk0cDhPLzI1cGthYWxYa2pkazd5RXpGcXFNdVRkVDk4aC9nd3d5Tm4yY3JGazduNkdkZTFPMXcyNHlDdkpjcW1vUGJ3bDhXOUpwd0NIa1RkcmR3SU9OdXIwVFNqbngzNmZKOC80ZXNxN3haMHN3dXRybVJ1b0Eyb1lSY1VtYnovTnk1TG4zMzJUMnpUWEFYaEZ4Uk5uSGJESTdxOHErUGduWXZFc3Q4NytXYzZkNURpNzhiSmZTS1grV2RGQkVWQk42bnN6UVdvYVYxUmllU1Y3NUZaa2w5S2x5Yk5VRW9NY0JmeU1EZ2srblRZM3pMbjRFckFxOG1weTUvaDV5am9KTHlCdWtzOGc2OGN1UldZMi9JejhiTDJxM014dFlJMTI3THdEdUdjZHI5MXpxMG9MWFJNUzFBSksrU1Y0L0JIeW4zUTJqcE52SXoySlZvbWhOc2dQZ25XUlpvMVpWUm1hbEdnVTFDM2hpWTNsMVBOY0IxYWpMWXlMaW5GNy9LRW5QSkllNlEvdnIyZFVSVVEzckR1QjVaZFJKdGY2a2lOaXVzZjFtWk52OTM4QW1FZEd4Rklxay82S1VnQ0pIcnh6VmFkc081dmNhV0pVMHFjdC9UQVBMa0czUGRjbU8yYm5LaVc4UElrZVMzZCtQSWUrU1ZpYzdrbDlEbm9kbkFMdEh4QlZsL2Y3VUdkaVZjOHI1Y1VCNTNuRjlST3phc28vUGtoMXdlNUhuMGdLeWhORWVyZG0wNWZ6NUpCbjBlaEw1dlhFbFdaUDhENlg5ZlFTWlJYNEtzR1ByOTJQWnBpcWZkQ1dkU3lkVTVWc1cwSDFFeUlnaTRoK2xQTlg2WmRIYTVWZytSYlpycmdQZUZCRlhsZldYa2lXZ0RpYnZWVWFiNVc1VFU1REpUOHVTSTU1ZUMzeGYwb25rNS80c3NtekdRNDAyZnpQVGZDclhNOStEblBzSjRMZVNQZ2k4b1R3L0tpS09yVFlzOXd1VnN5UGl1SFk3TEpVZ1B0OW0xVktOeDd1by9XU2lEMFJFdDg3NXlXNmc0M1dESERSM3Bua1BJdUpxc3ZiUFNjQldaRmJCZHBKdUptOEt0cVNlMk9nbHRLbDNYdXdwNlNlRFZqOW9qRlFuNFZKay9kNDFxTFBpTkk2UEorSTl4dnY5bHFiM0xPRGx5UnZZbmNtRzJUbGxHUGpaTk1vUGpBWGxSSDhuTWJ5dThGcGt2Y0MzU25wNzg0TFdFR1FOeURjMGxxMUhCbm5YSm9kN1YrK3pNVms3Y3FYR3RxdVRtVlp2a0xSNWh4SVd1NUtCdU1vYTVNWDNVZUNMWTdEL3hTTHBmV1NRckRrOGZEMHlDUGM2U1MrS2lIdmJ2UFJRc2tHMVVFUjh2N0hmOWFtRGFJZFdOMFNOOVR1VFFmUEhxZ0RDR0pvQlBFZlNBaWJ1Zkp0czUzanorU3g2YndNc1E5NHdiazEycnB4RERnVS9rK3dnbTBpdDU5WnNzdlBtUlpJMkd1VTE3RERxMG1pUU41K0hTN3FsVExMVG1qMzZkcnBuV1c1TTFsaHRubGZOQU5xQmxJekFjcVArQ2JMbStwSU1MV0gwR0huZHFySzdXeE1KSG9xSW04bk9qTldvZytZblJNU0J5cnJwb3dxYVI4UStzTEFUYmlQZzdvZ1kwckNYOU9IeThNeUkrTHlrdlptWW9Qa1NUUHk1UGQ3dk1kN3Z0NmpYN2puVUpWekcvTm9kRWZ1U25URUxLU2N0clc0UUEyZ2I5STJJNTdjcytneERTNDNNSXo4clZTZlhXNEJ2dGRuVnhtUkFyZkplTXV2ekJES3haQmZnMUM2ZFk1Mjh2K3B3YTZjRTF0OUdmb2VzSmFsNVU5ZzZXdXRwNWZlYWxDeHpTUjhpU3kyMmF2NC9IeXJwa0RiYi9EWWlkdXh3YUcvcGNJUGV6bmlWc2xsUCtROCtpTmZtUVR6ZmU3VUtXWkt6T3JjdmtmUVg0TnlJbUtoNjRDdVJRZkoxRzh0ZURad3M2Um5qTkpubkM4a1NwTTNQNjlia1BlQ21WV2txU1Z1UkhXWE5DWEZuazk4Unp5WW45WHdSV1VjZDRQWGtmWFZydWFRM2t1MThnUDNiSlJTVWEzVjFudjArSXE1ZnREOXRpT2IzeGtQS3VVNytoMnhUYkVoK3QzMEdJQ0lXbGtTVTlBd21Sck5kdnZEdEdmcVpibDAyWHR2MDg3MUh1MDJuMXl6T05yUHB2WTc5Y21UNW54MG9aUnVCc3lTZFJZN0FtaTdsV1Y3WGVOd2NQWEl0Y0VETGRYT2p4dU5OVzlvUFZ6VHVoMWRrNUJKVEs5Sit6cENCbXZoNEhMU1daeGtvZ3hnMHJ5WVdjTkI4ZEY1UWZwOWRhaTFWOVZkL1FGNHdxeS9LZTRIYnk4OGRaTGJkbThoQTNZZkpJYWxUVFhVU0xrZmVRRFdER0swTm03RjhQdGI3bnVqM0U5blR0M3FiNHhqSit1Vm5lekt6N0ZxR0I1TVd4eUhVQWZON3lHRFVIV1FnL0VYa2wrM2hrcDdlcGlid1RMTHhmQkNaRWZKNjZqa0RkcFYwUUVSY29KeHAvRml5d2Y4b21ZbHlHcG0xc2gvNWVmcFJlZDdxdjhtQTNHVmtvN1c2V2RpVkVqUmZ6UDB2TWtuUExmdGZnc3lNK3lpWllmdHU4anZnV2NEbnFDYytxY3dpQStaL0pEdmZPdFZhN29mcUF2c0ZodFo2bTB6bjkwUy8xeEprUUdhMHFnejBiY2h6KzFieTNKNm85c1Iva3plc3A1QUI2RGVYNVJ1UWsreTBDeXExTTRzODkvK1hEQzd2VGgya2ZqK1pLWFpobTlmOUIyaVdaMW1GNFpQcE5iL25tbTJaSDVIWDIxbmtlWGREUkt4WnJ0bS9vNjdIL1A2SU9GalNRV1NId0dQQU96dDBBaTdmZUZ6ZHZGVHZQeVpab1NXRDVsSHFFaER0R3U3QjZBTTZ2WnJzNS9aRXY5L2lYTHVmWG43Ry9Ob3Q2Y2tNN2FTcWJFU2RaWFVMc0lXa0xVYlkzZmxrcHVTSHlHdlJqOGgyd0xtVWpFdXliWEJkRDRmV1dtNXBLYnFYRit1a21TbUdwT1orWGtjRzFwcWVSbjNPYmlacGQzSVV6eXd5eUFsd2VhT0V3NUxVUWNCRHFPZFdXSW44WG9FTVRsN1RlSTl0eVB1QlpsQ3dWYnR5U3hNcHlDemR0VnVXRDhvNVBLajdHbzJaWk1ia2Y1R2Z3N21TcmlKSGxveDNlYnhOeU0vazU4anZsbXJPclNlUmJmWWp5UkdNcDVHVDdGWDNyM3VXMTFXWjBpT3RiM29EbVZsOUJIbDkzcFU4RjFjZ3IvbFZzT3Z6MU9mR1B1UjV0U0xaN3I2aExMK01IRFg1QkhKVTUwVnQzcS9LSUo5WDl0SE9lNmkvSXhaMUF0Q0Z5bWpSWnZEdDdGS3U2blRnNWRUWjlmMFM1TFg3aXd3dmdkWExOYkxYWlozT2lVVjk3WGdmVzYvSE85YkhzU1REdjJONzhkVHlzeTNaSnJpZTdGQ2ZUVjZEcG5MUS9GamFKNGE4bDV3ejZjZ09yMnU5Zi80S1pSN0JGcnVSOFRqSVJOY2ZsTWUvSTVQVUtoK2hqbE5NWmEzbFdRYktvQVhObHlML29jUVVIcTZ2bkdTdEdRaHJObGoyazdSdnkwdWFOeXRudFBSZXJVWTJtS3RNMWJQSlFFaTF6OU9BMzVCZmRQOXBsNFVuNlZma0VORGpSL2VYVEJxUGtJMkhhdktuNXVlK1UyTnhMSmFQNTc0bmN2bmkzQ3hYdFhDWEovL3RGN3R4WHJLMXRpbFBGd0JiVnRuWWtyNEYvSjJzMWJjMFdYYm9pMjEyODlHSTJLKzg1di9JRy9CbmwzVnZJbThrZHFJT0tuNnprVkY5a2FSdHlJRGJwcExXYURQaHo0OGlZcmV5L3o5UUI5OVdsZlRFVXBPdzUvMHp2TXpKNHZnNDlUbncveUxpNUhLY3U1UEQzRmNnL3cxYUwvcVE5UlEvTm9iSE10Wm1NVFR6WnJLZTM1UGgzSjVKZlJNNkVSUHBWWTZNaUxkVlR5VDlCUGgvNWVtMjlCNDBoL3o4LzdMczV6YnlwaG5xNzRMZmt3M2EwOGtnSXVSM3g4SWEwSksrREh5cFpiL05hOHpDb0hsRS9GWFMyOG1ha2RjREI1YUErVkhVQWZPVGdaK1V4NThpU3lHdERSd3Q2VXZBM2hIUkRJWTNnK1pWbWFicS9VZWFzTFNiRlNYOW5CeWErLy9JNzhqcWM5T3U1dlI0QjE2bXlyazlrY3NINnRwTjNuaTN5L3h1ZW1JUDIwQjIvTzVPbnBlL3JjNEpTVjhrai9raXNsMzhGL0k2dTNNWm5kR0xNeGxhUHF4WHJlVmMza3A5TGpZRDZnOEJ4NURuNjdua2tQaGxnZSsyMldlbkNVQlBvYjVQV3BNNmFINHhROHM2dllRNnlOaXFPcC8rUmdZdFIyT3NKeUpiaXVFM3lZTnl6ZzdLUHJvdEg0MVo1T2R0QmJwM3BveVZlY0FXRVhFRFVKWDlxeWE4Zmc1NVRUOFhPRmZTWHRTZjF6KzFaTU9QdEw3cE9tRFRLb3U5akp5cHJ0dXZrelFyY3ZMNVZScXYrVnRFWEZBZW4xWXRqSWk1a2pZZ2s5UE9qNWFKeFpXMWlGOVJudjRpSXBwekZWVGJMRUU5ajhLL3lSR21pMkozU2ZQSWthRTdVSC9IbjBsKzEwSCsyNzZVN0pTL2N2Z3VKdHhNaGwrTHVuMk9GM1ZkUC9hN09NY3pYdnZ0dHMvRitmNllSZDBtZUJ4MXZHNnFUa29KZVYzOEkvbTNuMFltamh3WUVTZEwycDdlTTc4Ny9SdWQwQ2hSdDE1aitaeVcrNHhlUjRKTmRsVzhycGtnTURBR0xXaitNSFVQdzBSY3lQdWxHb3JkemtnM09hMnZDNkRLeUZsQU5zQ2J3MGt1SVh1Y1h3clFZYmpwbVdSRDRMSjJLNmVBcWpQbVFUTFRvYXBmMmJ5QVJJZGx2VDVlMU5jdDdudU85M3VzVFE0bmZqeWpjd1g1V2J5RzdERzlpT3lWM1o2V2JLeEY4T0xHNDdPYjVVdEtsc1ZSMUJQY3RKdm9aZ0dOQ2JuS2EvNUFIU2lyaGtWdjNuak5weVUxYTZ3MnZ6dlhKck5QbXhiV01vdUlpeVE5U0YyZmEza3ltMjQwK3gvTG9IbnpmWTl2K1U2b3ZuYzdaU05VUWNXcXBuenJoSVROaTl4NUd2NkZVOTBVejVMVXJLRjZXVVJzMHZXb3U2dEtlbjJST2d0b01wNXZFL21lUzVIWmpNM0pJSHR4UFhsdVgwWTJJczhnaDBLL21vbHBVN1JPcHZjTDZxRDVldlJPWkIzblNqUFF0RHhBUkR3aWFYUHllMlI3ZXRjY1ZqaWtvem9pZmlYcEkrUzErZW5reEYwYmx0WC9Ka2VjdkxHY09pZVJXWUZua0VHT3J3RTdTdm9xY0d5WmYyR3R4dTZyNzRtcW5kQnpwcm1rL3lYYkN0V3hyRUIyN0wyS3pOUjdibVB6YTh2dlpsQitDUll2U04vTlBMSmpvbmx1Vjc4bnc3VjdvdDl2Y2E3ZGM4aEo0c2JqMmoyZjRSTmFMa1A5dmZFQXd6K3p6WHIvOTFKbjBEMUlkcEM5QnpxMmJaZWl2cVpkSTZuYjUzUHRpTGdESUNJdXBQMG9rOUZxbmNUcUJySTB6VUVSY1JlQXBFK1E1L2FtMUcwRWtYL3JINmhMTDdVNnRNUHlqNVNmWGxRalJ5Nk1pRTdac1JOQlpOM3FxeGk4ODNrczlyWEVJcjZ1Mi9IMDBySFU5QWc1c3ZKaU1pbmtiMlhDMlMwWTNiVnRVWnhmQmN5TGM2aUQ1c3UzMlg0cy9MeWw3TXZ4NU9jc3lPK0ZkY2g3d1RPbzIwQy9rUFFlOHR3Nk9uSXljUURLZDhPZk9yelhydFQvTDUweXlGOUgzYTQrb0hYdXBGSDRUSnRsRjVLMXkxV085Vkd5VTYzZlJOMHV2NURPMTBUYVBPL1hOcDFlczdqYmpQZCtlOWxtT1RJeHF0bG03TVhWWkp0L0RwblVjUlk1aDhqVzVEM2Z3QVUzeDBwRTNGUHUzNnVBK2JWa0c1MkkrQlU1djlEaVdMdk1od0JELzE5V2JBbWlkNXhBZElxcDRuVUxHTURPbUVFTG1qL0VBS2ZsajZIOUdaclZ2U1Y1c3dvNTFLTTFlUDBhNmtEaEFRd3RpL0FBZFEvM1hQS0xzUXFhM3h3Ui95a1pwQytndS8zb1BISEpaRmZWeW44VU9DTWlMaDVoZXlza2JVWm1kZmR5NDMwZjJTTjdOSG1CblV0T09xU3lyN0U2ckdZcGhKdmFyRzltZ1N6WFp2MWRiU1k1YTlidnJob0FUMmdzNnhZc2FOZGdhSzBIZmgvMURYRjFBN1U0KzE4Y3pmZnR0TzkyblphUGtRSFRTdEI5Q1B0SWszZzBYenNXRTM0OEJsd1FFYWVOdUtWVkpUYzJwYmVnK1lOa051S1I1RWlPMjhpYTEyTjlidmZpMXBibnpYTnROSjN0ajdSOER6UkxOQ3pzdkk2SXl5VTFPOS8yVUU3a1UzbDZtMzAzNjRXMmRpd1JFZnRKV3A0TVlsVG40M1hrdkNTYlVBLzVmRnBFWENqcFZXUUFiVVV5cUwwUEdmQi9oS0VUSUZhQmllcjdaRFRsV1Y3SjhEa2lIZ1MrVDJid045ZFZqZnZtaU1BWmpOOEl3UVg0M0I2VnhiaDJuMGRlUThmODJoMFJaOUNvMDZtY3lQTnk4b2J3ZHVBWlZUQzVySDhaZGZia0hHRDlacTFnNWNSL3ZaWlJHYWsrWmtqYWh5enh0TGgyakloakkrSjRTUmVTRSt4K0RUaTRLclVpYVV2cTBncHY3blVpem9hbHErOHZEWjBJZEtmbVJLQmxaT3VMVzErc25KUzQ2bHk3WDlMeGpLNFUzTVVSc2VVb2o3bWJLMzErOTY2TXF1ekZuZVJvaFVQSklQSGRVU1o2bjBDdDdlSG14SUZqVmJLeDFaQkVsb2g0V05JajFHM2U2bmRWTW1aTHNrMzdxdkx6UDVLMmk0aXVjN2FVNUpHcVBYQitSSnpkWWROcXJxUkhxRWVTTFk1N3lZNzNJOG5NMTRFTE1CVnVsdytJTXNKakszb0xtajlBZHJ3Y1RTYVUzQTdjMjJnVE5NdG9ETnlFaldOc1h4cHpkUUU3bEhsWURxUjl1YmwyZnQvU2NWanBkRjdzUWoyeDhIUlN4ZXNHc3V6UElBYk41elBGZythdEdSM0tXY1dyb1BsQkVYRnF5L29WcVJ1OWgwVEVXUzNyVHlicnVqNkJuSlN0dWlrNXFlV3QyOVdLWDVTNmpaUE40OGpQK3FOTTdWbWVKMUtWUVhBZmViUDIwMjRUWUkyeHV4dVBuOWhtZmJPT2E3c003ZVVrTGRHUzZmR1VOcTlwM3NUdUZoR0xYWU93UmMvN0wwTTdtNWFtL25kbzF6RXcwdnRXQVlRTklxTFQ1TUN0NXJmOG16M0s4Q0hzdTFIL1czNmU0WFVNUDBvT0paOFBmTGF4dkYyNUIrdVBxanphdldRbnllSGtkYWMxYTdKZldqL3Z6WE8zTmFBK0hycDFRQjhuNldIcU9RenVwRTN0LzFLQ2JRNTV2aHhKQmpQMmlZaHJKRzNTc3Uzakl1Sk1TUzhnYjJMV0JyN2J1RW11Z3VZUE5zcFBWSjBIbzdtUnZwVnNJOXhQWnZmZUJLeGJzdTMzSmp0Q3F5ejB2VXVackdaZ1lpYWVpMll5Nk9lMXU5WDNxVE9vdnRJU01BOWdyOGEyMzJrenVkNlh5QnJIVGJQSldzYzd0Q3cvakp3Z3I3SWoyUm0wTTlrcGN4ZDVzOVpwRk9ob05LL1hPd1BYdGdtS3Y1LzZodnRraHJZSGVqRzMwWm5SZkw5REpEVkxyWFM2bDJwMjl0MU4zamUwenMzUXpVb2piMko5OEJCNTdiNktITVgweTRob3Jkay9IVFJIcUZES0hEYVRSRzRES0tWVVhsNDY2TjVKZmk4c1J3WVdqMkJvcDNRN08xS2ZOMjNiOEpMV3BzNnNQNmExdk1zb3JWN0tPNXFORlpIM2F2ZVI3ZElqeUhaQnQvYmNQT3A0M1pRTm1rdjZJRm5tdFZLVmUvMFBXYjZ4MTdqQWE2bVRXcXl6Z1k3WERXTFFmRHBrbXJkcVpuQ04rcVFxRTRiZFFnNVRiMDRLY2xUTHBuK01pRzJhQzBwdjRaUWRXbE1NZE0vVkpQTUFHZUE1aSt4OVByY3hJL1JFYVhZYWJWWW0rNXdEVUlZNXZhMnh2dDBrT0RQSlNZS09LNjlabFd6NFZxb3lEUmRRMzNqdkpHbi8xcHQyU2N1MERBRWRqWjczWDBySTNFY2RNTnlZdXJURWF4aWRDOGhzQTRDM2s4SHQ1bnZPQWg1cnFaczhURVE4Umt2OWFFbWZMZy92aVloaHc4b2x2WlVNbWo4V0VhT3BQVzNqN3hHeUpNTjVaRmI1MlNObFdmWEpteW5ucUtRWlpQQ3BjbGJiVjR5dC9jbC9vNlpWeVlEY2sxcVdId2Q4VWRMUEduVUxaNUlaSkxQSmEvWnJ5ZklYQjBuNkFCbElyUHdFZUs2a2RjaWczOXBrdVlZREd0dFU1WmFhazVOVlFmUFdUcXR1UGtPV1k5bUx6TGFkM3dqTUw4UFE3SG5JQ1ZtSEJNMGwvVC9nWjRzeDlOekd6eUJjdXhlUzlFcGd1OGFpYjB0NktUbUoza25rcFBUVnhGZFgwcVljU1VUY1N1a29hMlI4N2drOHVXeHlPRmtxYmkveVd2ZEhNamo5QlhMeVVZQ1hSOFMrWlI5SGtkbWJsYVdCNzVUSEZ3TS9MSTkvUU40LzNVajc4aW4vbFBRVTZuTm16VGJaK3MwTy84MGxyZDltUDVVL2xYUHFNdUJuYmRhdlNEM0o2TmxrbWFkaHg5VHl2RG5DcUZuMytGcmcvN29jeTBjWlhSa3NHMy96eU8vL3Y1TnpUNXdkRWYvcS9wS0IxZXpvYlpjVU05TDZ5cHNrN1YzYXFUQjBCTW0xVmVCWjBveUllQ3dpVGdkT0wvT0cvSXU4NXEwdmFkbUl1Ri9TeW1TNysvenl2Vk9wTXNqdkJYN2U0VmplVDkyeHRYK1hZeDRUeWdtSXR5QnJtdmZ0Tzk0RzNrTms2WlZ6eUh2bGMwY3hFbis2WkpxM08zL21rWk1NTjkzUDhQYjJVclF2UDdVZlErY1EyYUU4YjlkaGZ5N1p1VitORHByUVliMTlNTkR4dWtFTm1zOWc1S0dVVTBMcC9kNjRQSDJRb2JQZTl5d2lmaS9wZldRUFllWFZrbHF6emFlanBjblArZ0lHOENTY0pLNG5HNFMvSVRNUTUwYWJTV1VuUWlsWGNCclpLRndTK0p1a2c4aUxTck9Nd0IxMEhnWjVoS1Fma2czZGQxRm5wY3lscmxGMk9ObXJQSk84ZWYrVHBFUElyS3lua2pmaDMyVjQ1MVN2UnJ2L2YxSUh5QTZTOUd6eWd2emhVYjd2VDZpRDVudElXb1c2VnVPenlGNzFqY202NnoyVHRDRVpQSVRNVnJESjRVNnlBK1pJTW5oeVIwUzBEcWNlSkIrVHRCcFpJM05yNEdWbGVWVVhkN3o5dVRsQkR5d2NDZko4c3UzeUNQbGQ5R2N5VUhrODhLWFN1WGNWbWFsZXRXOU9JUU9ZaDVmbjV6TzA0WDBiMlZIMkRqTFkrU0xnZVZYbW9LVG5Vd2NJbTVNUVZra0hQUWZOSStLaXNzOTJxOTlISFlqL0h0bFJONFA4OTY0NnY1WXV6ejhpNllValpDblp4Qm1ZYTNlTFU4anpkeGV5RTNzMm1YbjlGdkk3cVNvcjh4Q3dRNmRqbHZSYzhscjVMb1pPNm5kWVJMeXpkS3h0UmJZWFdqUHEvMEpkbjc4cUgzTkdZOSt2Ykd6N3g0all2eXovSHRuMnVLT3hMTWlPczUrVkVTTjdBTi9vN1orQ2tlcUpMMTMydnk3dE93YlhvQTZhWDBuZWFBOGphZjFHRUszWjJkNHNDWGxyMVluUVlSODc0S0Q1b0xpRmJCLyttZ3grM1Q3QVpUcDZkUjExZHZlM2xCTncvaWNpRHU5eGZlWDV3R21TZmt1T2tIcEhZMTB6Y1AwM1NTZVNIUTYza3lYcnF1dm5YT0NCa2xoektkbSt2VnZTZjBYRVRhWE4rOEt5N1dIdEVtaEtBUHZkNWVtbEVkRXVrV2VzL1luOHZsc2dhZHVJK04wRXZLZE5IcmNDeDVKdC91dko2OWhvUnpwVmN4RE9ZR29IelU4RnZreGVWNjhrTzl4dWg0VmwwU29mYmxORjRqVzBtY2k3bEdpcnlyUjloT3lZbjBHT2RxdEdjSjFMeGpJMklqUGEzeFFSaXhRZm5HUUdPbDQzaUVIektUL2NvOFZYcWY4Zi9yS29HVm9sK1A0L0xZcy9TazV1T05yeURWUE40OGd2cEFVTTRIQ1BBWGN0OElZQnJBTy9NM2t4ZXhwNW8velpsdlgza2pmYTdVcEt6Q2NiRFo5c1dmNG84UCtxeGtORVhGZUdaaDFBZmlkdFJSMXNYbXlMc1A5OXFJUG1UeUJycEVJRytYdWV5Q2tpanBUMGFqSlR0TXJVZlgvM1YvV2t1WSsvZE56S0JzV2o1R2ZveWtrMmZQdEdjalRKMjFxV2Y3TzFkTms0R2RhaFg2N2JiMjVkTHVtajVlRTg2dXpQWm4zaFU4anZyaWVXYmI0TXZLU3gvbER5M0g0ZldXZjFROERySkQwdmNnTGtuUnJibnR4NFhMV2ZXZ01vdjFBZEZlK3BESVdrbGFqTE1NMGoyeXhmSXJQZW16Y05UeVV6YXpaZ2RCbnVOajRHOWRvTkxCeXA5QWZnRDZYVzZ2OVJuOVBOT3V4enlSRmwxN1oyNWlrbnhQMUNoN2VvNXQ5WWtReEt2NVNobi9sOWFDa0owN0x2RmNoTzY4cXA3YlpyV0E3WWcreUkvaDVqWHlwcUJYb2JDdDZ0RnVwN2dTc2tMVTA5OTlFRERNMDB0OG5oOWNBcEVUSFY3bW1Pb083UVdSLzRYN0tOZkhpUDZ5dHp5R3ZwUzFxV24wNDllZ1R5MnZ0RmhoUHcyWWhRR1FWU0pZU3NTTjVYMzBTZFpRNmRNOGkzQTFZcmo4ZTZ4T013cFFPL2FtTXNRZjc5RHBvYjVIM3hCOGpPbThXZGYyYTZ4T3VlU2dhdzF3TGVCS3hUUm42dVE4NkhzRWhLekc1ZjZ0RjJ0NUgzNUZXUS9TOWtndHNQZ2VjQTV5dm5KenlrVFptNnFXU2c0M1dERmpSdjFraWE4dVZaSkgyT29ZM2JZY05QZTl6UGM4akFXVFV6OS9Ia1NmWmtjdmgwbFVYNzJsS09wV21xbDJhQi9CdG5rTVBOZlRNL0NtVUk0OERWenl0WkhpOGdPNGEySit0enppRExHNTBJZkNzaXJ1dnc4c2ZJT1FTK1QwNytJeko3NjhzUjhmZVc5L214cE11QVQ1QU4wWlhKTExnYnlNeTlacUJxVWY2T252Y2ZFYjh1NVE4K1ExN0lieWFIZFAyUVVRVE55NzdlVmVaQ2VBL3dYUEw3OWpieTV2bElSbGxqdkdUN3ZLZXg2TmVqZWIxTnZCSzBHc1R5S3lQWmhXeThiazhHcWk0SHZoOFJQeDNIOTJ4MktvTjZLK2tBQUNBQVNVUkJWR3pDOEJ2MFRxckpneTVvREJPdkp1NitnWng0ckFwSTd4c1JONWJNMk1wbFpGbUlEY21iKzJQSXdPS2VrajVFMWtTSGJGeitHUmJPZ1ZJRkhWdXY5NzFNdXRZNktmR0IxRFZiRDJ3RUdTK1cxSndUcFpxWTd1b3AzcWlmRkFiMTJnMExzeS9YSnpPcFhreGVqenRsTHorWkRJcDlUOUt4WkozbVU4cG43Q0R5ZWppVDdJRDZObGtTYVNhd282UWR5WTUxeUtEOHM4a0pieUhiRHJ0SytqdDVnL3JOS3B1OWpPQTRsTHFFeWVWa2FaZFd6Zk9wV1JyeFh2S0d0OTFyS25zRHJ5NlB0NlpsNHNJV0Q1TWo1MTdhWWYxVHFPOGZ2a3o1TG1pakNvNi9uM3J1b3hNaTR0SEdDSk9OSlhYTE9wenk5MmFUUVVRYzMrOWpHQ2RIa0lrd0h5RHZhZTloYU1ta2tkWlhma3FXVFBnWVdSTHdKdks2L1kyV2dPSEJaT0RxS2VSbit5WnkxTmIzR3Azd1o1SVRJbTVEZnMrY3FweElkK2V5L3E4UjBlNFlvQTZzUDBDV1dCdFhwWlRqbm1SbjRuVU1MUU5oMDFqcFlMdGdqUGIxc0tUcEVEVC9QN0tEc3AzbWRYTC9NbGRSMDdERWxKS0U4aUhnMDlUenVWeExkbUlQNmNpSWlCK1ZrclA3a0tQS2Z3SzhYOUpYeUpGdlU3R2RQZER4dW9FS21wY2UzUnZKaHZUakpjMmNBa1BOaGlsWkh0OWlhSTIxczhtTDhtajN0VG81ckt6NjBycVN2S2wrQXBuMThnSHE0WnhMTUQyQzVBdVZMNXhWeU9CRXV6cVBOa21WN05pOUdEcFpXSyt2dlpZY0V0N0x0bjhuejdHUnR1dFlrelFpT3RaZTdIWC9aZHREYUQrVU85cHNlMVc3NVkzMWh6TkM4SzhFWGpydUF4WUc2WDVPL2QxeUhuVmRlTFBGMXViYytoT3c2d2l2V2JQTnNvNmY1MUsyb05ObnZabUp1VnNwbGRDdFp1d01zdU82bXJQZ05BQkpzNmxIaTV4TzN2VGZSVGFlNTByYW1hR2RUeUtIMFc1SVh0Y1BLTC9YSUd1aFY5ZjlvNEhESkQyWnpJaXBBdDgzdFJ6WDBkU2xHSGFqenA2akJPRmZTQWJ3QU9ZcEp3Q3Qvb2E3R1Q2YTdRSXlvRGVMdWtaMDI5SVFadVdHOFc5a0lMdlQvY2VsWkQzekM4aWJ5NTNKWU5iU1pCbVd0d1BuU3Rva0ltNlE5SDdnd29nNFg5STNxTXNJUGExbHYzUElEcXIza1cyR1ZjalA3WmJBTlJIeGtLU1hrKzN5YmFrRDRnOEFPN2Zjb041TlpvK3VYK2J4dUs4Y1YrWENpTGlOOWhPUlYvOFd6UW5OTDZ2bVBPaXc3UlowYitjMGd4WTdVWGNNdE52WHI2aHYxbUY0Qi9jU1pEMW5zMFVXRVVmUm9YUmhST3hOZGhxMVd5ZXlCRmpyQkw4OXJXL1pkbDh5bTdQYk5sK2pIclhaYVp2NURKMzNpUEs5VTQzaTdqUUI2UHBrbVJTQUk3cVZ2WXVJM1lIZDJ5eS9ueEhhNEcxZTh5M3FUdXhPMnh3MzJ2MmF0YWppZFN0TjFYZ2QyV0ZlQmMxRmRtN1BLVC9OMFdTekdDRytWdHIvRjVHZGVKVlRnWjBpNGxaSnd4SUhJdUlIeWprTER5YS9iellsUitqdFRnYlRwNHpKRUs4YnFLQjVjUjc1QVYySGJOamQyZC9ER1JjN016UmdmZ1B3NWtZbVdzOGk0bVpKUjVMWmQ3Y0IyNVZnNG4za1VNeG1qZExMeU15Y3BtOHhtSitEc1RLYi9Dd0IvS09mQjJJMlJlMUZCZ2dySDUraVBlQTJUVVhFUlkxNUZHYVF3YnhlUFVCOTNkMmNPbFB6OUlnNFdkTFR5ZlBuY09yUllwQ2o3bTRuQTkzM0EwZVdFVGJQaTRnTFN1ZjczbVRnK3p2azNBYk5pUlZGWnJxdTBGajJ5Nm9lZTZsTnZHcGpYZXNreXVjeHRCVE54MXNtUUNNaTVrazZuS0VqNW83dCtDOWgwMXBFM0NYcEZPcWF4SlhMeUdISlIwVkVzOVBsZlpJK1MzYVE3VVoyRmdFY1dsMWpXdXFJSGtLV1hWdVNiQStmUmJiN0xpS3pRUVVjVUQ2ejd5MC9zOG1zYzhweHZhbXh2K3ZJV3FLdEkzTE9KQVByUzVIbElacnVKU2N5SFVzcmtpUEN1cW5xS2EvSjBKdnlWbWVUMmZsdkpKTnJmdFd5L2hxNjEyTC9GRG15ejJ3NnF6cnRiMmY0T2RTNkRVeEFhUmF6Q1ZiRjY1N0UxSTNYVllrbWw1R2Qyd3ZuTFdpcGFYNHdqZmxRaWcyQmoxZFBTbnQ1VDNJeTcvdkpVV0hmR2VsK09TS09sblFoT1ZKbEUzTDA2VlQ4UGhuNGVOMGdCa3N2TEwvWElyTWRwdHhKR0JFSFNYcUFIRDUySWRrb3YzRXhkdmx4Y3FqcnV5T2kyd1I4LzQ2SUliM3pKWk5zRUQ4SFkyVTIrVm1DL0lJM3M3SDFFZUFxTW5qdytZZzR2Yy9IWXpZZXRpYzdpRjVEWGxPNjFRU3ZBdDUvQmI0V0VWWFd4RTFrNC9yMWxMci9wWlA3REVsL0FkNUpsbFM1bVN3eGRTK1plWHRwdGVPSXVLRDhmcWpVVHQ2Z0JQWC9TZ2F2SHlJemdQYUtpTXNsYmRiaEdHOGliM1NxUVBncDVYM25rdG5pWHl6bFloNEZWdXBTL21aM01qQy9EWG1EOFpzdS95NW1YeWRMSVZ4RXRzbk9LQ05BMm9xSU80Q3ZTL29tbWUyNVBSM3FCMGZFdnlUOU41a0ZkbDZubTlGeTQvczlzdVRMOHRXTmNFVHNKK24xWk9mV3ZtVEp0bUdUKzVHZitXWEo4a3RWbHZmOVpIYjhwOGQ2am9pU0ZicnNpQnVPUWluMTlvSTJRNkJ2ajRpT0pSM0thQmdIelczYUt2TWQvS2I4WE5nbHcvYmZ3RmVBZTZycnR0a1VVc1hybnNUVWpkZWRTMitqSjgrSTloT0Jmcnk1TENJT0xYTzRIQllSTjQvaU9PWkllaUU1RXZXQ0taclY3M2pkYUVsNmlxUUZrdVpLYXMxR21WSWtQYXNNUnhqdjkxbEIwaXFTbGgvdjl4bzBrdGFVZEdmNVRLMHo4aXRzdkVqYVROTE5rdTRxRjVPSmZPOG5xdFphNTlmR2dLUzFSdDVxWE41M2k4Ym5hb3VSWDJGanJlWC9ZRUxQN2Ntb1ROYlZ1bXhHdStVajdHZDVTU3VQdk9YaWFhbXpQbUY4YmcrR2ZsNjdKNXFrMVV2WncybEYwdEtTbGkwaldDYnFQWDErOTlsVStqK1F0SCtqbmI5SHY0OW5PcHRLbnl0cnJ4R3Z1M09xeCt0cy9FMkdlTjBnWmhoZlIwNTRzekk1eFBEeS9oN08rSW1JUzBmZWFremU1NTZKZUo4QnRTYXdFcGs5MDdGbXBKa3Rub2k0dnQvSFlEWVpSTVNDTnNzV3BUeGJ4eHFwWTJsUmpzMXNNaHBOOXRkVVVrMkNhbVptMW9OcEU2K3pDVEh3OGJwUlpUVk5oSEl6ZVQ1WkNINmtHbjVtSTltay9MNnc2MVkycFVYRUxWR2JQZklyek16TXpNeHMwRVhFcm8xMmZ0dUpSczFzYkRoZVoyTnM0T04xQXhjMEw4NHB2MS9lMTZPd3FlRFY1ZmY1ZlQwS016TXpNek16TTdQSnpmRTZHeXNESDY4YjFLRDU4Y0Nqd09hUzF1ajN3ZGprVkQ0N3J5QS9TeWYxK1hETXpHeWNsSGtMK2xKN2V4QklXbGZTY3YwK0RqTXpNeHVacjlrMnlSMFBQSUxqZGJZWUprdThibENENWxjQlZ3SkxBMi9xODdIWTVQVUdZQmJ3TDJCT240L0ZKamxKOHpTeVd5VHQzbVg5QlkzOTdkSEQva2F5WGovL1Rjd0dnYVFuQUg4Ri9pSnA3Y1hZei9xTmMydmJzdXpib3pnZjl5cXZlVW1YYlhhU2RIOFBQNmYzZU13L2wzUW5jRFh3cmg1ZnM1cWtWNWJINnpTT2JZZVc3VlpRZnUvTmsvVEowZnhibXBtWlRSZVMxcEQwVjBrYnRTei9WYm0rWHFyaGszMmZKK2xXU1Y5b3M3OFhTWHBYNDNsSWVweWtsU1U5V2RMVEpUMm5iTGUxcEhjbzd6KytLbWsvU1R1TjA1OXFWcmtLdUF6SDYyenhUSXA0M1NCT0JBcHdIem5rNDVuQTJ5VDlzTjNFV1dhZGxJYkpkb0NBZndCeiszdEVabDE5bi95c3ZoellFTGdDT0xHcyt4QXdBemlPbkhqbDZjQnJXM2NnNlh2QVI4dlRBeUppMTdKOFdmSTd0ZFhEd0MzQTM0RWZSTVNaWS9YSG1FMFVTYXNESjhQL2IrL2U0MjJyNS8yUHZ6NjdyYktWY2dxNVJLbVVKQkZDSVg0NDlGTS9KN2M0NktDVDBEbS9rT3M1VG00L0twZjY2U0RYNDZRNmlBbzV5VG42dVpUY29sQ0lpTkNGcFB1OTkrK1A3NWg3ampYM1hHdnQyOXJyc2wvUHgyTSsxcGhqZk9kWTM3bldISE44eDJkOHY1OHZXM2VQWTRISEpQa1dzT055N09KK1ZYWDVERlp4MUNMZ1RzdFJic2xnSWNtRGdJMG1LWGNuMnVRNUFQc21tV3hvNCtWVmRVR1NCOUMrVys2WjVLWEFWNmVvUTlFYXNqQjMyNHVTcEFVZ3lVN0FTNEhkZ2Z2U3prRVhBaWNBNzZxcTY4ZTg1dkhBYTRCZGFPZk5Yd0dmQk41VFZiZXN3ZktmQVhZRnZwbmt4Y0Q5Z0NjQnUzWGJOd0JPVHdLdERiOEpzRTIzN1VjanYzTkg0RXZBeGtrZUE3d0NlQmZ0ZW1CNWJRcjh4d3FVbDFiVU5jQ1p3SU14WHFlVk1KL2lkWFB5SXFpcWJrenlIZURad0ZiQXRqZ3JyMWJNQTJqQnhadUI3MVRWZGJOY0g4MS9EMlU0T3VjNFlFdmdnRzc1SGJURzZTMjBSdlVyUjE3N1F1QWhVK3o3MVZWMWE1S2phVUh6czZ2cUlJQWtCOUNDNWgrcXFpOG4yWWN4UWZPVnNCN3RvdVMrd0Q1SlhsNVZSNitHL1VwclJKTHRnZitrZllhaFhWdy9wMXRld3ZJRnA2Y2JjZmQ1NEhkVGJOK0M0YzJxRzhaczN4dDRGTzJpKzJyYUJmZkFtNEh6UnNyL0kvQ1lrWFZIQVkrYnBwNEFPOU42M0k5ekhQQjg0UGZBWmNEbXdFZUJmKzZWMlRISnNaTzgvbTFKM3R4Ny9zR3FHdjJla3lScGhYV2puMDZqQmNyN0h0Zzk5a3p5Mkg3Z3ZHc2ZmMkRrTmRzRDc2U2xqSGhhVmQyMmhzb2ZDSndLYkFZY0RYeWJkdDYrR2JpUkZzUytUMWQySGVCcDNmTGx3QmxKTnU2ZTN3ajhrZGJyY2hmZ3hjQU93QmZHL05uNmZra0xPUDBadUJMNHdUVGxwVlhTeGV1K1RmdU1ia1g3blA1bzZsZEpFOHliZU4yY0RKcDN2a2Y3OHQ4VWVCZ0d6YlZpSGthN2kzOE44UDFacm9zV2dLbzZmN0NjNUFiZ2RvWUJzRXVxNmllOTRoTjZleVo1SkZNSHpmL1M5VDRaOU9wOFRycjBFTDExSnlXNWpWWC8zajZNMWlqZkNuZ21zRDd0Z3VDSUpDZFgxYVdydUg5cHhuWEh4ekhBSUNmb0JjQVRxdW9QM2ZPUEFQZFlqbDFkMiszcldDWmVHUDlIZDd6dEEzeUlGbkNtcWo0eVVvOFg5SjcrZU16K2Z3ZzhvMXMralhaamJlRHJWZlcxTWU5cnhsVFYxVW1lQXB3QlhBeDhFWGg3dDNrUncrK2JVWXVaK04xemh4bXJwQ1JwYmJNUjdSeDhNUzJ2N1Y5b1BiZDM2YmJ2ekxESE5VbTJwZDFRTGxwNy9DamFOZC9CdEhidFUyZ3B5ejYySnNwWDFUbEpkcU9kVTE4Ry9IMVg3ME9xNnRBa213R1g5Tjd2SUozRjNaall1L0t3cW5wOWt0MkJqd1BQQmM0QjNnK2NDRnhQdTBGL0EvQ2UzdTk1VkZYTjJWNmFXckRPWlJpdmV6UUd6YlZpNWsyOGJpNEh6YytsOVlqYW5IWTM5M1BqaG1WSm81S3NUeHZhdHlFdG5jVzVzMXNqTFFScGVaUHYxejNkZ05aVDVJSGQ4eTI2d1BpZnEycDU4M0dkUzlmWUh1T1pETk14L0R0dzZ5VGxybHJPMzlWMzVDQXdudVFvNEN4YXNHeDlXZy8yZjF1SmZVcHIybE1aQnN5L1J4dmV0N1JOVTFYdlg5NGRKVm5Nc3IzUzErOStMcVlkSXc4R3ZrWUx4dmM5dUxkOER1TTl2dnQ1eXNqNnh5WFpkR1RkZlpqYWxyM2xQV2hCK0RNWTM4djkzb3pwZVY1VlYzUzkrbllEM3R2YjlGTmFyNCtCRFduREplbks5ZC83bGRQVVU1S2s1WFVqYmRUV0I2cHFhWnMzeVptMFlCekFFK21DNXNDckdKN3pqNmlxZzd2eVYvWEs3TSt3blQzVDVhbXFDNU04cUtwdVN6SUlacjhseVQ4ejhhYjh2V2dUMzAxbGNWVTlMOGtKd01sVkZkcU5oS1dTbUFwRHMrMm5ET04xdXljNXhuaWRsc2Q4aTlmTjFZbEE2ZktFRFlZSjc4WEVDMU5wS2xzekhQYjJzZjVRTzJrVjdFMExucDFGQzVadlFFdHZBUERxYnYzaHk3T2pKRnZSZXRCY09zbWpIeVMvYklweXl6WHgzMlNxNnJ0TW5IUmpwU2RSbE5hd2Y2UTFzRDVIYTNTOUVUaXZtd2hyUmRzMnY2VDE0dnB5YjkxL2R1dCt4WERreUM1SlJvUHJnd3ZmUzZycXQyUDJ2UzF3VCtBMldvN1N2amZUY3JYMkg2T3BXUUIrU3h1cS9mT3F1cWlxTHFLbGpQa240TU5kL1I0NjJOWXI4eHZnaXU1eERVQ1NoeVE1QWppYmxsS3FmK0YrRTYwSCtXYmQ0KzY5YlJ2MjFtOUdTelVqU2RJcXE2cFRxdXA5L1lCNTV6dTk1Zjc1ZDgvZThpZDZ5NS91TFQrOG05ZG54c3NuMlN2Smk4WmNjNTVFUytYNDJ0NjZBMmd4bUc4QmQ2VWJ5VVk3ejc4MXlSN0FSVW4ycUtxVHFpcEpmcGVSQ2NPQmwvVDJlZEhvOWlTdlFwcEIzZkU2aU5jOUVlTjFXbjd6S2w0M2wzdWFRK3RoK1JwYXo2c0RhVUVwYVRvSDA0WUovWnBoVUZOYVhYNUQrM3dOWm5wK0lIQVJiWWpsOHRxU0Z2QmFIcStkWXR2dkdmWjRXVm5yOUpiSDlWYVY1cHlxdWluSmsybTVQNThMdkx6YmRERHdpeVFQWDg1ZDNWaFZod0lISm5rbmJjZzF3RWVxNm1TQUpGK2gzYUM2STYySCsyZTc5ZmRnZUlFd0doQWZHUFF5UDZQcjRkM3ZLWDRCeTA3U3V5WHdWeVB2OVlWajlyc25MUmdQYmNUSmwwY0xWTlhGdE8rcXZtTm9lU2NIcmdidTNIditUdUIvanZsOWY4OXdHRGkwQ2N4K09hYWNKRW1yU3o4STkwdFlPdkp6a0g3dFptQnArc1NxdWpqSjRMeFd3UDJUL0c2R3k5OUFDeHh1bU9SaHRKdjZBeGZRenMvOWE0VDl1cDkzcmFvL0pSbWNneStseFdhT0F6WUd2cGprRFZWMU9LMmp6bFR6dEl6YnR1NFU1YVhWeFhpZFZzYThpdGZONmFCNVZWMmI1RTIwZEFIN0pEbTBxc2JsREpXQXBUT092NURXcSsvUXFycDJscXVraGVkSVd2RG9UclNHNzFtMHZJTDdBU1I1QUMxZFJOOW9udUN6R1FiVHhqbUdOdFFOV2dxR3lZTFpOeTEzcmNkSXNpc3R0L25BZHlZcks4MDFWWFY1a2gxb3ZhMmhqZERZaDVZajc1RGwzTTFWd0tIZDh0TjY2M2RKOHIycStqMHRSK2tOdEtENTM5RUZ6WUVYTUJ4eVBWblFmTmZ1NXliZFVNUytsNDdKYVg0czhMZTk1NDltT0RTOTd6bTk1VjhBTCsvbVJaaktGMmk5M25hZzVRNDhpbmJNLzZ4WDVqTGFqY0hwM0RKOUVVbVNWazZTWndGUDZLMGE5R2k5VjIvZEg2dHFORTNKSHhuZURONEV5QXlYUDUrV3B1SVJ0QnY0L2ZRVWIrb2VmWVBlN0lQM01Vakw5dnR1M3BIOWFlOTFYZUN3YnBMUUY3SnNFSHgvNEVuZDhvdFo5aWE4TVJQTnVGNjg3dU1ZcjlOeW1JL3h1amtkTk85OGlSWmdlZ1J3ZUpLblY5VXFCWXEwTUhVQmlVTm9RWXp2TTNrUVExb1ZpMmdOM0orT3JCdFloNmw3ZzFCVlZ3SmZTM0lZYldLalVVdDZ5eWRNc3B2SFZOVVBKOWsybFlPUzNFZ2JGdlZNaG5VL0MvajZTdXhQbWhYZFJGMy94ZkI0ZTM5Vm5aSGtvYlNHMktqK3FJckI5bHU3ZmUzSXhCN1lyd2YyVHJKN1ZWMlM1UE8wZ1B3ZTNlLzlCY09lMTM4RVRwMmtta2ZRMmk4NzBFYVhmTDYzN2RSdXN0RyswUnRzVDJiNkd3QzdNZ3pPVCtVaVdpZUVVNnZxTElBa0d3TC8wRzMvSWJBRjdlKzVxS3FldlJ6N2xDUnB0VXF5TDIwUzdvRlBWdFYvZDh2OU52YTRtTUROdmVYMVpycDhWZjAreVdOcE4vQWZBUndHL0M5YW52YnRhYjNNcjJTWXMzY2IyblhFRmtrZVJKdGZCTHJyaXFvNm9VdS9jaEp0RXRJVHEycVpTZktTUExIMzlJdE9CS3BaOUNYZzI3VFA4dUZKL3FhcWJwemxPbWtPbXEveHV2a1FOTCtTbHJQMHdjQWphZmsrLzN2S1YyaHQ5VmphbC9VdHRNL01KVk1YbDFiS0UyaTlSSDVHYXhCREMzei9GUzBvMVhjSThJUGU4OUdKTy91TjgvL0h4SWI0T0Z2UWNpVER4QURnaW5qZG1IWG5BbnQzRXcxSmMxNlMrOU9PbWMxNnF5OEZxS3IzQWU4Yjg1cnZBenNETjFYVmFLL3ZsNCtXQis0UG5KNWtkK0JmYVVIekF0NUI2MzIrZFZmdUkxUGN6UDhCOEFIZ0lGcHd1aDljSDYzRE9EZXk3UGZHUnIzbDBXM3JNT3pGZGpzVGU1N2RUT3Nsdiswa3ZkSVA3ZXEwRGtCMzBUNlo4NnZxRVZQV1hKS2tGWkJrWGRyb3pRTjdxNDluWXY3dS9raW5PNHpaVGI5SDlyVnJvRHhkRzJEZkx0WEtyYlJSV3lmVHpxZVBvdDFjZjB2M21vdHBOOTFmQVR5djJ3N3dvOEZPcStyVUpIc0JHMVhWOTVPc3czRHk4M0gxdUhPU2ZqNzRXNnJxdWpGMWwyYkNsYlRqOU9HMGVOMlRhTzFrYWRTOGpOZk4rYUI1Ti9uRnljQ0xnTzJBL1pPYzNmWFVsQURvSm1MWmozWTMvN2ZBU1dPRzAwbXJ3MTkzUDA4SHpxTUY3aDdIK0ltVnYxdFZ5K1FhbnNRUDZCcmZVMWpFTUdpK3FxNEdma0tiRFBERFZUVmR3RjZhRTVJVWNCckRuS09ydXIvTmdYMUhWdjhiTFJYTHZZRnR1aDdzWjlFdWJ2ZG1tRjdwQmxwUWZDcWZwQVhOTjZKZFRBeThEWGdHclNmYTkybUJBb0NIMHFWbjZ2S3REOUxIa09UcHRONW5BRit0cW41UE01TDhDOE1MODQ5VjFmNGoydzlubXBFd1BWT1ZXekxGTmttU1ZrZ1hjUDRpTGFnQzdVYnZhN29iNFgzOUdNQW1ZM2JWeng5K0NSUFRyY3hFZVFDNkZCWG5BQmV5Yk1Ed3JyMTE3NmRkUDBCckc2eER1OG45elpIWDdFQzcxZ0I0RU1OSnljZTVjT1Q1bDVpWWNrNmFNVjI4N3N1MGZQN2JBUWNrT2NONG5mcm1jN3h1emdmTkFhcnFnaVNIQWgralRYNzFMVnBlWVduZ0JjQmV0Q0gzYjY4cUp5alRURG1iRmxBN29hcHVBWjZRWkJ2YVpEK1RTbExUOU9SK0dsMnFpQ21NYTd5dnFIdFUxYVdyWVQvU3JPZ2E1MmZUUmw1Y3lzVGU1aXRqVDFvUDY5c1ozdno2QXUybTBwbFZOY2oxL3pyZ0c5M3lYYnFmNys3eW5rK2x2MzJMM3ZMcHdIVzBvUGlPd0ptMC9PVUhBdXNsT2I2cWxsNTRKN2tUOEg4SFQ0Rlg5bjlKa2syQVYvVzJIekdtTGs5bDJSUXc5NlFGN0hjYVdmOFBERWYycmQvdGV4SHdkbFp4UGdWSmtnYVNMQUpPWkJnd3Z4aDRSbFdOemhFRThDdGFRSDFkWUVtU3JhcnF3bTQvOTJYWUkvdDYydVNoTmNQbEIxNUZtOER6WU5vRTVaK2duVzlmQS95dVYrNENoaU5WQnlQT3Z0Y1BNQ2E1TzkyTjlDUkhNekZWalRUblZOV3ZlL0c2LzBIcmpHSzhUbjN6Tmw0M3JtZmtYSFU4YlhLODlZRkRranhtbHV1ak9TTEpMc0Qvb1RWTWpxYzFVcVNac2hPdEFYeHVrbDhtK1NYTGx6THE2Q1RIanVRZzdQc3dyWEV4MVdPMEY0cTB0anFHbGxab245V3dyMjkzUHlmMERLdXE5L1lDNWxUVk4zdGxvZDNrbXE2WCtadVkrUDB3ZW1Qc1U5MjZkV205NXo5Rm0zRDBldUMrSTJYL2llR0VZUVY4TmNtUlNYWktja2ZhVVBCQjZwYmpxdXFuSTYrbnFuNWRWVCtycXA4QlY5QXVhajVQKzE2N2pSYUlIL3dkRHFHbGVua1NjQXF0c2ZzYzRJNVY5ZXRwM3Jja1NjdnJSYlJBRzdSVUpydE9FakNucW01bFludjQrYjNsNS9XV1Q2MnEyMmE2UEN3ZHNiWnh0LzZzcXZvVTdVWTh0TkdvVCtzZXUxZlZENnJxZkNZRzNJOGZlWnU3OTVaSHorVnZCUjR5eVdOZXBEclFnaldJMTYySDhUcjF6UGQ0M2J6b2FRNVFWYmNrZVNNdHAvbFd3SEZKbmpDZjdsQm85VXV5TmUyZzJ4ajRPZkRtcnZldk5GUFdvMzBIcmFoN0EzdlFlbldPQzdMdno1cnBhUzR0QkYrbTljeGVIU2xhenFGZGFCNUZtN3hyckNTSE1ERzl5bUxnbENSN1ZOWGxrN3pzamd3bkdMMlpOdUh1MGg3aVZmV2JKQjhGRGdBZTBLMCtuallrL1E4aiszb0hiUWoyUzJocFl1NEsvTy91OFdmYXZBclF6b1V2bStROUxLYWxsdG1YTmhGd3Y5ZjUvbFgxOFNTZm9lV2wzQXpvQnkwR09kRTl4MHFTVnFmOWVzdFgwUUp1bzJWK1gxV0RpYkdQWmhoay82Y2tTMmh0NklONzVkL2RXNTdwOHYyUldqL3BibVRmc1h2ZVQ1TnlLUzExeFNJbXR2bHZZS0orQjV2UkRqTVhWOVU1akpIRVZJdWFOYjE0M1NOcGFWcU9TL0xrcnFPRzFsSUxJVjQzYjRMbW5jdUJOOUI2ZHQwTE9DTEpLNnJxdDdOYkxjMkdKSnZSaHFwdlE4dlAvQWFXblloUld0MitTK3MxMG5jL2h2a0pKek5JSVRIWlovUVVwczlwL21oV1BSV0ZOTzkxT2ZpdlNMTEtRZk9xdWozSlByUTJ4aktTYkVnYkNkTHYxWDRiTFEvcHpzQ1pTWjVkVmVQeWpRN1NObDFHQzViMzJ5dVY1SUhkdHRCNmowTUxUbzlPOEVsVlhVc2I5dnF4SkRzQkg2ZjFMSU5od0J6Z1Q4RGprNXphOVpqck81M1crV0NjUWQzV284MTEwRS8vY2dNdE9QK0orZGJRbFNUTmVkdjNscmRtT05GMjMzbTBFVkJVMVdlVGZJcDJYcjREOE5xUnNtK3BxcVVqdzJhNlBQRGc3dWZGVlhWMWtzRkUyVGNCZDZkZE4zeWVZVnFXRjlDQ2lnUHZUSEppVlYzUlBSOEV6ZjlDRzFXMzR6Si9EV2x1dXB4MnZIeWNGcTg3S3NsTGpOZXRuUlpLdkc1ZUJjMjdDOXN2MEhwc0hnRThCVGcreVo1T05MQjI2WEszZmdyWWxSYTRlQXR3eW55WlRFRHoyczYwbmlKOWs2VzZXZ3hMY3pVT0xnQW1HeDF6RDVidGFUSnFvMm0yU3hxam16ejA3dDNUWlVaMFZOVTNrbXczdWo3SlhyUWU2SU8wS0tGTmRQUmI0QVJhV3BXdGdlOGxPWkx1Z3I3bkpPRGZhUmZTdHlaNWRtL2JLUXduMUh3WHJRZGIwU1lnZlVxU2QxWFZlN3Q2YkVDYkNPeWh0Snl2VHdBMm5lVHQ3a3JMeVg1WmtrL1NBdDJEbTNydnB3WE5id0dPcGQwRS9HQzM3ZEFrOSs3OW5WNUd1L0Raa3RaajdzUEFZVW0rRG55cHFqNDZ5ZStYSkdsRkxPOEUxWDEvU3h0eDltSmdXOXJON0hPQUk2dnF4RFZjZnVmdTU0KzduOC9zZnY2MHFxNUtjbHYzL0tZa2Q2SE5EZEszQ2ZEWkpFK2hqV1lkekgveXRTNyswUy83dUc3VTJEZ2JUckplV2lPNnordHB0TkdSUjlCU0RSbXZXd3N0cEhqZHZBcWF3OUxlWlVjbTJZZzJLZGV1d09sSm5nSDhlcHFKOWpUUGRZR1ByV2dYKzd2UWdveHZxNnB4RTU1Sk0yRWRwZzVlWDk5YmZtVjNoL1hSd0oyN2RlY2xlVDJ3R3hONzF0eU42U2ZYNnplR2owaHlGZkRPcWpxenFnNENEaHA5UWRjN3RVYlhTd3Raa3Exb0tVK3VwaDFYTzlOdXVNUEVDYm1tMnNkbmdXZjBWdDBDdkxETFZVcVNaOUxTbGF4TCsxNTROUzBmK0cyOTExeFZWZjBlRlMvb0xTL3BMWi9jMVdzdzBlZG13UFpKZGdlT282VjFHbHRONEN2QU8yazl4QStpZFNnWTNDUTRHRGc0eVh1cTZtQmFvUDgrdEp6bmYwaHlWbTlmT3pQUjZiUno3VnVCVjNUdjh5N0EwNEhQVFZJZlNaSldTRld0Y0V5aUM3ejhhL2VZN2ZLRDgrZFBrdHlIZHM2RVlUckd6YnVmMTlOR2pBM2FJeCtpbmJQdlN3c3VIa2hyVHd5Y051WjNQWitKZWRhbE9hVWJrVGlJMTcyV1lienVXY0NGeHVzV051TjFjMGlTOVpLOEljbFZTVzVQOHNNa0wwNnkzdlN2MW55VVpOMGtMMHB5YnBMYmtseVg1SFZkbmpuTmNVa2VtZVNTSkZkMlBTbm1sU1FIcFBsdWtnMUdIanQyMjA1T2NvY2tWMlM4NjVOc25PU3prMnhmR2MrY3Z2WUxWNUxkZTUrcjNhZC9oVmEza2YvQkdqMjJrK3pRT3haZTMxdS9RWktiSnpsbTNqYkp2cmJybFhsNmtyMTd6eTlJc3R1WTEreWE1RGRkbVU5MzYzYnJ2VzZMa2ZLdkc2bkxlVWtPVDdKcHQzMmZKTmVrdFd1MlRySW95WTlHWG5OemtqTzZmZDFuVEoyMlRmTEJ0SE5rdW4zdE5GcXVLL3VTM241L2tlU1lKQWNsZVh4NlBkbVMzRHZKdTVOY2xqWmtmY2JGWTN0T3lEdy9kMnR1OHZpZWZmNFBWbzhrOStpZFIxK1M1Snh1K2NZa24wN3l4KzQ4bkNUSDlyYWZseGJQZUZpU0c3cDEyeVg1Wm05LzkrbCt4MDY5ZFpjaytka2tqMXU2TXFmTTR0L0R6NVdBcGZHNlYyWVlyL3RKak5jdGFERmVOL2NrV1pKazM3UkFWTG9EOHRRa3U2VGQ0ZEFDa0tTU1BDckpGN3IvY2JvRDhPODhBT2VQK1g3aG5XUy9yZ0g4OVRIYnR1NCtseWQzei9kSzhxdGVJemxwZ2JWbmRkdlh6N0tCOTVWOXJETmFuN1dKamZQWmx6a1lOTysyOVM4OGsrUVBTWTZjckxHZWthQjV0KzYvMG9MYTYwOVJoN3NrT1M3SjV0M3pxWUxtR3ljNVA4bS9KTmxta3YxdG51VFZ2ZWRQVGJ2UjlzWWtmNTJXcW1WNS9qWjNTV3Vvdm11S01vdVNIRGhhenluS0wxNVQ1MTJQN2JraDgvemNyYm5KNDN2MitUOVlQZEk2enZ5NE8rYy9KTWx6MDRMZ0wwKzdBWDlyV21lYTA3cnorNlBUQXVuYjlQYng1Q1JmNlpZM1RndStIOTNiM2crYTd6ZXVIbDI1aTdveUJzMDFKeVM1WThiSDZ4NFQ0M1VMUm96WHpYM2R5ZXJjN3FTVXRNRFdpVWtleUU1UEFBQUFCSHRKUkVGVWwyU1RxUzUyTlRlbEJSVTNUZkxZSko5SmNsUDN2NzB0YlZUQkk2YmZpK1lTTDd3MUUyeWN6NzdNWXRCOEtrbnUxRjE4TGttYlYyQmw5akh2MHRndEZCN2JjNFBuYnMwRWorL1o1LzlnOVVycmNYNkhidm5lMDVSZEp1WGFkUEdLdEp2V2krZDZvTkhQbGNicDRuVm45K0oxTi9YaWRac2FyNXQvMXFaNDNZSzRHS3lxSHlYWkc5Z1AySXVXSi9odmdEMkJud0EvVG5JQmNERndEWEF0Y1BNc1ZWZmpyVXViQk9iT3RKbVd0NlhOUkw0OWJkWnlnSi9USmpjN3VxcCtOUnVWbENUTkQxVjEzV3JZeHpLVGhrcVNKUFZWMVNXOTVTbm5UcW1xUDR4WmQrTTByN0U5b25tckY2ODdnR1hqZGVjRDUzYnh1dC9SNWlNeVhqZjNyTFh4dWdVUk5BZW9xZ3VUdkJuNEtQQlU0RVhBUTRHZHVzZnR3SFcwaWJ4dTdaNXI3bGhFK3p5dVM1c2NyZDhyOEZ6Z0k3VEp6bjViVmROTmxpaEpraVJKa3FSWlZsVy82Y1hybmdqc1Q0dlg3ZGc5YnFkTmxuc3p4dXZtb3JVMlhyZGdndVlBM1QvblFycVpycE04Q0hndWJjYmVMV24vNEhWbzczdWxobXByeHR6TzhNYkdsY0J2Z0c4QW42bXFjMmV6WXBJa1NaSWtTVm81dlhqZGhjQ0h1bmpkczRISFlyeHVybHRyNDNVTEttZytxcXArRFB3WUlNbUd3R2EwSVFWTGFBZWs1bzZiYVhjV3J3VXVyNnFyWjdrK2tpUkpraVJKV3MzR3hPdnVEbXlBOGJxNWFLMk4xeTNvb0hsZlZWMUR5MmN1U1pJa1NaSWthWllacjlOYzVaQUhTWklrU1pJa1NaSTZCczBsU1pJa1NaSWtTZW9ZTkpja1NaSWtTWklrcVdQUVhKSWtTWklrU1pLa2prRnpTWklrU1pJa1NaSTZCczBsU1pJa1NaSWtTZW9ZTkpja1NaSWtTWklrcVdQUVhKSWtTWklrU1pLa2prRnpTWklrU1pJa1NaSTZCczBsU1pJa1NaSWtTZW9zbnUwS1NGcnJMQVoyVEhMamJGZEVDOEpPd0xxelhRa0JIdHRhdlR5MjV4YVBiNjFPSHQ5engySmdweVN6WFE4dERCN2JraFlVZythUzFyUWx3T3VBbTJlN0lsb1ExZ1UyQXE2WjdZcklZMXVybGNmMjNPTHhyZFhKNDN2dVdBSzhDWTl0clI0ZTI1SVdGSVBta3RhVXk0RkxnUFZwcWFIV245M3FhQUc1QnJpTTl2blNtbmNKSHR1YUdSN2JzODl6dDJhS3gvZnM4dHl0bWVLeExXbkJxTm11Z0tTMVE1SkZ3SGJBM1dhN0xscVEvZ1NjWDFXM3ozWkYxalllMjVwaEh0dXp5T05iTTh6amU1WjRiR3VHZVd4TG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Ka2lSSmtpUkpraVJwdnZyL3dNbnRWYXZsajYwQUFBQUFTVVZPUks1Q1lJST0iLAoJIlRoZW1lIiA6ICIiLAoJIlR5cGUiIDogImZsb3ciLAoJIlZlcnNpb24iIDogIiIKfQo="/>
    </extobj>
  </extobjs>
</s:customData>
</file>

<file path=customXml/itemProps1.xml><?xml version="1.0" encoding="utf-8"?>
<ds:datastoreItem xmlns:ds="http://schemas.openxmlformats.org/officeDocument/2006/customXml" ds:itemID="{8DCAB82D-E220-4100-BCF1-04F5BD16DA22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496</Words>
  <Application>Microsoft Office PowerPoint</Application>
  <PresentationFormat>宽屏</PresentationFormat>
  <Paragraphs>104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Lifeline JL</vt:lpstr>
      <vt:lpstr>方正兰亭粗黑简体</vt:lpstr>
      <vt:lpstr>方正兰亭细黑简体</vt:lpstr>
      <vt:lpstr>微软雅黑</vt:lpstr>
      <vt:lpstr>Arial</vt:lpstr>
      <vt:lpstr>Calibri</vt:lpstr>
      <vt:lpstr>Wingdings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TK</dc:creator>
  <cp:lastModifiedBy>坤 陶</cp:lastModifiedBy>
  <cp:revision>38</cp:revision>
  <dcterms:created xsi:type="dcterms:W3CDTF">2024-09-04T04:15:00Z</dcterms:created>
  <dcterms:modified xsi:type="dcterms:W3CDTF">2026-07-02T14:31:05Z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E53E23C31945459F8E7C64640ED40A60_12</vt:lpwstr>
  </property>
</Properties>
</file>